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70" r:id="rId6"/>
    <p:sldMasterId id="2147483871" r:id="rId7"/>
    <p:sldMasterId id="2147483872" r:id="rId8"/>
    <p:sldMasterId id="2147483873" r:id="rId9"/>
    <p:sldMasterId id="2147483874"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Lst>
  <p:sldSz cy="5143500" cx="9144000"/>
  <p:notesSz cx="6858000" cy="9144000"/>
  <p:embeddedFontLst>
    <p:embeddedFont>
      <p:font typeface="Montserrat"/>
      <p:regular r:id="rId32"/>
      <p:bold r:id="rId33"/>
      <p:italic r:id="rId34"/>
      <p:boldItalic r:id="rId35"/>
    </p:embeddedFont>
    <p:embeddedFont>
      <p:font typeface="Lato"/>
      <p:regular r:id="rId36"/>
      <p:bold r:id="rId37"/>
      <p:italic r:id="rId38"/>
      <p:boldItalic r:id="rId39"/>
    </p:embeddedFont>
    <p:embeddedFont>
      <p:font typeface="Lato Black"/>
      <p:bold r:id="rId40"/>
      <p:boldItalic r:id="rId41"/>
    </p:embeddedFont>
    <p:embeddedFont>
      <p:font typeface="Arial Black"/>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Kelsey Gonzal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7F787C-4879-46B9-9B3C-02D91DE5175E}">
  <a:tblStyle styleId="{E57F787C-4879-46B9-9B3C-02D91DE5175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CE5F5D1-73BC-40FD-909B-8320CB539B64}" styleName="Table_1">
    <a:wholeTbl>
      <a:tcTxStyle b="off" i="off">
        <a:font>
          <a:latin typeface="Metropolis"/>
          <a:ea typeface="Metropolis"/>
          <a:cs typeface="Metropoli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EF8"/>
          </a:solidFill>
        </a:fill>
      </a:tcStyle>
    </a:wholeTbl>
    <a:band1H>
      <a:tcTxStyle b="off" i="off"/>
      <a:tcStyle>
        <a:fill>
          <a:solidFill>
            <a:srgbClr val="CADBF1"/>
          </a:solidFill>
        </a:fill>
      </a:tcStyle>
    </a:band1H>
    <a:band2H>
      <a:tcTxStyle b="off" i="off"/>
    </a:band2H>
    <a:band1V>
      <a:tcTxStyle b="off" i="off"/>
      <a:tcStyle>
        <a:fill>
          <a:solidFill>
            <a:srgbClr val="CADBF1"/>
          </a:solidFill>
        </a:fill>
      </a:tcStyle>
    </a:band1V>
    <a:band2V>
      <a:tcTxStyle b="off" i="off"/>
    </a:band2V>
    <a:lastCol>
      <a:tcTxStyle b="on" i="off">
        <a:font>
          <a:latin typeface="Metropolis"/>
          <a:ea typeface="Metropolis"/>
          <a:cs typeface="Metropolis"/>
        </a:font>
        <a:schemeClr val="lt1"/>
      </a:tcTxStyle>
      <a:tcStyle>
        <a:fill>
          <a:solidFill>
            <a:schemeClr val="accent1"/>
          </a:solidFill>
        </a:fill>
      </a:tcStyle>
    </a:lastCol>
    <a:firstCol>
      <a:tcTxStyle b="on" i="off">
        <a:font>
          <a:latin typeface="Metropolis"/>
          <a:ea typeface="Metropolis"/>
          <a:cs typeface="Metropolis"/>
        </a:font>
        <a:schemeClr val="lt1"/>
      </a:tcTxStyle>
      <a:tcStyle>
        <a:fill>
          <a:solidFill>
            <a:schemeClr val="accent1"/>
          </a:solidFill>
        </a:fill>
      </a:tcStyle>
    </a:firstCol>
    <a:lastRow>
      <a:tcTxStyle b="on" i="off">
        <a:font>
          <a:latin typeface="Metropolis"/>
          <a:ea typeface="Metropolis"/>
          <a:cs typeface="Metropoli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Metropolis"/>
          <a:ea typeface="Metropolis"/>
          <a:cs typeface="Metropoli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690D2558-C8AA-441E-AE1E-6B0D38F6712E}"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623F501-EBCD-486F-83DC-98073B6BD6EA}" styleName="Table_3">
    <a:wholeTbl>
      <a:tcTxStyle b="off" i="off">
        <a:font>
          <a:latin typeface="Arial"/>
          <a:ea typeface="Arial"/>
          <a:cs typeface="Arial"/>
        </a:font>
        <a:srgbClr val="262626"/>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2FB"/>
          </a:solidFill>
        </a:fill>
      </a:tcStyle>
    </a:wholeTbl>
    <a:band1H>
      <a:tcTxStyle b="off" i="off"/>
      <a:tcStyle>
        <a:fill>
          <a:solidFill>
            <a:srgbClr val="CBE5F6"/>
          </a:solidFill>
        </a:fill>
      </a:tcStyle>
    </a:band1H>
    <a:band2H>
      <a:tcTxStyle b="off" i="off"/>
    </a:band2H>
    <a:band1V>
      <a:tcTxStyle b="off" i="off"/>
      <a:tcStyle>
        <a:fill>
          <a:solidFill>
            <a:srgbClr val="CBE5F6"/>
          </a:solidFill>
        </a:fill>
      </a:tcStyle>
    </a:band1V>
    <a:band2V>
      <a:tcTxStyle b="off" i="off"/>
    </a:band2V>
    <a:lastCol>
      <a:tcTxStyle b="on" i="off">
        <a:font>
          <a:latin typeface="Arial"/>
          <a:ea typeface="Arial"/>
          <a:cs typeface="Arial"/>
        </a:font>
        <a:srgbClr val="FFFFFF"/>
      </a:tcTxStyle>
      <a:tcStyle>
        <a:fill>
          <a:solidFill>
            <a:srgbClr val="29B5E8"/>
          </a:solidFill>
        </a:fill>
      </a:tcStyle>
    </a:lastCol>
    <a:firstCol>
      <a:tcTxStyle b="on" i="off">
        <a:font>
          <a:latin typeface="Arial"/>
          <a:ea typeface="Arial"/>
          <a:cs typeface="Arial"/>
        </a:font>
        <a:srgbClr val="FFFFFF"/>
      </a:tcTxStyle>
      <a:tcStyle>
        <a:fill>
          <a:solidFill>
            <a:srgbClr val="29B5E8"/>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29B5E8"/>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29B5E8"/>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lack-bold.fntdata"/><Relationship Id="rId42" Type="http://schemas.openxmlformats.org/officeDocument/2006/relationships/font" Target="fonts/ArialBlack-regular.fntdata"/><Relationship Id="rId41" Type="http://schemas.openxmlformats.org/officeDocument/2006/relationships/font" Target="fonts/LatoBlack-bold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4.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slideMaster" Target="slideMasters/slideMaster3.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font" Target="fonts/Montserrat-bold.fntdata"/><Relationship Id="rId32" Type="http://schemas.openxmlformats.org/officeDocument/2006/relationships/font" Target="fonts/Montserrat-regular.fntdata"/><Relationship Id="rId35" Type="http://schemas.openxmlformats.org/officeDocument/2006/relationships/font" Target="fonts/Montserrat-boldItalic.fntdata"/><Relationship Id="rId34" Type="http://schemas.openxmlformats.org/officeDocument/2006/relationships/font" Target="fonts/Montserrat-italic.fntdata"/><Relationship Id="rId37" Type="http://schemas.openxmlformats.org/officeDocument/2006/relationships/font" Target="fonts/Lato-bold.fntdata"/><Relationship Id="rId36" Type="http://schemas.openxmlformats.org/officeDocument/2006/relationships/font" Target="fonts/Lato-regular.fntdata"/><Relationship Id="rId39" Type="http://schemas.openxmlformats.org/officeDocument/2006/relationships/font" Target="fonts/Lato-boldItalic.fntdata"/><Relationship Id="rId38" Type="http://schemas.openxmlformats.org/officeDocument/2006/relationships/font" Target="fonts/Lato-italic.fntdata"/><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11" Type="http://schemas.openxmlformats.org/officeDocument/2006/relationships/notesMaster" Target="notesMasters/notesMaster1.xml"/><Relationship Id="rId10" Type="http://schemas.openxmlformats.org/officeDocument/2006/relationships/slideMaster" Target="slideMasters/slideMaster5.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17T23:36:36.047">
    <p:pos x="246" y="142"/>
    <p:text>@jake.neal@snowflake.com Added new</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3" name="Shape 2103"/>
        <p:cNvGrpSpPr/>
        <p:nvPr/>
      </p:nvGrpSpPr>
      <p:grpSpPr>
        <a:xfrm>
          <a:off x="0" y="0"/>
          <a:ext cx="0" cy="0"/>
          <a:chOff x="0" y="0"/>
          <a:chExt cx="0" cy="0"/>
        </a:xfrm>
      </p:grpSpPr>
      <p:sp>
        <p:nvSpPr>
          <p:cNvPr id="2104" name="Google Shape;2104;g248ac0e1361_0_3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5" name="Google Shape;2105;g248ac0e1361_0_33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chemeClr val="lt1"/>
                </a:solidFill>
              </a:rPr>
              <a:t>This is version whatever.</a:t>
            </a:r>
            <a:endParaRPr>
              <a:solidFill>
                <a:schemeClr val="lt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3de9ce65d30_0_3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4" name="Google Shape;2114;g3de9ce65d30_0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3f712cf44d4_1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g3f712cf44d4_1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3e5645a9ce7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0" name="Google Shape;2170;g3e5645a9ce7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rgbClr val="C05020"/>
                </a:solidFill>
              </a:rPr>
              <a:t>Key Guidelines &amp; Tips:</a:t>
            </a:r>
            <a:endParaRPr b="1" sz="1000">
              <a:solidFill>
                <a:srgbClr val="C05020"/>
              </a:solidFill>
            </a:endParaRPr>
          </a:p>
          <a:p>
            <a:pPr indent="0" lvl="0" marL="0" rtl="0" algn="l">
              <a:spcBef>
                <a:spcPts val="0"/>
              </a:spcBef>
              <a:spcAft>
                <a:spcPts val="0"/>
              </a:spcAft>
              <a:buClr>
                <a:schemeClr val="dk1"/>
              </a:buClr>
              <a:buSzPts val="1100"/>
              <a:buFont typeface="Arial"/>
              <a:buNone/>
            </a:pPr>
            <a:r>
              <a:t/>
            </a:r>
            <a:endParaRPr b="1" sz="1000">
              <a:solidFill>
                <a:srgbClr val="C05020"/>
              </a:solidFill>
            </a:endParaRPr>
          </a:p>
          <a:p>
            <a:pPr indent="-304800" lvl="0" marL="457200" rtl="0" algn="l">
              <a:spcBef>
                <a:spcPts val="0"/>
              </a:spcBef>
              <a:spcAft>
                <a:spcPts val="0"/>
              </a:spcAft>
              <a:buClr>
                <a:srgbClr val="5B5B5B"/>
              </a:buClr>
              <a:buSzPts val="1200"/>
              <a:buChar char="●"/>
            </a:pPr>
            <a:r>
              <a:rPr b="1" lang="en" sz="1000">
                <a:solidFill>
                  <a:srgbClr val="C05020"/>
                </a:solidFill>
              </a:rPr>
              <a:t>This section will typically be 1-2 slides. While it's concise, sometimes separating the "current state/challenges" from "goals/objectives" can be effective on two distinct slides if there's enough detail to warrant it without becoming verbose.</a:t>
            </a:r>
            <a:endParaRPr b="1" sz="1000">
              <a:solidFill>
                <a:srgbClr val="C05020"/>
              </a:solidFill>
            </a:endParaRPr>
          </a:p>
          <a:p>
            <a:pPr indent="-304800" lvl="0" marL="457200" rtl="0" algn="l">
              <a:spcBef>
                <a:spcPts val="1000"/>
              </a:spcBef>
              <a:spcAft>
                <a:spcPts val="0"/>
              </a:spcAft>
              <a:buClr>
                <a:srgbClr val="5B5B5B"/>
              </a:buClr>
              <a:buSzPts val="1200"/>
              <a:buChar char="●"/>
            </a:pPr>
            <a:r>
              <a:rPr b="1" lang="en" sz="1000">
                <a:solidFill>
                  <a:srgbClr val="C05020"/>
                </a:solidFill>
              </a:rPr>
              <a:t>Playback our Understanding: Start by concisely restating the client's current challenges and pain points in their own words. This confirms you've actively listened and grasped their situation</a:t>
            </a:r>
            <a:endParaRPr b="1" sz="1000">
              <a:solidFill>
                <a:srgbClr val="C05020"/>
              </a:solidFill>
            </a:endParaRPr>
          </a:p>
          <a:p>
            <a:pPr indent="-304800" lvl="0" marL="457200" rtl="0" algn="l">
              <a:spcBef>
                <a:spcPts val="1000"/>
              </a:spcBef>
              <a:spcAft>
                <a:spcPts val="0"/>
              </a:spcAft>
              <a:buClr>
                <a:srgbClr val="5B5B5B"/>
              </a:buClr>
              <a:buSzPts val="1200"/>
              <a:buChar char="●"/>
            </a:pPr>
            <a:r>
              <a:rPr b="1" lang="en" sz="1000">
                <a:solidFill>
                  <a:srgbClr val="C05020"/>
                </a:solidFill>
              </a:rPr>
              <a:t>Goals and Objectives:  Weave the current challenges and future goals into a single, compelling narrative. Show the natural progression from their current pain to their envisioned success, which your solution will enable.</a:t>
            </a:r>
            <a:endParaRPr b="1" sz="1000">
              <a:solidFill>
                <a:srgbClr val="C05020"/>
              </a:solidFill>
            </a:endParaRPr>
          </a:p>
          <a:p>
            <a:pPr indent="-304800" lvl="0" marL="457200" rtl="0" algn="l">
              <a:spcBef>
                <a:spcPts val="1000"/>
              </a:spcBef>
              <a:spcAft>
                <a:spcPts val="0"/>
              </a:spcAft>
              <a:buClr>
                <a:srgbClr val="5B5B5B"/>
              </a:buClr>
              <a:buSzPts val="1200"/>
              <a:buChar char="●"/>
            </a:pPr>
            <a:r>
              <a:rPr b="1" lang="en" sz="1000">
                <a:solidFill>
                  <a:srgbClr val="C05020"/>
                </a:solidFill>
              </a:rPr>
              <a:t>No Detailed Solution Yet: This section is still about the customer. Resist the urge to introduce your solution here; that comes next.</a:t>
            </a:r>
            <a:endParaRPr b="1" sz="1000">
              <a:solidFill>
                <a:srgbClr val="C05020"/>
              </a:solidFill>
            </a:endParaRPr>
          </a:p>
          <a:p>
            <a:pPr indent="-304800" lvl="0" marL="457200" rtl="0" algn="l">
              <a:spcBef>
                <a:spcPts val="1000"/>
              </a:spcBef>
              <a:spcAft>
                <a:spcPts val="1000"/>
              </a:spcAft>
              <a:buClr>
                <a:srgbClr val="5B5B5B"/>
              </a:buClr>
              <a:buSzPts val="1200"/>
              <a:buChar char="●"/>
            </a:pPr>
            <a:r>
              <a:rPr b="1" lang="en" sz="1000">
                <a:solidFill>
                  <a:srgbClr val="C05020"/>
                </a:solidFill>
              </a:rPr>
              <a:t>Data Validation: Ensure any data or statements about the customer’s current state or goals have been validated during your discovery calls. Accuracy builds immediate credibility.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1" name="Shape 2181"/>
        <p:cNvGrpSpPr/>
        <p:nvPr/>
      </p:nvGrpSpPr>
      <p:grpSpPr>
        <a:xfrm>
          <a:off x="0" y="0"/>
          <a:ext cx="0" cy="0"/>
          <a:chOff x="0" y="0"/>
          <a:chExt cx="0" cy="0"/>
        </a:xfrm>
      </p:grpSpPr>
      <p:sp>
        <p:nvSpPr>
          <p:cNvPr id="2182" name="Google Shape;2182;g3f540b4f7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3" name="Google Shape;2183;g3f540b4f7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rgbClr val="C05020"/>
                </a:solidFill>
              </a:rPr>
              <a:t>Key Guidelines &amp; Tips:</a:t>
            </a:r>
            <a:endParaRPr b="1" sz="800">
              <a:solidFill>
                <a:srgbClr val="C05020"/>
              </a:solidFill>
            </a:endParaRPr>
          </a:p>
          <a:p>
            <a:pPr indent="-292100" lvl="0" marL="457200" rtl="0" algn="l">
              <a:spcBef>
                <a:spcPts val="0"/>
              </a:spcBef>
              <a:spcAft>
                <a:spcPts val="0"/>
              </a:spcAft>
              <a:buClr>
                <a:srgbClr val="5B5B5B"/>
              </a:buClr>
              <a:buSzPts val="1000"/>
              <a:buChar char="●"/>
            </a:pPr>
            <a:r>
              <a:rPr b="1" lang="en" sz="800">
                <a:solidFill>
                  <a:srgbClr val="C05020"/>
                </a:solidFill>
              </a:rPr>
              <a:t>Typically 1-3 slides depending on deal size/complexity. </a:t>
            </a:r>
            <a:endParaRPr b="1" sz="800">
              <a:solidFill>
                <a:srgbClr val="C05020"/>
              </a:solidFill>
            </a:endParaRPr>
          </a:p>
          <a:p>
            <a:pPr indent="-292100" lvl="0" marL="457200" rtl="0" algn="l">
              <a:spcBef>
                <a:spcPts val="0"/>
              </a:spcBef>
              <a:spcAft>
                <a:spcPts val="0"/>
              </a:spcAft>
              <a:buClr>
                <a:srgbClr val="5B5B5B"/>
              </a:buClr>
              <a:buSzPts val="1000"/>
              <a:buChar char="●"/>
            </a:pPr>
            <a:r>
              <a:rPr b="1" lang="en" sz="800">
                <a:solidFill>
                  <a:srgbClr val="C05020"/>
                </a:solidFill>
              </a:rPr>
              <a:t>High level Solution Overview will typically be required</a:t>
            </a:r>
            <a:endParaRPr b="1" sz="800">
              <a:solidFill>
                <a:srgbClr val="C05020"/>
              </a:solidFill>
            </a:endParaRPr>
          </a:p>
          <a:p>
            <a:pPr indent="-292100" lvl="0" marL="457200" rtl="0" algn="l">
              <a:spcBef>
                <a:spcPts val="0"/>
              </a:spcBef>
              <a:spcAft>
                <a:spcPts val="0"/>
              </a:spcAft>
              <a:buClr>
                <a:srgbClr val="5B5B5B"/>
              </a:buClr>
              <a:buSzPts val="1000"/>
              <a:buChar char="●"/>
            </a:pPr>
            <a:r>
              <a:rPr b="1" lang="en" sz="800">
                <a:solidFill>
                  <a:srgbClr val="C05020"/>
                </a:solidFill>
              </a:rPr>
              <a:t>Supporting slides with scope detail should be sufficient for the customer’s lead IT architect to digest and gain confidence in the boundaries of the technical delivery.</a:t>
            </a:r>
            <a:endParaRPr b="1" sz="800">
              <a:solidFill>
                <a:srgbClr val="C05020"/>
              </a:solidFill>
            </a:endParaRPr>
          </a:p>
          <a:p>
            <a:pPr indent="-292100" lvl="0" marL="457200" rtl="0" algn="l">
              <a:spcBef>
                <a:spcPts val="0"/>
              </a:spcBef>
              <a:spcAft>
                <a:spcPts val="0"/>
              </a:spcAft>
              <a:buClr>
                <a:srgbClr val="5B5B5B"/>
              </a:buClr>
              <a:buSzPts val="1000"/>
              <a:buChar char="●"/>
            </a:pPr>
            <a:r>
              <a:rPr b="1" lang="en" sz="800">
                <a:solidFill>
                  <a:srgbClr val="C05020"/>
                </a:solidFill>
              </a:rPr>
              <a:t>Migrations will typically have specific slides around conversion of objects related to ELT, Core Database and Consumption Systems (Reports/integrations/etc..)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3d165595d8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3d165595d8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g3de9ce65d30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7" name="Google Shape;2197;g3de9ce65d30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g3f712cf44d4_1_10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4" name="Google Shape;2204;g3f712cf44d4_1_10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7" name="Shape 2217"/>
        <p:cNvGrpSpPr/>
        <p:nvPr/>
      </p:nvGrpSpPr>
      <p:grpSpPr>
        <a:xfrm>
          <a:off x="0" y="0"/>
          <a:ext cx="0" cy="0"/>
          <a:chOff x="0" y="0"/>
          <a:chExt cx="0" cy="0"/>
        </a:xfrm>
      </p:grpSpPr>
      <p:sp>
        <p:nvSpPr>
          <p:cNvPr id="2218" name="Google Shape;2218;g3f78f89424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9" name="Google Shape;2219;g3f78f89424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g3f712cf44d4_1_1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g3f712cf44d4_1_1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1" name="Shape 2251"/>
        <p:cNvGrpSpPr/>
        <p:nvPr/>
      </p:nvGrpSpPr>
      <p:grpSpPr>
        <a:xfrm>
          <a:off x="0" y="0"/>
          <a:ext cx="0" cy="0"/>
          <a:chOff x="0" y="0"/>
          <a:chExt cx="0" cy="0"/>
        </a:xfrm>
      </p:grpSpPr>
      <p:sp>
        <p:nvSpPr>
          <p:cNvPr id="2252" name="Google Shape;2252;g3e7a24121c6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3" name="Google Shape;2253;g3e7a24121c6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g3d9b55ac84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0" name="Google Shape;2260;g3d9b55ac84d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g3f74cb7f13f_1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5" name="Google Shape;2265;g3f74cb7f13f_1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1" name="Shape 2271"/>
        <p:cNvGrpSpPr/>
        <p:nvPr/>
      </p:nvGrpSpPr>
      <p:grpSpPr>
        <a:xfrm>
          <a:off x="0" y="0"/>
          <a:ext cx="0" cy="0"/>
          <a:chOff x="0" y="0"/>
          <a:chExt cx="0" cy="0"/>
        </a:xfrm>
      </p:grpSpPr>
      <p:sp>
        <p:nvSpPr>
          <p:cNvPr id="2272" name="Google Shape;2272;g3f76024f39e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3" name="Google Shape;2273;g3f76024f39e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3f76024f39e_1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0" name="Google Shape;2280;g3f76024f39e_1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g3f76024f39e_1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7" name="Google Shape;2287;g3f76024f39e_1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g3f76024f39e_1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4" name="Google Shape;2294;g3f76024f39e_1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g3f76024f39e_1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1" name="Google Shape;2301;g3f76024f39e_1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g3f76024f39e_1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8" name="Google Shape;2308;g3f76024f39e_1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g3de9ce65d30_0_1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5" name="Google Shape;2315;g3de9ce65d30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33.png"/><Relationship Id="rId4" Type="http://schemas.openxmlformats.org/officeDocument/2006/relationships/image" Target="../media/image2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3.png"/><Relationship Id="rId4" Type="http://schemas.openxmlformats.org/officeDocument/2006/relationships/image" Target="../media/image2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33.png"/><Relationship Id="rId4" Type="http://schemas.openxmlformats.org/officeDocument/2006/relationships/image" Target="../media/image23.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0.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4.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6.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12.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33.png"/><Relationship Id="rId4" Type="http://schemas.openxmlformats.org/officeDocument/2006/relationships/image" Target="../media/image23.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7.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7.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 Id="rId3" Type="http://schemas.openxmlformats.org/officeDocument/2006/relationships/image" Target="../media/image33.png"/><Relationship Id="rId4" Type="http://schemas.openxmlformats.org/officeDocument/2006/relationships/image" Target="../media/image23.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10" y="3770440"/>
            <a:ext cx="9143997" cy="1371564"/>
            <a:chOff x="-10" y="3735321"/>
            <a:chExt cx="9139427" cy="1408177"/>
          </a:xfrm>
        </p:grpSpPr>
        <p:pic>
          <p:nvPicPr>
            <p:cNvPr id="11" name="Google Shape;11;p2"/>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2" name="Google Shape;12;p2"/>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3" name="Google Shape;13;p2"/>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4" name="Google Shape;14;p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5" name="Google Shape;15;p2"/>
          <p:cNvGrpSpPr/>
          <p:nvPr/>
        </p:nvGrpSpPr>
        <p:grpSpPr>
          <a:xfrm>
            <a:off x="-10" y="3770440"/>
            <a:ext cx="9143997" cy="1371564"/>
            <a:chOff x="-10" y="3735321"/>
            <a:chExt cx="9139427" cy="1408177"/>
          </a:xfrm>
        </p:grpSpPr>
        <p:pic>
          <p:nvPicPr>
            <p:cNvPr id="16" name="Google Shape;16;p2"/>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7" name="Google Shape;17;p2"/>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8" name="Google Shape;18;p2"/>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9" name="Google Shape;19;p2"/>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lang="en" sz="600">
                <a:solidFill>
                  <a:schemeClr val="dk1"/>
                </a:solidFill>
              </a:rPr>
              <a:t>owflake</a:t>
            </a:r>
            <a:r>
              <a:rPr b="0" i="0" lang="en" sz="600" u="none" cap="none" strike="noStrike">
                <a:solidFill>
                  <a:schemeClr val="dk1"/>
                </a:solidFill>
                <a:latin typeface="Arial"/>
                <a:ea typeface="Arial"/>
                <a:cs typeface="Arial"/>
                <a:sym typeface="Arial"/>
              </a:rPr>
              <a:t> Inc. All Rights Reserved</a:t>
            </a:r>
            <a:endParaRPr b="0" i="0" sz="600" u="none" cap="none" strike="noStrike">
              <a:solidFill>
                <a:schemeClr val="dk1"/>
              </a:solidFill>
              <a:latin typeface="Arial"/>
              <a:ea typeface="Arial"/>
              <a:cs typeface="Arial"/>
              <a:sym typeface="Arial"/>
            </a:endParaRPr>
          </a:p>
        </p:txBody>
      </p:sp>
      <p:sp>
        <p:nvSpPr>
          <p:cNvPr id="20" name="Google Shape;20;p2"/>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gn="l">
              <a:lnSpc>
                <a:spcPct val="74000"/>
              </a:lnSpc>
              <a:spcBef>
                <a:spcPts val="0"/>
              </a:spcBef>
              <a:spcAft>
                <a:spcPts val="0"/>
              </a:spcAft>
              <a:buClr>
                <a:schemeClr val="dk1"/>
              </a:buClr>
              <a:buSzPts val="4400"/>
              <a:buNone/>
              <a:defRPr b="1" i="0" sz="4400" u="none" cap="none" strike="noStrike">
                <a:solidFill>
                  <a:schemeClr val="dk1"/>
                </a:solidFill>
              </a:defRPr>
            </a:lvl1pPr>
            <a:lvl2pPr lvl="1" rtl="0"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21" name="Google Shape;21;p2"/>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1800"/>
              <a:buNone/>
              <a:defRPr b="0" i="0" sz="18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22" name="Google Shape;22;p2"/>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1400"/>
              <a:buNone/>
              <a:defRPr b="0" i="0" sz="14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23" name="Google Shape;23;p2"/>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24" name="Shape 24"/>
        <p:cNvGrpSpPr/>
        <p:nvPr/>
      </p:nvGrpSpPr>
      <p:grpSpPr>
        <a:xfrm>
          <a:off x="0" y="0"/>
          <a:ext cx="0" cy="0"/>
          <a:chOff x="0" y="0"/>
          <a:chExt cx="0" cy="0"/>
        </a:xfrm>
      </p:grpSpPr>
      <p:sp>
        <p:nvSpPr>
          <p:cNvPr id="25" name="Google Shape;25;p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7" name="Google Shape;27;p3"/>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28" name="Google Shape;28;p3"/>
          <p:cNvSpPr txBox="1"/>
          <p:nvPr>
            <p:ph idx="1"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29" name="Google Shape;29;p3"/>
          <p:cNvSpPr txBox="1"/>
          <p:nvPr/>
        </p:nvSpPr>
        <p:spPr>
          <a:xfrm>
            <a:off x="2883200" y="1953900"/>
            <a:ext cx="2668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 name="Google Shape;30;p3"/>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31" name="Google Shape;31;p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32" name="Shape 32"/>
        <p:cNvGrpSpPr/>
        <p:nvPr/>
      </p:nvGrpSpPr>
      <p:grpSpPr>
        <a:xfrm>
          <a:off x="0" y="0"/>
          <a:ext cx="0" cy="0"/>
          <a:chOff x="0" y="0"/>
          <a:chExt cx="0" cy="0"/>
        </a:xfrm>
      </p:grpSpPr>
      <p:sp>
        <p:nvSpPr>
          <p:cNvPr id="33" name="Google Shape;33;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5" name="Google Shape;35;p4"/>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36" name="Google Shape;36;p4"/>
          <p:cNvSpPr txBox="1"/>
          <p:nvPr>
            <p:ph idx="1" type="subTitle"/>
          </p:nvPr>
        </p:nvSpPr>
        <p:spPr>
          <a:xfrm>
            <a:off x="365760" y="1122367"/>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37" name="Google Shape;37;p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39" name="Google Shape;39;p4"/>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40" name="Shape 40"/>
        <p:cNvGrpSpPr/>
        <p:nvPr/>
      </p:nvGrpSpPr>
      <p:grpSpPr>
        <a:xfrm>
          <a:off x="0" y="0"/>
          <a:ext cx="0" cy="0"/>
          <a:chOff x="0" y="0"/>
          <a:chExt cx="0" cy="0"/>
        </a:xfrm>
      </p:grpSpPr>
      <p:grpSp>
        <p:nvGrpSpPr>
          <p:cNvPr id="41" name="Google Shape;41;p5"/>
          <p:cNvGrpSpPr/>
          <p:nvPr/>
        </p:nvGrpSpPr>
        <p:grpSpPr>
          <a:xfrm>
            <a:off x="3" y="3761953"/>
            <a:ext cx="9143997" cy="1371564"/>
            <a:chOff x="-10" y="3735321"/>
            <a:chExt cx="9139427" cy="1408177"/>
          </a:xfrm>
        </p:grpSpPr>
        <p:pic>
          <p:nvPicPr>
            <p:cNvPr id="42" name="Google Shape;42;p5"/>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43" name="Google Shape;43;p5"/>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44" name="Google Shape;44;p5"/>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45" name="Google Shape;45;p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 name="Google Shape;47;p5"/>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48" name="Google Shape;48;p5"/>
          <p:cNvSpPr txBox="1"/>
          <p:nvPr>
            <p:ph idx="1"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49" name="Google Shape;49;p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1" name="Google Shape;51;p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52" name="Shape 52"/>
        <p:cNvGrpSpPr/>
        <p:nvPr/>
      </p:nvGrpSpPr>
      <p:grpSpPr>
        <a:xfrm>
          <a:off x="0" y="0"/>
          <a:ext cx="0" cy="0"/>
          <a:chOff x="0" y="0"/>
          <a:chExt cx="0" cy="0"/>
        </a:xfrm>
      </p:grpSpPr>
      <p:grpSp>
        <p:nvGrpSpPr>
          <p:cNvPr id="53" name="Google Shape;53;p6"/>
          <p:cNvGrpSpPr/>
          <p:nvPr/>
        </p:nvGrpSpPr>
        <p:grpSpPr>
          <a:xfrm>
            <a:off x="0" y="4370576"/>
            <a:ext cx="9144001" cy="772925"/>
            <a:chOff x="0" y="4370576"/>
            <a:chExt cx="9144001" cy="772925"/>
          </a:xfrm>
        </p:grpSpPr>
        <p:pic>
          <p:nvPicPr>
            <p:cNvPr id="54" name="Google Shape;54;p6"/>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55" name="Google Shape;55;p6"/>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56" name="Google Shape;56;p6"/>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57" name="Google Shape;57;p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9" name="Google Shape;59;p6"/>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60" name="Google Shape;60;p6"/>
          <p:cNvSpPr txBox="1"/>
          <p:nvPr>
            <p:ph idx="1"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61" name="Google Shape;61;p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6"/>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63" name="Google Shape;63;p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64" name="Shape 64"/>
        <p:cNvGrpSpPr/>
        <p:nvPr/>
      </p:nvGrpSpPr>
      <p:grpSpPr>
        <a:xfrm>
          <a:off x="0" y="0"/>
          <a:ext cx="0" cy="0"/>
          <a:chOff x="0" y="0"/>
          <a:chExt cx="0" cy="0"/>
        </a:xfrm>
      </p:grpSpPr>
      <p:pic>
        <p:nvPicPr>
          <p:cNvPr id="65" name="Google Shape;65;p7"/>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66" name="Google Shape;66;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8" name="Google Shape;68;p7"/>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69" name="Google Shape;69;p7"/>
          <p:cNvSpPr txBox="1"/>
          <p:nvPr>
            <p:ph idx="1"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70" name="Google Shape;70;p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7"/>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72" name="Google Shape;72;p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73" name="Shape 73"/>
        <p:cNvGrpSpPr/>
        <p:nvPr/>
      </p:nvGrpSpPr>
      <p:grpSpPr>
        <a:xfrm>
          <a:off x="0" y="0"/>
          <a:ext cx="0" cy="0"/>
          <a:chOff x="0" y="0"/>
          <a:chExt cx="0" cy="0"/>
        </a:xfrm>
      </p:grpSpPr>
      <p:sp>
        <p:nvSpPr>
          <p:cNvPr id="74" name="Google Shape;74;p8"/>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rtl="0" algn="l">
              <a:lnSpc>
                <a:spcPct val="115000"/>
              </a:lnSpc>
              <a:spcBef>
                <a:spcPts val="0"/>
              </a:spcBef>
              <a:spcAft>
                <a:spcPts val="0"/>
              </a:spcAft>
              <a:buSzPts val="1800"/>
              <a:buNone/>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75" name="Google Shape;75;p8"/>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76" name="Google Shape;76;p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 name="Google Shape;78;p8"/>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79" name="Google Shape;79;p8"/>
          <p:cNvSpPr txBox="1"/>
          <p:nvPr>
            <p:ph idx="2"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80" name="Google Shape;80;p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81" name="Shape 81"/>
        <p:cNvGrpSpPr/>
        <p:nvPr/>
      </p:nvGrpSpPr>
      <p:grpSpPr>
        <a:xfrm>
          <a:off x="0" y="0"/>
          <a:ext cx="0" cy="0"/>
          <a:chOff x="0" y="0"/>
          <a:chExt cx="0" cy="0"/>
        </a:xfrm>
      </p:grpSpPr>
      <p:sp>
        <p:nvSpPr>
          <p:cNvPr id="82" name="Google Shape;82;p9"/>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83" name="Google Shape;83;p9"/>
          <p:cNvSpPr txBox="1"/>
          <p:nvPr>
            <p:ph idx="1" type="body"/>
          </p:nvPr>
        </p:nvSpPr>
        <p:spPr>
          <a:xfrm>
            <a:off x="365750" y="1371600"/>
            <a:ext cx="4160400" cy="3314700"/>
          </a:xfrm>
          <a:prstGeom prst="rect">
            <a:avLst/>
          </a:prstGeom>
          <a:noFill/>
          <a:ln>
            <a:noFill/>
          </a:ln>
        </p:spPr>
        <p:txBody>
          <a:bodyPr anchorCtr="0" anchor="t" bIns="91425" lIns="91425" spcFirstLastPara="1" rIns="91425" wrap="square" tIns="91425">
            <a:sp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84" name="Google Shape;84;p9"/>
          <p:cNvSpPr txBox="1"/>
          <p:nvPr>
            <p:ph idx="2" type="body"/>
          </p:nvPr>
        </p:nvSpPr>
        <p:spPr>
          <a:xfrm>
            <a:off x="4617722" y="1371600"/>
            <a:ext cx="4160400" cy="3314700"/>
          </a:xfrm>
          <a:prstGeom prst="rect">
            <a:avLst/>
          </a:prstGeom>
          <a:noFill/>
          <a:ln>
            <a:noFill/>
          </a:ln>
        </p:spPr>
        <p:txBody>
          <a:bodyPr anchorCtr="0" anchor="t" bIns="91425" lIns="91425" spcFirstLastPara="1" rIns="91425" wrap="square" tIns="91425">
            <a:sp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85" name="Google Shape;85;p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7" name="Google Shape;87;p9"/>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88" name="Google Shape;88;p9"/>
          <p:cNvSpPr txBox="1"/>
          <p:nvPr>
            <p:ph idx="3"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89" name="Google Shape;89;p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90" name="Shape 90"/>
        <p:cNvGrpSpPr/>
        <p:nvPr/>
      </p:nvGrpSpPr>
      <p:grpSpPr>
        <a:xfrm>
          <a:off x="0" y="0"/>
          <a:ext cx="0" cy="0"/>
          <a:chOff x="0" y="0"/>
          <a:chExt cx="0" cy="0"/>
        </a:xfrm>
      </p:grpSpPr>
      <p:sp>
        <p:nvSpPr>
          <p:cNvPr id="91" name="Google Shape;91;p10"/>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92" name="Google Shape;92;p10"/>
          <p:cNvSpPr txBox="1"/>
          <p:nvPr>
            <p:ph idx="1" type="body"/>
          </p:nvPr>
        </p:nvSpPr>
        <p:spPr>
          <a:xfrm>
            <a:off x="365750" y="1371600"/>
            <a:ext cx="26976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04800" lvl="2" marL="1371600" rtl="0" algn="l">
              <a:lnSpc>
                <a:spcPct val="115000"/>
              </a:lnSpc>
              <a:spcBef>
                <a:spcPts val="1000"/>
              </a:spcBef>
              <a:spcAft>
                <a:spcPts val="0"/>
              </a:spcAft>
              <a:buSzPts val="1200"/>
              <a:buChar char="•"/>
              <a:defRPr sz="1200"/>
            </a:lvl3pPr>
            <a:lvl4pPr indent="-304800" lvl="3" marL="1828800" rtl="0" algn="l">
              <a:lnSpc>
                <a:spcPct val="115000"/>
              </a:lnSpc>
              <a:spcBef>
                <a:spcPts val="1000"/>
              </a:spcBef>
              <a:spcAft>
                <a:spcPts val="0"/>
              </a:spcAft>
              <a:buSzPts val="1200"/>
              <a:buChar char="•"/>
              <a:defRPr sz="1200"/>
            </a:lvl4pPr>
            <a:lvl5pPr indent="-304800" lvl="4" marL="2286000" rtl="0" algn="l">
              <a:lnSpc>
                <a:spcPct val="115000"/>
              </a:lnSpc>
              <a:spcBef>
                <a:spcPts val="1000"/>
              </a:spcBef>
              <a:spcAft>
                <a:spcPts val="0"/>
              </a:spcAft>
              <a:buSzPts val="1200"/>
              <a:buChar char="•"/>
              <a:defRPr sz="1200"/>
            </a:lvl5pPr>
            <a:lvl6pPr indent="-304800" lvl="5" marL="2743200" rtl="0" algn="l">
              <a:lnSpc>
                <a:spcPct val="115000"/>
              </a:lnSpc>
              <a:spcBef>
                <a:spcPts val="1000"/>
              </a:spcBef>
              <a:spcAft>
                <a:spcPts val="0"/>
              </a:spcAft>
              <a:buSzPts val="1200"/>
              <a:buChar char="•"/>
              <a:defRPr sz="1200"/>
            </a:lvl6pPr>
            <a:lvl7pPr indent="-304800" lvl="6" marL="3200400" rtl="0" algn="l">
              <a:lnSpc>
                <a:spcPct val="115000"/>
              </a:lnSpc>
              <a:spcBef>
                <a:spcPts val="1000"/>
              </a:spcBef>
              <a:spcAft>
                <a:spcPts val="0"/>
              </a:spcAft>
              <a:buSzPts val="1200"/>
              <a:buChar char="•"/>
              <a:defRPr sz="1200"/>
            </a:lvl7pPr>
            <a:lvl8pPr indent="-304800" lvl="7" marL="3657600" rtl="0" algn="l">
              <a:lnSpc>
                <a:spcPct val="115000"/>
              </a:lnSpc>
              <a:spcBef>
                <a:spcPts val="1000"/>
              </a:spcBef>
              <a:spcAft>
                <a:spcPts val="0"/>
              </a:spcAft>
              <a:buSzPts val="1200"/>
              <a:buChar char="•"/>
              <a:defRPr sz="1200"/>
            </a:lvl8pPr>
            <a:lvl9pPr indent="-304800" lvl="8" marL="4114800" rtl="0" algn="l">
              <a:lnSpc>
                <a:spcPct val="115000"/>
              </a:lnSpc>
              <a:spcBef>
                <a:spcPts val="1000"/>
              </a:spcBef>
              <a:spcAft>
                <a:spcPts val="1000"/>
              </a:spcAft>
              <a:buSzPts val="1200"/>
              <a:buChar char="•"/>
              <a:defRPr sz="1200"/>
            </a:lvl9pPr>
          </a:lstStyle>
          <a:p/>
        </p:txBody>
      </p:sp>
      <p:sp>
        <p:nvSpPr>
          <p:cNvPr id="93" name="Google Shape;93;p10"/>
          <p:cNvSpPr txBox="1"/>
          <p:nvPr>
            <p:ph idx="2" type="body"/>
          </p:nvPr>
        </p:nvSpPr>
        <p:spPr>
          <a:xfrm>
            <a:off x="3169031" y="1371600"/>
            <a:ext cx="26976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04800" lvl="2" marL="1371600" rtl="0" algn="l">
              <a:lnSpc>
                <a:spcPct val="115000"/>
              </a:lnSpc>
              <a:spcBef>
                <a:spcPts val="1000"/>
              </a:spcBef>
              <a:spcAft>
                <a:spcPts val="0"/>
              </a:spcAft>
              <a:buSzPts val="1200"/>
              <a:buChar char="•"/>
              <a:defRPr sz="1200"/>
            </a:lvl3pPr>
            <a:lvl4pPr indent="-304800" lvl="3" marL="1828800" rtl="0" algn="l">
              <a:lnSpc>
                <a:spcPct val="115000"/>
              </a:lnSpc>
              <a:spcBef>
                <a:spcPts val="1000"/>
              </a:spcBef>
              <a:spcAft>
                <a:spcPts val="0"/>
              </a:spcAft>
              <a:buSzPts val="1200"/>
              <a:buChar char="•"/>
              <a:defRPr sz="1200"/>
            </a:lvl4pPr>
            <a:lvl5pPr indent="-304800" lvl="4" marL="2286000" rtl="0" algn="l">
              <a:lnSpc>
                <a:spcPct val="115000"/>
              </a:lnSpc>
              <a:spcBef>
                <a:spcPts val="1000"/>
              </a:spcBef>
              <a:spcAft>
                <a:spcPts val="0"/>
              </a:spcAft>
              <a:buSzPts val="1200"/>
              <a:buChar char="•"/>
              <a:defRPr sz="1200"/>
            </a:lvl5pPr>
            <a:lvl6pPr indent="-304800" lvl="5" marL="2743200" rtl="0" algn="l">
              <a:lnSpc>
                <a:spcPct val="115000"/>
              </a:lnSpc>
              <a:spcBef>
                <a:spcPts val="1000"/>
              </a:spcBef>
              <a:spcAft>
                <a:spcPts val="0"/>
              </a:spcAft>
              <a:buSzPts val="1200"/>
              <a:buChar char="•"/>
              <a:defRPr sz="1200"/>
            </a:lvl6pPr>
            <a:lvl7pPr indent="-304800" lvl="6" marL="3200400" rtl="0" algn="l">
              <a:lnSpc>
                <a:spcPct val="115000"/>
              </a:lnSpc>
              <a:spcBef>
                <a:spcPts val="1000"/>
              </a:spcBef>
              <a:spcAft>
                <a:spcPts val="0"/>
              </a:spcAft>
              <a:buSzPts val="1200"/>
              <a:buChar char="•"/>
              <a:defRPr sz="1200"/>
            </a:lvl7pPr>
            <a:lvl8pPr indent="-304800" lvl="7" marL="3657600" rtl="0" algn="l">
              <a:lnSpc>
                <a:spcPct val="115000"/>
              </a:lnSpc>
              <a:spcBef>
                <a:spcPts val="1000"/>
              </a:spcBef>
              <a:spcAft>
                <a:spcPts val="0"/>
              </a:spcAft>
              <a:buSzPts val="1200"/>
              <a:buChar char="•"/>
              <a:defRPr sz="1200"/>
            </a:lvl8pPr>
            <a:lvl9pPr indent="-304800" lvl="8" marL="4114800" rtl="0" algn="l">
              <a:lnSpc>
                <a:spcPct val="115000"/>
              </a:lnSpc>
              <a:spcBef>
                <a:spcPts val="1000"/>
              </a:spcBef>
              <a:spcAft>
                <a:spcPts val="1000"/>
              </a:spcAft>
              <a:buSzPts val="1200"/>
              <a:buChar char="•"/>
              <a:defRPr sz="1200"/>
            </a:lvl9pPr>
          </a:lstStyle>
          <a:p/>
        </p:txBody>
      </p:sp>
      <p:sp>
        <p:nvSpPr>
          <p:cNvPr id="94" name="Google Shape;94;p10"/>
          <p:cNvSpPr txBox="1"/>
          <p:nvPr>
            <p:ph idx="3" type="body"/>
          </p:nvPr>
        </p:nvSpPr>
        <p:spPr>
          <a:xfrm>
            <a:off x="6127925" y="1371600"/>
            <a:ext cx="26976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04800" lvl="2" marL="1371600" rtl="0" algn="l">
              <a:lnSpc>
                <a:spcPct val="115000"/>
              </a:lnSpc>
              <a:spcBef>
                <a:spcPts val="1000"/>
              </a:spcBef>
              <a:spcAft>
                <a:spcPts val="0"/>
              </a:spcAft>
              <a:buSzPts val="1200"/>
              <a:buChar char="•"/>
              <a:defRPr sz="1200"/>
            </a:lvl3pPr>
            <a:lvl4pPr indent="-304800" lvl="3" marL="1828800" rtl="0" algn="l">
              <a:lnSpc>
                <a:spcPct val="115000"/>
              </a:lnSpc>
              <a:spcBef>
                <a:spcPts val="1000"/>
              </a:spcBef>
              <a:spcAft>
                <a:spcPts val="0"/>
              </a:spcAft>
              <a:buSzPts val="1200"/>
              <a:buChar char="•"/>
              <a:defRPr sz="1200"/>
            </a:lvl4pPr>
            <a:lvl5pPr indent="-304800" lvl="4" marL="2286000" rtl="0" algn="l">
              <a:lnSpc>
                <a:spcPct val="115000"/>
              </a:lnSpc>
              <a:spcBef>
                <a:spcPts val="1000"/>
              </a:spcBef>
              <a:spcAft>
                <a:spcPts val="0"/>
              </a:spcAft>
              <a:buSzPts val="1200"/>
              <a:buChar char="•"/>
              <a:defRPr sz="1200"/>
            </a:lvl5pPr>
            <a:lvl6pPr indent="-304800" lvl="5" marL="2743200" rtl="0" algn="l">
              <a:lnSpc>
                <a:spcPct val="115000"/>
              </a:lnSpc>
              <a:spcBef>
                <a:spcPts val="1000"/>
              </a:spcBef>
              <a:spcAft>
                <a:spcPts val="0"/>
              </a:spcAft>
              <a:buSzPts val="1200"/>
              <a:buChar char="•"/>
              <a:defRPr sz="1200"/>
            </a:lvl6pPr>
            <a:lvl7pPr indent="-304800" lvl="6" marL="3200400" rtl="0" algn="l">
              <a:lnSpc>
                <a:spcPct val="115000"/>
              </a:lnSpc>
              <a:spcBef>
                <a:spcPts val="1000"/>
              </a:spcBef>
              <a:spcAft>
                <a:spcPts val="0"/>
              </a:spcAft>
              <a:buSzPts val="1200"/>
              <a:buChar char="•"/>
              <a:defRPr sz="1200"/>
            </a:lvl7pPr>
            <a:lvl8pPr indent="-304800" lvl="7" marL="3657600" rtl="0" algn="l">
              <a:lnSpc>
                <a:spcPct val="115000"/>
              </a:lnSpc>
              <a:spcBef>
                <a:spcPts val="1000"/>
              </a:spcBef>
              <a:spcAft>
                <a:spcPts val="0"/>
              </a:spcAft>
              <a:buSzPts val="1200"/>
              <a:buChar char="•"/>
              <a:defRPr sz="1200"/>
            </a:lvl8pPr>
            <a:lvl9pPr indent="-304800" lvl="8" marL="4114800" rtl="0" algn="l">
              <a:lnSpc>
                <a:spcPct val="115000"/>
              </a:lnSpc>
              <a:spcBef>
                <a:spcPts val="1000"/>
              </a:spcBef>
              <a:spcAft>
                <a:spcPts val="1000"/>
              </a:spcAft>
              <a:buSzPts val="1200"/>
              <a:buChar char="•"/>
              <a:defRPr sz="1200"/>
            </a:lvl9pPr>
          </a:lstStyle>
          <a:p/>
        </p:txBody>
      </p:sp>
      <p:sp>
        <p:nvSpPr>
          <p:cNvPr id="95" name="Google Shape;95;p1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7" name="Google Shape;97;p10"/>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98" name="Google Shape;98;p10"/>
          <p:cNvSpPr txBox="1"/>
          <p:nvPr>
            <p:ph idx="4"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99" name="Google Shape;99;p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997">
          <p15:clr>
            <a:srgbClr val="FA7B17"/>
          </p15:clr>
        </p15:guide>
        <p15:guide id="2" pos="1907">
          <p15:clr>
            <a:srgbClr val="FA7B17"/>
          </p15:clr>
        </p15:guide>
        <p15:guide id="3" pos="3758">
          <p15:clr>
            <a:srgbClr val="FA7B17"/>
          </p15:clr>
        </p15:guide>
        <p15:guide id="4" pos="386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100" name="Shape 100"/>
        <p:cNvGrpSpPr/>
        <p:nvPr/>
      </p:nvGrpSpPr>
      <p:grpSpPr>
        <a:xfrm>
          <a:off x="0" y="0"/>
          <a:ext cx="0" cy="0"/>
          <a:chOff x="0" y="0"/>
          <a:chExt cx="0" cy="0"/>
        </a:xfrm>
      </p:grpSpPr>
      <p:sp>
        <p:nvSpPr>
          <p:cNvPr id="101" name="Google Shape;101;p11"/>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2" name="Google Shape;102;p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1"/>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104" name="Google Shape;104;p11"/>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17500" lvl="2" marL="1371600" rtl="0" algn="l">
              <a:lnSpc>
                <a:spcPct val="115000"/>
              </a:lnSpc>
              <a:spcBef>
                <a:spcPts val="1000"/>
              </a:spcBef>
              <a:spcAft>
                <a:spcPts val="0"/>
              </a:spcAft>
              <a:buSzPts val="1400"/>
              <a:buChar char="•"/>
              <a:defRPr sz="1400"/>
            </a:lvl3pPr>
            <a:lvl4pPr indent="-317500" lvl="3" marL="1828800" rtl="0" algn="l">
              <a:lnSpc>
                <a:spcPct val="115000"/>
              </a:lnSpc>
              <a:spcBef>
                <a:spcPts val="1000"/>
              </a:spcBef>
              <a:spcAft>
                <a:spcPts val="0"/>
              </a:spcAft>
              <a:buSzPts val="1400"/>
              <a:buChar char="•"/>
              <a:defRPr sz="1400"/>
            </a:lvl4pPr>
            <a:lvl5pPr indent="-317500" lvl="4" marL="2286000" rtl="0" algn="l">
              <a:lnSpc>
                <a:spcPct val="115000"/>
              </a:lnSpc>
              <a:spcBef>
                <a:spcPts val="1000"/>
              </a:spcBef>
              <a:spcAft>
                <a:spcPts val="0"/>
              </a:spcAft>
              <a:buSzPts val="1400"/>
              <a:buChar char="•"/>
              <a:defRPr sz="1400"/>
            </a:lvl5pPr>
            <a:lvl6pPr indent="-317500" lvl="5" marL="2743200" rtl="0" algn="l">
              <a:lnSpc>
                <a:spcPct val="115000"/>
              </a:lnSpc>
              <a:spcBef>
                <a:spcPts val="1000"/>
              </a:spcBef>
              <a:spcAft>
                <a:spcPts val="0"/>
              </a:spcAft>
              <a:buSzPts val="1400"/>
              <a:buChar char="•"/>
              <a:defRPr sz="1400"/>
            </a:lvl6pPr>
            <a:lvl7pPr indent="-317500" lvl="6" marL="3200400" rtl="0" algn="l">
              <a:lnSpc>
                <a:spcPct val="115000"/>
              </a:lnSpc>
              <a:spcBef>
                <a:spcPts val="1000"/>
              </a:spcBef>
              <a:spcAft>
                <a:spcPts val="0"/>
              </a:spcAft>
              <a:buSzPts val="1400"/>
              <a:buChar char="•"/>
              <a:defRPr sz="1400"/>
            </a:lvl7pPr>
            <a:lvl8pPr indent="-317500" lvl="7" marL="3657600" rtl="0" algn="l">
              <a:lnSpc>
                <a:spcPct val="115000"/>
              </a:lnSpc>
              <a:spcBef>
                <a:spcPts val="1000"/>
              </a:spcBef>
              <a:spcAft>
                <a:spcPts val="0"/>
              </a:spcAft>
              <a:buSzPts val="1400"/>
              <a:buChar char="•"/>
              <a:defRPr sz="1400"/>
            </a:lvl8pPr>
            <a:lvl9pPr indent="-317500" lvl="8" marL="4114800" rtl="0" algn="l">
              <a:lnSpc>
                <a:spcPct val="115000"/>
              </a:lnSpc>
              <a:spcBef>
                <a:spcPts val="1000"/>
              </a:spcBef>
              <a:spcAft>
                <a:spcPts val="1000"/>
              </a:spcAft>
              <a:buSzPts val="1400"/>
              <a:buChar char="•"/>
              <a:defRPr sz="1400"/>
            </a:lvl9pPr>
          </a:lstStyle>
          <a:p/>
        </p:txBody>
      </p:sp>
      <p:sp>
        <p:nvSpPr>
          <p:cNvPr id="105" name="Google Shape;105;p11"/>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17500" lvl="2" marL="1371600" rtl="0" algn="l">
              <a:lnSpc>
                <a:spcPct val="115000"/>
              </a:lnSpc>
              <a:spcBef>
                <a:spcPts val="1000"/>
              </a:spcBef>
              <a:spcAft>
                <a:spcPts val="0"/>
              </a:spcAft>
              <a:buSzPts val="1400"/>
              <a:buChar char="•"/>
              <a:defRPr sz="1400"/>
            </a:lvl3pPr>
            <a:lvl4pPr indent="-317500" lvl="3" marL="1828800" rtl="0" algn="l">
              <a:lnSpc>
                <a:spcPct val="115000"/>
              </a:lnSpc>
              <a:spcBef>
                <a:spcPts val="1000"/>
              </a:spcBef>
              <a:spcAft>
                <a:spcPts val="0"/>
              </a:spcAft>
              <a:buSzPts val="1400"/>
              <a:buChar char="•"/>
              <a:defRPr sz="1400"/>
            </a:lvl4pPr>
            <a:lvl5pPr indent="-317500" lvl="4" marL="2286000" rtl="0" algn="l">
              <a:lnSpc>
                <a:spcPct val="115000"/>
              </a:lnSpc>
              <a:spcBef>
                <a:spcPts val="1000"/>
              </a:spcBef>
              <a:spcAft>
                <a:spcPts val="0"/>
              </a:spcAft>
              <a:buSzPts val="1400"/>
              <a:buChar char="•"/>
              <a:defRPr sz="1400"/>
            </a:lvl5pPr>
            <a:lvl6pPr indent="-317500" lvl="5" marL="2743200" rtl="0" algn="l">
              <a:lnSpc>
                <a:spcPct val="115000"/>
              </a:lnSpc>
              <a:spcBef>
                <a:spcPts val="1000"/>
              </a:spcBef>
              <a:spcAft>
                <a:spcPts val="0"/>
              </a:spcAft>
              <a:buSzPts val="1400"/>
              <a:buChar char="•"/>
              <a:defRPr sz="1400"/>
            </a:lvl6pPr>
            <a:lvl7pPr indent="-317500" lvl="6" marL="3200400" rtl="0" algn="l">
              <a:lnSpc>
                <a:spcPct val="115000"/>
              </a:lnSpc>
              <a:spcBef>
                <a:spcPts val="1000"/>
              </a:spcBef>
              <a:spcAft>
                <a:spcPts val="0"/>
              </a:spcAft>
              <a:buSzPts val="1400"/>
              <a:buChar char="•"/>
              <a:defRPr sz="1400"/>
            </a:lvl7pPr>
            <a:lvl8pPr indent="-317500" lvl="7" marL="3657600" rtl="0" algn="l">
              <a:lnSpc>
                <a:spcPct val="115000"/>
              </a:lnSpc>
              <a:spcBef>
                <a:spcPts val="1000"/>
              </a:spcBef>
              <a:spcAft>
                <a:spcPts val="0"/>
              </a:spcAft>
              <a:buSzPts val="1400"/>
              <a:buChar char="•"/>
              <a:defRPr sz="1400"/>
            </a:lvl8pPr>
            <a:lvl9pPr indent="-317500" lvl="8" marL="4114800" rtl="0" algn="l">
              <a:lnSpc>
                <a:spcPct val="115000"/>
              </a:lnSpc>
              <a:spcBef>
                <a:spcPts val="1000"/>
              </a:spcBef>
              <a:spcAft>
                <a:spcPts val="1000"/>
              </a:spcAft>
              <a:buSzPts val="1400"/>
              <a:buChar char="•"/>
              <a:defRPr sz="1400"/>
            </a:lvl9pPr>
          </a:lstStyle>
          <a:p/>
        </p:txBody>
      </p:sp>
      <p:sp>
        <p:nvSpPr>
          <p:cNvPr id="106" name="Google Shape;106;p11"/>
          <p:cNvSpPr txBox="1"/>
          <p:nvPr>
            <p:ph idx="3" type="body"/>
          </p:nvPr>
        </p:nvSpPr>
        <p:spPr>
          <a:xfrm>
            <a:off x="4673191" y="1371600"/>
            <a:ext cx="19203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17500" lvl="2" marL="1371600" rtl="0" algn="l">
              <a:lnSpc>
                <a:spcPct val="115000"/>
              </a:lnSpc>
              <a:spcBef>
                <a:spcPts val="1000"/>
              </a:spcBef>
              <a:spcAft>
                <a:spcPts val="0"/>
              </a:spcAft>
              <a:buSzPts val="1400"/>
              <a:buChar char="•"/>
              <a:defRPr sz="1400"/>
            </a:lvl3pPr>
            <a:lvl4pPr indent="-317500" lvl="3" marL="1828800" rtl="0" algn="l">
              <a:lnSpc>
                <a:spcPct val="115000"/>
              </a:lnSpc>
              <a:spcBef>
                <a:spcPts val="1000"/>
              </a:spcBef>
              <a:spcAft>
                <a:spcPts val="0"/>
              </a:spcAft>
              <a:buSzPts val="1400"/>
              <a:buChar char="•"/>
              <a:defRPr sz="1400"/>
            </a:lvl4pPr>
            <a:lvl5pPr indent="-317500" lvl="4" marL="2286000" rtl="0" algn="l">
              <a:lnSpc>
                <a:spcPct val="115000"/>
              </a:lnSpc>
              <a:spcBef>
                <a:spcPts val="1000"/>
              </a:spcBef>
              <a:spcAft>
                <a:spcPts val="0"/>
              </a:spcAft>
              <a:buSzPts val="1400"/>
              <a:buChar char="•"/>
              <a:defRPr sz="1400"/>
            </a:lvl5pPr>
            <a:lvl6pPr indent="-317500" lvl="5" marL="2743200" rtl="0" algn="l">
              <a:lnSpc>
                <a:spcPct val="115000"/>
              </a:lnSpc>
              <a:spcBef>
                <a:spcPts val="1000"/>
              </a:spcBef>
              <a:spcAft>
                <a:spcPts val="0"/>
              </a:spcAft>
              <a:buSzPts val="1400"/>
              <a:buChar char="•"/>
              <a:defRPr sz="1400"/>
            </a:lvl6pPr>
            <a:lvl7pPr indent="-317500" lvl="6" marL="3200400" rtl="0" algn="l">
              <a:lnSpc>
                <a:spcPct val="115000"/>
              </a:lnSpc>
              <a:spcBef>
                <a:spcPts val="1000"/>
              </a:spcBef>
              <a:spcAft>
                <a:spcPts val="0"/>
              </a:spcAft>
              <a:buSzPts val="1400"/>
              <a:buChar char="•"/>
              <a:defRPr sz="1400"/>
            </a:lvl7pPr>
            <a:lvl8pPr indent="-317500" lvl="7" marL="3657600" rtl="0" algn="l">
              <a:lnSpc>
                <a:spcPct val="115000"/>
              </a:lnSpc>
              <a:spcBef>
                <a:spcPts val="1000"/>
              </a:spcBef>
              <a:spcAft>
                <a:spcPts val="0"/>
              </a:spcAft>
              <a:buSzPts val="1400"/>
              <a:buChar char="•"/>
              <a:defRPr sz="1400"/>
            </a:lvl8pPr>
            <a:lvl9pPr indent="-317500" lvl="8" marL="4114800" rtl="0" algn="l">
              <a:lnSpc>
                <a:spcPct val="115000"/>
              </a:lnSpc>
              <a:spcBef>
                <a:spcPts val="1000"/>
              </a:spcBef>
              <a:spcAft>
                <a:spcPts val="1000"/>
              </a:spcAft>
              <a:buSzPts val="1400"/>
              <a:buChar char="•"/>
              <a:defRPr sz="1400"/>
            </a:lvl9pPr>
          </a:lstStyle>
          <a:p/>
        </p:txBody>
      </p:sp>
      <p:sp>
        <p:nvSpPr>
          <p:cNvPr id="107" name="Google Shape;107;p11"/>
          <p:cNvSpPr txBox="1"/>
          <p:nvPr>
            <p:ph idx="4" type="body"/>
          </p:nvPr>
        </p:nvSpPr>
        <p:spPr>
          <a:xfrm>
            <a:off x="6886999" y="1371600"/>
            <a:ext cx="1920300" cy="3314700"/>
          </a:xfrm>
          <a:prstGeom prst="rect">
            <a:avLst/>
          </a:prstGeom>
          <a:noFill/>
          <a:ln>
            <a:noFill/>
          </a:ln>
        </p:spPr>
        <p:txBody>
          <a:bodyPr anchorCtr="0" anchor="t" bIns="91425" lIns="91425" spcFirstLastPara="1" rIns="91425" wrap="square" tIns="91425">
            <a:sp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1000"/>
              </a:spcBef>
              <a:spcAft>
                <a:spcPts val="0"/>
              </a:spcAft>
              <a:buSzPts val="1400"/>
              <a:buChar char="•"/>
              <a:defRPr sz="1400"/>
            </a:lvl2pPr>
            <a:lvl3pPr indent="-317500" lvl="2" marL="1371600" rtl="0" algn="l">
              <a:lnSpc>
                <a:spcPct val="115000"/>
              </a:lnSpc>
              <a:spcBef>
                <a:spcPts val="1000"/>
              </a:spcBef>
              <a:spcAft>
                <a:spcPts val="0"/>
              </a:spcAft>
              <a:buSzPts val="1400"/>
              <a:buChar char="•"/>
              <a:defRPr sz="1400"/>
            </a:lvl3pPr>
            <a:lvl4pPr indent="-317500" lvl="3" marL="1828800" rtl="0" algn="l">
              <a:lnSpc>
                <a:spcPct val="115000"/>
              </a:lnSpc>
              <a:spcBef>
                <a:spcPts val="1000"/>
              </a:spcBef>
              <a:spcAft>
                <a:spcPts val="0"/>
              </a:spcAft>
              <a:buSzPts val="1400"/>
              <a:buChar char="•"/>
              <a:defRPr sz="1400"/>
            </a:lvl4pPr>
            <a:lvl5pPr indent="-317500" lvl="4" marL="2286000" rtl="0" algn="l">
              <a:lnSpc>
                <a:spcPct val="115000"/>
              </a:lnSpc>
              <a:spcBef>
                <a:spcPts val="1000"/>
              </a:spcBef>
              <a:spcAft>
                <a:spcPts val="0"/>
              </a:spcAft>
              <a:buSzPts val="1400"/>
              <a:buChar char="•"/>
              <a:defRPr sz="1400"/>
            </a:lvl5pPr>
            <a:lvl6pPr indent="-317500" lvl="5" marL="2743200" rtl="0" algn="l">
              <a:lnSpc>
                <a:spcPct val="115000"/>
              </a:lnSpc>
              <a:spcBef>
                <a:spcPts val="1000"/>
              </a:spcBef>
              <a:spcAft>
                <a:spcPts val="0"/>
              </a:spcAft>
              <a:buSzPts val="1400"/>
              <a:buChar char="•"/>
              <a:defRPr sz="1400"/>
            </a:lvl6pPr>
            <a:lvl7pPr indent="-317500" lvl="6" marL="3200400" rtl="0" algn="l">
              <a:lnSpc>
                <a:spcPct val="115000"/>
              </a:lnSpc>
              <a:spcBef>
                <a:spcPts val="1000"/>
              </a:spcBef>
              <a:spcAft>
                <a:spcPts val="0"/>
              </a:spcAft>
              <a:buSzPts val="1400"/>
              <a:buChar char="•"/>
              <a:defRPr sz="1400"/>
            </a:lvl7pPr>
            <a:lvl8pPr indent="-317500" lvl="7" marL="3657600" rtl="0" algn="l">
              <a:lnSpc>
                <a:spcPct val="115000"/>
              </a:lnSpc>
              <a:spcBef>
                <a:spcPts val="1000"/>
              </a:spcBef>
              <a:spcAft>
                <a:spcPts val="0"/>
              </a:spcAft>
              <a:buSzPts val="1400"/>
              <a:buChar char="•"/>
              <a:defRPr sz="1400"/>
            </a:lvl8pPr>
            <a:lvl9pPr indent="-317500" lvl="8" marL="4114800" rtl="0" algn="l">
              <a:lnSpc>
                <a:spcPct val="115000"/>
              </a:lnSpc>
              <a:spcBef>
                <a:spcPts val="1000"/>
              </a:spcBef>
              <a:spcAft>
                <a:spcPts val="1000"/>
              </a:spcAft>
              <a:buSzPts val="1400"/>
              <a:buChar char="•"/>
              <a:defRPr sz="1400"/>
            </a:lvl9pPr>
          </a:lstStyle>
          <a:p/>
        </p:txBody>
      </p:sp>
      <p:sp>
        <p:nvSpPr>
          <p:cNvPr id="108" name="Google Shape;108;p11"/>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109" name="Google Shape;109;p11"/>
          <p:cNvSpPr txBox="1"/>
          <p:nvPr>
            <p:ph idx="5" type="subTitle"/>
          </p:nvPr>
        </p:nvSpPr>
        <p:spPr>
          <a:xfrm>
            <a:off x="365760" y="655286"/>
            <a:ext cx="8344800" cy="3657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800"/>
              <a:buNone/>
              <a:defRPr>
                <a:solidFill>
                  <a:srgbClr val="5B5B5B"/>
                </a:solidFill>
              </a:defRPr>
            </a:lvl1pPr>
            <a:lvl2pPr lvl="1" rtl="0" algn="l">
              <a:lnSpc>
                <a:spcPct val="115000"/>
              </a:lnSpc>
              <a:spcBef>
                <a:spcPts val="1000"/>
              </a:spcBef>
              <a:spcAft>
                <a:spcPts val="0"/>
              </a:spcAft>
              <a:buClr>
                <a:srgbClr val="5B5B5B"/>
              </a:buClr>
              <a:buSzPts val="1800"/>
              <a:buNone/>
              <a:defRPr>
                <a:solidFill>
                  <a:srgbClr val="5B5B5B"/>
                </a:solidFill>
              </a:defRPr>
            </a:lvl2pPr>
            <a:lvl3pPr lvl="2" rtl="0" algn="l">
              <a:lnSpc>
                <a:spcPct val="115000"/>
              </a:lnSpc>
              <a:spcBef>
                <a:spcPts val="1000"/>
              </a:spcBef>
              <a:spcAft>
                <a:spcPts val="0"/>
              </a:spcAft>
              <a:buClr>
                <a:srgbClr val="5B5B5B"/>
              </a:buClr>
              <a:buSzPts val="1400"/>
              <a:buNone/>
              <a:defRPr>
                <a:solidFill>
                  <a:srgbClr val="5B5B5B"/>
                </a:solidFill>
              </a:defRPr>
            </a:lvl3pPr>
            <a:lvl4pPr lvl="3" rtl="0" algn="l">
              <a:lnSpc>
                <a:spcPct val="115000"/>
              </a:lnSpc>
              <a:spcBef>
                <a:spcPts val="1000"/>
              </a:spcBef>
              <a:spcAft>
                <a:spcPts val="0"/>
              </a:spcAft>
              <a:buClr>
                <a:srgbClr val="5B5B5B"/>
              </a:buClr>
              <a:buSzPts val="1400"/>
              <a:buNone/>
              <a:defRPr>
                <a:solidFill>
                  <a:srgbClr val="5B5B5B"/>
                </a:solidFill>
              </a:defRPr>
            </a:lvl4pPr>
            <a:lvl5pPr lvl="4" rtl="0" algn="l">
              <a:lnSpc>
                <a:spcPct val="115000"/>
              </a:lnSpc>
              <a:spcBef>
                <a:spcPts val="1000"/>
              </a:spcBef>
              <a:spcAft>
                <a:spcPts val="0"/>
              </a:spcAft>
              <a:buClr>
                <a:srgbClr val="5B5B5B"/>
              </a:buClr>
              <a:buSzPts val="1400"/>
              <a:buNone/>
              <a:defRPr>
                <a:solidFill>
                  <a:srgbClr val="5B5B5B"/>
                </a:solidFill>
              </a:defRPr>
            </a:lvl5pPr>
            <a:lvl6pPr lvl="5" rtl="0" algn="l">
              <a:lnSpc>
                <a:spcPct val="115000"/>
              </a:lnSpc>
              <a:spcBef>
                <a:spcPts val="1000"/>
              </a:spcBef>
              <a:spcAft>
                <a:spcPts val="0"/>
              </a:spcAft>
              <a:buClr>
                <a:srgbClr val="5B5B5B"/>
              </a:buClr>
              <a:buSzPts val="1400"/>
              <a:buNone/>
              <a:defRPr>
                <a:solidFill>
                  <a:srgbClr val="5B5B5B"/>
                </a:solidFill>
              </a:defRPr>
            </a:lvl6pPr>
            <a:lvl7pPr lvl="6" rtl="0" algn="l">
              <a:lnSpc>
                <a:spcPct val="115000"/>
              </a:lnSpc>
              <a:spcBef>
                <a:spcPts val="1000"/>
              </a:spcBef>
              <a:spcAft>
                <a:spcPts val="0"/>
              </a:spcAft>
              <a:buClr>
                <a:srgbClr val="5B5B5B"/>
              </a:buClr>
              <a:buSzPts val="1400"/>
              <a:buNone/>
              <a:defRPr>
                <a:solidFill>
                  <a:srgbClr val="5B5B5B"/>
                </a:solidFill>
              </a:defRPr>
            </a:lvl7pPr>
            <a:lvl8pPr lvl="7" rtl="0" algn="l">
              <a:lnSpc>
                <a:spcPct val="115000"/>
              </a:lnSpc>
              <a:spcBef>
                <a:spcPts val="1000"/>
              </a:spcBef>
              <a:spcAft>
                <a:spcPts val="0"/>
              </a:spcAft>
              <a:buClr>
                <a:srgbClr val="5B5B5B"/>
              </a:buClr>
              <a:buSzPts val="1400"/>
              <a:buNone/>
              <a:defRPr>
                <a:solidFill>
                  <a:srgbClr val="5B5B5B"/>
                </a:solidFill>
              </a:defRPr>
            </a:lvl8pPr>
            <a:lvl9pPr lvl="8" rtl="0" algn="l">
              <a:lnSpc>
                <a:spcPct val="115000"/>
              </a:lnSpc>
              <a:spcBef>
                <a:spcPts val="1000"/>
              </a:spcBef>
              <a:spcAft>
                <a:spcPts val="1000"/>
              </a:spcAft>
              <a:buClr>
                <a:srgbClr val="5B5B5B"/>
              </a:buClr>
              <a:buSzPts val="1400"/>
              <a:buNone/>
              <a:defRPr>
                <a:solidFill>
                  <a:srgbClr val="5B5B5B"/>
                </a:solidFill>
              </a:defRPr>
            </a:lvl9pPr>
          </a:lstStyle>
          <a:p/>
        </p:txBody>
      </p:sp>
      <p:sp>
        <p:nvSpPr>
          <p:cNvPr id="110" name="Google Shape;110;p1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11" name="Shape 111"/>
        <p:cNvGrpSpPr/>
        <p:nvPr/>
      </p:nvGrpSpPr>
      <p:grpSpPr>
        <a:xfrm>
          <a:off x="0" y="0"/>
          <a:ext cx="0" cy="0"/>
          <a:chOff x="0" y="0"/>
          <a:chExt cx="0" cy="0"/>
        </a:xfrm>
      </p:grpSpPr>
      <p:sp>
        <p:nvSpPr>
          <p:cNvPr id="112" name="Google Shape;112;p12"/>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3" name="Google Shape;113;p12"/>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rtl="0" algn="l">
              <a:lnSpc>
                <a:spcPct val="105000"/>
              </a:lnSpc>
              <a:spcBef>
                <a:spcPts val="0"/>
              </a:spcBef>
              <a:spcAft>
                <a:spcPts val="0"/>
              </a:spcAft>
              <a:buClr>
                <a:schemeClr val="dk1"/>
              </a:buClr>
              <a:buSzPts val="2600"/>
              <a:buNone/>
              <a:defRPr b="1" i="0" sz="2600" cap="none">
                <a:solidFill>
                  <a:schemeClr val="dk1"/>
                </a:solidFill>
              </a:defRPr>
            </a:lvl1pPr>
            <a:lvl2pPr indent="-342900" lvl="1" marL="914400" rtl="0" algn="l">
              <a:lnSpc>
                <a:spcPct val="105000"/>
              </a:lnSpc>
              <a:spcBef>
                <a:spcPts val="1000"/>
              </a:spcBef>
              <a:spcAft>
                <a:spcPts val="0"/>
              </a:spcAft>
              <a:buClr>
                <a:schemeClr val="dk1"/>
              </a:buClr>
              <a:buSzPts val="1800"/>
              <a:buChar char="•"/>
              <a:defRPr b="1"/>
            </a:lvl2pPr>
            <a:lvl3pPr indent="-342900" lvl="2" marL="1371600" rtl="0" algn="l">
              <a:lnSpc>
                <a:spcPct val="105000"/>
              </a:lnSpc>
              <a:spcBef>
                <a:spcPts val="1000"/>
              </a:spcBef>
              <a:spcAft>
                <a:spcPts val="0"/>
              </a:spcAft>
              <a:buClr>
                <a:schemeClr val="dk1"/>
              </a:buClr>
              <a:buSzPts val="1800"/>
              <a:buChar char="•"/>
              <a:defRPr b="1" sz="1800"/>
            </a:lvl3pPr>
            <a:lvl4pPr indent="-317500" lvl="3" marL="1828800" rtl="0" algn="l">
              <a:lnSpc>
                <a:spcPct val="105000"/>
              </a:lnSpc>
              <a:spcBef>
                <a:spcPts val="1000"/>
              </a:spcBef>
              <a:spcAft>
                <a:spcPts val="0"/>
              </a:spcAft>
              <a:buClr>
                <a:schemeClr val="dk1"/>
              </a:buClr>
              <a:buSzPts val="1400"/>
              <a:buChar char="•"/>
              <a:defRPr b="1"/>
            </a:lvl4pPr>
            <a:lvl5pPr indent="-317500" lvl="4" marL="2286000" rtl="0" algn="l">
              <a:lnSpc>
                <a:spcPct val="105000"/>
              </a:lnSpc>
              <a:spcBef>
                <a:spcPts val="1000"/>
              </a:spcBef>
              <a:spcAft>
                <a:spcPts val="0"/>
              </a:spcAft>
              <a:buClr>
                <a:schemeClr val="dk1"/>
              </a:buClr>
              <a:buSzPts val="1400"/>
              <a:buChar char="•"/>
              <a:defRPr b="1"/>
            </a:lvl5pPr>
            <a:lvl6pPr indent="-317500" lvl="5" marL="2743200" rtl="0" algn="l">
              <a:lnSpc>
                <a:spcPct val="105000"/>
              </a:lnSpc>
              <a:spcBef>
                <a:spcPts val="1000"/>
              </a:spcBef>
              <a:spcAft>
                <a:spcPts val="0"/>
              </a:spcAft>
              <a:buClr>
                <a:schemeClr val="dk1"/>
              </a:buClr>
              <a:buSzPts val="1400"/>
              <a:buChar char="•"/>
              <a:defRPr b="1"/>
            </a:lvl6pPr>
            <a:lvl7pPr indent="-317500" lvl="6" marL="3200400" rtl="0" algn="l">
              <a:lnSpc>
                <a:spcPct val="105000"/>
              </a:lnSpc>
              <a:spcBef>
                <a:spcPts val="1000"/>
              </a:spcBef>
              <a:spcAft>
                <a:spcPts val="0"/>
              </a:spcAft>
              <a:buClr>
                <a:schemeClr val="dk1"/>
              </a:buClr>
              <a:buSzPts val="1400"/>
              <a:buChar char="•"/>
              <a:defRPr b="1"/>
            </a:lvl7pPr>
            <a:lvl8pPr indent="-317500" lvl="7" marL="3657600" rtl="0" algn="l">
              <a:lnSpc>
                <a:spcPct val="105000"/>
              </a:lnSpc>
              <a:spcBef>
                <a:spcPts val="1000"/>
              </a:spcBef>
              <a:spcAft>
                <a:spcPts val="0"/>
              </a:spcAft>
              <a:buClr>
                <a:schemeClr val="dk1"/>
              </a:buClr>
              <a:buSzPts val="1400"/>
              <a:buChar char="•"/>
              <a:defRPr b="1"/>
            </a:lvl8pPr>
            <a:lvl9pPr indent="-317500" lvl="8" marL="4114800" rtl="0" algn="l">
              <a:lnSpc>
                <a:spcPct val="105000"/>
              </a:lnSpc>
              <a:spcBef>
                <a:spcPts val="1000"/>
              </a:spcBef>
              <a:spcAft>
                <a:spcPts val="1000"/>
              </a:spcAft>
              <a:buClr>
                <a:schemeClr val="dk1"/>
              </a:buClr>
              <a:buSzPts val="1400"/>
              <a:buChar char="•"/>
              <a:defRPr b="1"/>
            </a:lvl9pPr>
          </a:lstStyle>
          <a:p/>
        </p:txBody>
      </p:sp>
      <p:sp>
        <p:nvSpPr>
          <p:cNvPr id="114" name="Google Shape;114;p1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6" name="Google Shape;116;p12"/>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117" name="Google Shape;117;p12"/>
          <p:cNvSpPr txBox="1"/>
          <p:nvPr>
            <p:ph idx="2" type="body"/>
          </p:nvPr>
        </p:nvSpPr>
        <p:spPr>
          <a:xfrm>
            <a:off x="2961200" y="914400"/>
            <a:ext cx="5725500" cy="37719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solidFill>
                  <a:srgbClr val="FFFFFF"/>
                </a:solidFill>
              </a:defRPr>
            </a:lvl1pPr>
            <a:lvl2pPr indent="-342900" lvl="1" marL="914400" rtl="0" algn="l">
              <a:lnSpc>
                <a:spcPct val="115000"/>
              </a:lnSpc>
              <a:spcBef>
                <a:spcPts val="1000"/>
              </a:spcBef>
              <a:spcAft>
                <a:spcPts val="0"/>
              </a:spcAft>
              <a:buSzPts val="1800"/>
              <a:buChar char="•"/>
              <a:defRPr>
                <a:solidFill>
                  <a:srgbClr val="FFFFFF"/>
                </a:solidFill>
              </a:defRPr>
            </a:lvl2pPr>
            <a:lvl3pPr indent="-317500" lvl="2" marL="1371600" rtl="0" algn="l">
              <a:lnSpc>
                <a:spcPct val="115000"/>
              </a:lnSpc>
              <a:spcBef>
                <a:spcPts val="1000"/>
              </a:spcBef>
              <a:spcAft>
                <a:spcPts val="0"/>
              </a:spcAft>
              <a:buSzPts val="1400"/>
              <a:buChar char="•"/>
              <a:defRPr>
                <a:solidFill>
                  <a:srgbClr val="FFFFFF"/>
                </a:solidFill>
              </a:defRPr>
            </a:lvl3pPr>
            <a:lvl4pPr indent="-317500" lvl="3" marL="1828800" rtl="0" algn="l">
              <a:lnSpc>
                <a:spcPct val="115000"/>
              </a:lnSpc>
              <a:spcBef>
                <a:spcPts val="1000"/>
              </a:spcBef>
              <a:spcAft>
                <a:spcPts val="0"/>
              </a:spcAft>
              <a:buSzPts val="1400"/>
              <a:buChar char="•"/>
              <a:defRPr>
                <a:solidFill>
                  <a:srgbClr val="FFFFFF"/>
                </a:solidFill>
              </a:defRPr>
            </a:lvl4pPr>
            <a:lvl5pPr indent="-317500" lvl="4" marL="2286000" rtl="0" algn="l">
              <a:lnSpc>
                <a:spcPct val="115000"/>
              </a:lnSpc>
              <a:spcBef>
                <a:spcPts val="1000"/>
              </a:spcBef>
              <a:spcAft>
                <a:spcPts val="0"/>
              </a:spcAft>
              <a:buSzPts val="1400"/>
              <a:buChar char="•"/>
              <a:defRPr>
                <a:solidFill>
                  <a:srgbClr val="FFFFFF"/>
                </a:solidFill>
              </a:defRPr>
            </a:lvl5pPr>
            <a:lvl6pPr indent="-317500" lvl="5" marL="2743200" rtl="0" algn="l">
              <a:lnSpc>
                <a:spcPct val="115000"/>
              </a:lnSpc>
              <a:spcBef>
                <a:spcPts val="1000"/>
              </a:spcBef>
              <a:spcAft>
                <a:spcPts val="0"/>
              </a:spcAft>
              <a:buSzPts val="1400"/>
              <a:buChar char="•"/>
              <a:defRPr>
                <a:solidFill>
                  <a:srgbClr val="FFFFFF"/>
                </a:solidFill>
              </a:defRPr>
            </a:lvl6pPr>
            <a:lvl7pPr indent="-317500" lvl="6" marL="3200400" rtl="0" algn="l">
              <a:lnSpc>
                <a:spcPct val="115000"/>
              </a:lnSpc>
              <a:spcBef>
                <a:spcPts val="1000"/>
              </a:spcBef>
              <a:spcAft>
                <a:spcPts val="0"/>
              </a:spcAft>
              <a:buSzPts val="1400"/>
              <a:buChar char="•"/>
              <a:defRPr>
                <a:solidFill>
                  <a:srgbClr val="FFFFFF"/>
                </a:solidFill>
              </a:defRPr>
            </a:lvl7pPr>
            <a:lvl8pPr indent="-317500" lvl="7" marL="3657600" rtl="0" algn="l">
              <a:lnSpc>
                <a:spcPct val="115000"/>
              </a:lnSpc>
              <a:spcBef>
                <a:spcPts val="1000"/>
              </a:spcBef>
              <a:spcAft>
                <a:spcPts val="0"/>
              </a:spcAft>
              <a:buSzPts val="1400"/>
              <a:buChar char="•"/>
              <a:defRPr>
                <a:solidFill>
                  <a:srgbClr val="FFFFFF"/>
                </a:solidFill>
              </a:defRPr>
            </a:lvl8pPr>
            <a:lvl9pPr indent="-317500" lvl="8" marL="4114800" rtl="0" algn="l">
              <a:lnSpc>
                <a:spcPct val="115000"/>
              </a:lnSpc>
              <a:spcBef>
                <a:spcPts val="1000"/>
              </a:spcBef>
              <a:spcAft>
                <a:spcPts val="1000"/>
              </a:spcAft>
              <a:buSzPts val="1400"/>
              <a:buChar char="•"/>
              <a:defRPr>
                <a:solidFill>
                  <a:srgbClr val="FFFFFF"/>
                </a:solidFill>
              </a:defRPr>
            </a:lvl9pPr>
          </a:lstStyle>
          <a:p/>
        </p:txBody>
      </p:sp>
      <p:sp>
        <p:nvSpPr>
          <p:cNvPr id="118" name="Google Shape;118;p12"/>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059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19" name="Google Shape;119;p12"/>
          <p:cNvSpPr/>
          <p:nvPr/>
        </p:nvSpPr>
        <p:spPr>
          <a:xfrm>
            <a:off x="2295101" y="2767076"/>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20" name="Google Shape;120;p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121" name="Google Shape;121;p12"/>
          <p:cNvPicPr preferRelativeResize="0"/>
          <p:nvPr/>
        </p:nvPicPr>
        <p:blipFill rotWithShape="1">
          <a:blip r:embed="rId2">
            <a:alphaModFix/>
          </a:blip>
          <a:srcRect b="0" l="16764" r="0" t="0"/>
          <a:stretch/>
        </p:blipFill>
        <p:spPr>
          <a:xfrm rot="10800000">
            <a:off x="7338075" y="640000"/>
            <a:ext cx="1805925" cy="2369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22" name="Shape 122"/>
        <p:cNvGrpSpPr/>
        <p:nvPr/>
      </p:nvGrpSpPr>
      <p:grpSpPr>
        <a:xfrm>
          <a:off x="0" y="0"/>
          <a:ext cx="0" cy="0"/>
          <a:chOff x="0" y="0"/>
          <a:chExt cx="0" cy="0"/>
        </a:xfrm>
      </p:grpSpPr>
      <p:sp>
        <p:nvSpPr>
          <p:cNvPr id="123" name="Google Shape;123;p13"/>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4" name="Google Shape;124;p13"/>
          <p:cNvSpPr txBox="1"/>
          <p:nvPr>
            <p:ph idx="1" type="body"/>
          </p:nvPr>
        </p:nvSpPr>
        <p:spPr>
          <a:xfrm>
            <a:off x="365750" y="228600"/>
            <a:ext cx="2376600" cy="685800"/>
          </a:xfrm>
          <a:prstGeom prst="rect">
            <a:avLst/>
          </a:prstGeom>
          <a:noFill/>
          <a:ln>
            <a:noFill/>
          </a:ln>
        </p:spPr>
        <p:txBody>
          <a:bodyPr anchorCtr="0" anchor="t" bIns="91425" lIns="91425" spcFirstLastPara="1" rIns="91425" wrap="square" tIns="91425">
            <a:noAutofit/>
          </a:bodyPr>
          <a:lstStyle>
            <a:lvl1pPr indent="-228600" lvl="0" marL="457200" rtl="0" algn="l">
              <a:lnSpc>
                <a:spcPct val="100000"/>
              </a:lnSpc>
              <a:spcBef>
                <a:spcPts val="0"/>
              </a:spcBef>
              <a:spcAft>
                <a:spcPts val="0"/>
              </a:spcAft>
              <a:buClr>
                <a:srgbClr val="FFFFFF"/>
              </a:buClr>
              <a:buSzPts val="2600"/>
              <a:buNone/>
              <a:defRPr b="1" i="0" sz="2600" cap="none">
                <a:solidFill>
                  <a:srgbClr val="FFFFFF"/>
                </a:solidFill>
              </a:defRPr>
            </a:lvl1pPr>
            <a:lvl2pPr indent="-342900" lvl="1" marL="914400" rtl="0" algn="l">
              <a:lnSpc>
                <a:spcPct val="105000"/>
              </a:lnSpc>
              <a:spcBef>
                <a:spcPts val="0"/>
              </a:spcBef>
              <a:spcAft>
                <a:spcPts val="0"/>
              </a:spcAft>
              <a:buClr>
                <a:srgbClr val="FFFFFF"/>
              </a:buClr>
              <a:buSzPts val="1800"/>
              <a:buChar char="•"/>
              <a:defRPr b="1">
                <a:solidFill>
                  <a:srgbClr val="FFFFFF"/>
                </a:solidFill>
              </a:defRPr>
            </a:lvl2pPr>
            <a:lvl3pPr indent="-342900" lvl="2" marL="1371600" rtl="0" algn="l">
              <a:lnSpc>
                <a:spcPct val="105000"/>
              </a:lnSpc>
              <a:spcBef>
                <a:spcPts val="1000"/>
              </a:spcBef>
              <a:spcAft>
                <a:spcPts val="0"/>
              </a:spcAft>
              <a:buClr>
                <a:srgbClr val="FFFFFF"/>
              </a:buClr>
              <a:buSzPts val="1800"/>
              <a:buChar char="•"/>
              <a:defRPr b="1" sz="1800">
                <a:solidFill>
                  <a:srgbClr val="FFFFFF"/>
                </a:solidFill>
              </a:defRPr>
            </a:lvl3pPr>
            <a:lvl4pPr indent="-317500" lvl="3" marL="1828800" rtl="0" algn="l">
              <a:lnSpc>
                <a:spcPct val="105000"/>
              </a:lnSpc>
              <a:spcBef>
                <a:spcPts val="1000"/>
              </a:spcBef>
              <a:spcAft>
                <a:spcPts val="0"/>
              </a:spcAft>
              <a:buClr>
                <a:srgbClr val="FFFFFF"/>
              </a:buClr>
              <a:buSzPts val="1400"/>
              <a:buChar char="•"/>
              <a:defRPr b="1">
                <a:solidFill>
                  <a:srgbClr val="FFFFFF"/>
                </a:solidFill>
              </a:defRPr>
            </a:lvl4pPr>
            <a:lvl5pPr indent="-317500" lvl="4" marL="2286000" rtl="0" algn="l">
              <a:lnSpc>
                <a:spcPct val="105000"/>
              </a:lnSpc>
              <a:spcBef>
                <a:spcPts val="1000"/>
              </a:spcBef>
              <a:spcAft>
                <a:spcPts val="0"/>
              </a:spcAft>
              <a:buClr>
                <a:srgbClr val="FFFFFF"/>
              </a:buClr>
              <a:buSzPts val="1400"/>
              <a:buChar char="•"/>
              <a:defRPr b="1">
                <a:solidFill>
                  <a:srgbClr val="FFFFFF"/>
                </a:solidFill>
              </a:defRPr>
            </a:lvl5pPr>
            <a:lvl6pPr indent="-317500" lvl="5" marL="2743200" rtl="0" algn="l">
              <a:lnSpc>
                <a:spcPct val="105000"/>
              </a:lnSpc>
              <a:spcBef>
                <a:spcPts val="1000"/>
              </a:spcBef>
              <a:spcAft>
                <a:spcPts val="0"/>
              </a:spcAft>
              <a:buClr>
                <a:srgbClr val="FFFFFF"/>
              </a:buClr>
              <a:buSzPts val="1400"/>
              <a:buChar char="•"/>
              <a:defRPr b="1">
                <a:solidFill>
                  <a:srgbClr val="FFFFFF"/>
                </a:solidFill>
              </a:defRPr>
            </a:lvl6pPr>
            <a:lvl7pPr indent="-317500" lvl="6" marL="3200400" rtl="0" algn="l">
              <a:lnSpc>
                <a:spcPct val="105000"/>
              </a:lnSpc>
              <a:spcBef>
                <a:spcPts val="1000"/>
              </a:spcBef>
              <a:spcAft>
                <a:spcPts val="0"/>
              </a:spcAft>
              <a:buClr>
                <a:srgbClr val="FFFFFF"/>
              </a:buClr>
              <a:buSzPts val="1400"/>
              <a:buChar char="•"/>
              <a:defRPr b="1">
                <a:solidFill>
                  <a:srgbClr val="FFFFFF"/>
                </a:solidFill>
              </a:defRPr>
            </a:lvl7pPr>
            <a:lvl8pPr indent="-317500" lvl="7" marL="3657600" rtl="0" algn="l">
              <a:lnSpc>
                <a:spcPct val="105000"/>
              </a:lnSpc>
              <a:spcBef>
                <a:spcPts val="1000"/>
              </a:spcBef>
              <a:spcAft>
                <a:spcPts val="0"/>
              </a:spcAft>
              <a:buClr>
                <a:srgbClr val="FFFFFF"/>
              </a:buClr>
              <a:buSzPts val="1400"/>
              <a:buChar char="•"/>
              <a:defRPr b="1">
                <a:solidFill>
                  <a:srgbClr val="FFFFFF"/>
                </a:solidFill>
              </a:defRPr>
            </a:lvl8pPr>
            <a:lvl9pPr indent="-317500" lvl="8" marL="4114800" rtl="0" algn="l">
              <a:lnSpc>
                <a:spcPct val="105000"/>
              </a:lnSpc>
              <a:spcBef>
                <a:spcPts val="1000"/>
              </a:spcBef>
              <a:spcAft>
                <a:spcPts val="1000"/>
              </a:spcAft>
              <a:buClr>
                <a:srgbClr val="FFFFFF"/>
              </a:buClr>
              <a:buSzPts val="1400"/>
              <a:buChar char="•"/>
              <a:defRPr b="1">
                <a:solidFill>
                  <a:srgbClr val="FFFFFF"/>
                </a:solidFill>
              </a:defRPr>
            </a:lvl9pPr>
          </a:lstStyle>
          <a:p/>
        </p:txBody>
      </p:sp>
      <p:sp>
        <p:nvSpPr>
          <p:cNvPr id="125" name="Google Shape;125;p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7" name="Google Shape;127;p13"/>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 </a:t>
            </a:r>
            <a:r>
              <a:rPr lang="en" sz="600">
                <a:solidFill>
                  <a:srgbClr val="FFFFFF"/>
                </a:solidFill>
              </a:rPr>
              <a:t>2026 Sn</a:t>
            </a:r>
            <a:r>
              <a:rPr lang="en" sz="600">
                <a:solidFill>
                  <a:srgbClr val="FFFFFF"/>
                </a:solidFill>
              </a:rPr>
              <a:t>owflake</a:t>
            </a:r>
            <a:r>
              <a:rPr b="0" i="0" lang="en" sz="600" u="none" cap="none" strike="noStrike">
                <a:solidFill>
                  <a:srgbClr val="FFFFFF"/>
                </a:solidFill>
                <a:latin typeface="Arial"/>
                <a:ea typeface="Arial"/>
                <a:cs typeface="Arial"/>
                <a:sym typeface="Arial"/>
              </a:rPr>
              <a:t> Inc. All Rights Reserved</a:t>
            </a:r>
            <a:endParaRPr b="0" i="0" sz="600" u="none" cap="none" strike="noStrike">
              <a:solidFill>
                <a:srgbClr val="FFFFFF"/>
              </a:solidFill>
              <a:latin typeface="Arial"/>
              <a:ea typeface="Arial"/>
              <a:cs typeface="Arial"/>
              <a:sym typeface="Arial"/>
            </a:endParaRPr>
          </a:p>
        </p:txBody>
      </p:sp>
      <p:sp>
        <p:nvSpPr>
          <p:cNvPr id="128" name="Google Shape;128;p13"/>
          <p:cNvSpPr txBox="1"/>
          <p:nvPr>
            <p:ph idx="2" type="body"/>
          </p:nvPr>
        </p:nvSpPr>
        <p:spPr>
          <a:xfrm>
            <a:off x="365750" y="1291650"/>
            <a:ext cx="2210400" cy="2560200"/>
          </a:xfrm>
          <a:prstGeom prst="rect">
            <a:avLst/>
          </a:prstGeom>
          <a:noFill/>
          <a:ln>
            <a:noFill/>
          </a:ln>
        </p:spPr>
        <p:txBody>
          <a:bodyPr anchorCtr="0" anchor="ctr" bIns="91425" lIns="91425" spcFirstLastPara="1" rIns="91425" wrap="square" tIns="91425">
            <a:noAutofit/>
          </a:bodyPr>
          <a:lstStyle>
            <a:lvl1pPr indent="-304800" lvl="0" marL="457200" rtl="0" algn="l">
              <a:lnSpc>
                <a:spcPct val="115000"/>
              </a:lnSpc>
              <a:spcBef>
                <a:spcPts val="0"/>
              </a:spcBef>
              <a:spcAft>
                <a:spcPts val="0"/>
              </a:spcAft>
              <a:buClr>
                <a:srgbClr val="FFFFFF"/>
              </a:buClr>
              <a:buSzPts val="1200"/>
              <a:buChar char="•"/>
              <a:defRPr sz="1200">
                <a:solidFill>
                  <a:srgbClr val="FFFFFF"/>
                </a:solidFill>
              </a:defRPr>
            </a:lvl1pPr>
            <a:lvl2pPr indent="-304800" lvl="1" marL="914400" rtl="0" algn="l">
              <a:lnSpc>
                <a:spcPct val="115000"/>
              </a:lnSpc>
              <a:spcBef>
                <a:spcPts val="1000"/>
              </a:spcBef>
              <a:spcAft>
                <a:spcPts val="0"/>
              </a:spcAft>
              <a:buClr>
                <a:srgbClr val="FFFFFF"/>
              </a:buClr>
              <a:buSzPts val="1200"/>
              <a:buChar char="•"/>
              <a:defRPr sz="1200">
                <a:solidFill>
                  <a:srgbClr val="FFFFFF"/>
                </a:solidFill>
              </a:defRPr>
            </a:lvl2pPr>
            <a:lvl3pPr indent="-304800" lvl="2" marL="1371600" rtl="0" algn="l">
              <a:lnSpc>
                <a:spcPct val="115000"/>
              </a:lnSpc>
              <a:spcBef>
                <a:spcPts val="1000"/>
              </a:spcBef>
              <a:spcAft>
                <a:spcPts val="0"/>
              </a:spcAft>
              <a:buClr>
                <a:srgbClr val="FFFFFF"/>
              </a:buClr>
              <a:buSzPts val="1200"/>
              <a:buChar char="•"/>
              <a:defRPr sz="1200">
                <a:solidFill>
                  <a:srgbClr val="FFFFFF"/>
                </a:solidFill>
              </a:defRPr>
            </a:lvl3pPr>
            <a:lvl4pPr indent="-304800" lvl="3" marL="1828800" rtl="0" algn="l">
              <a:lnSpc>
                <a:spcPct val="115000"/>
              </a:lnSpc>
              <a:spcBef>
                <a:spcPts val="1000"/>
              </a:spcBef>
              <a:spcAft>
                <a:spcPts val="0"/>
              </a:spcAft>
              <a:buClr>
                <a:srgbClr val="FFFFFF"/>
              </a:buClr>
              <a:buSzPts val="1200"/>
              <a:buChar char="•"/>
              <a:defRPr sz="1200">
                <a:solidFill>
                  <a:srgbClr val="FFFFFF"/>
                </a:solidFill>
              </a:defRPr>
            </a:lvl4pPr>
            <a:lvl5pPr indent="-304800" lvl="4" marL="2286000" rtl="0" algn="l">
              <a:lnSpc>
                <a:spcPct val="115000"/>
              </a:lnSpc>
              <a:spcBef>
                <a:spcPts val="1000"/>
              </a:spcBef>
              <a:spcAft>
                <a:spcPts val="0"/>
              </a:spcAft>
              <a:buClr>
                <a:srgbClr val="FFFFFF"/>
              </a:buClr>
              <a:buSzPts val="1200"/>
              <a:buChar char="•"/>
              <a:defRPr sz="1200">
                <a:solidFill>
                  <a:srgbClr val="FFFFFF"/>
                </a:solidFill>
              </a:defRPr>
            </a:lvl5pPr>
            <a:lvl6pPr indent="-304800" lvl="5" marL="2743200" rtl="0" algn="l">
              <a:lnSpc>
                <a:spcPct val="115000"/>
              </a:lnSpc>
              <a:spcBef>
                <a:spcPts val="1000"/>
              </a:spcBef>
              <a:spcAft>
                <a:spcPts val="0"/>
              </a:spcAft>
              <a:buClr>
                <a:srgbClr val="FFFFFF"/>
              </a:buClr>
              <a:buSzPts val="1200"/>
              <a:buChar char="•"/>
              <a:defRPr sz="1200">
                <a:solidFill>
                  <a:srgbClr val="FFFFFF"/>
                </a:solidFill>
              </a:defRPr>
            </a:lvl6pPr>
            <a:lvl7pPr indent="-304800" lvl="6" marL="3200400" rtl="0" algn="l">
              <a:lnSpc>
                <a:spcPct val="115000"/>
              </a:lnSpc>
              <a:spcBef>
                <a:spcPts val="1000"/>
              </a:spcBef>
              <a:spcAft>
                <a:spcPts val="0"/>
              </a:spcAft>
              <a:buClr>
                <a:srgbClr val="FFFFFF"/>
              </a:buClr>
              <a:buSzPts val="1200"/>
              <a:buChar char="•"/>
              <a:defRPr sz="1200">
                <a:solidFill>
                  <a:srgbClr val="FFFFFF"/>
                </a:solidFill>
              </a:defRPr>
            </a:lvl7pPr>
            <a:lvl8pPr indent="-304800" lvl="7" marL="3657600" rtl="0" algn="l">
              <a:lnSpc>
                <a:spcPct val="115000"/>
              </a:lnSpc>
              <a:spcBef>
                <a:spcPts val="1000"/>
              </a:spcBef>
              <a:spcAft>
                <a:spcPts val="0"/>
              </a:spcAft>
              <a:buClr>
                <a:srgbClr val="FFFFFF"/>
              </a:buClr>
              <a:buSzPts val="1200"/>
              <a:buChar char="•"/>
              <a:defRPr sz="1200">
                <a:solidFill>
                  <a:srgbClr val="FFFFFF"/>
                </a:solidFill>
              </a:defRPr>
            </a:lvl8pPr>
            <a:lvl9pPr indent="-304800" lvl="8" marL="4114800" rtl="0" algn="l">
              <a:lnSpc>
                <a:spcPct val="115000"/>
              </a:lnSpc>
              <a:spcBef>
                <a:spcPts val="1000"/>
              </a:spcBef>
              <a:spcAft>
                <a:spcPts val="1000"/>
              </a:spcAft>
              <a:buClr>
                <a:srgbClr val="FFFFFF"/>
              </a:buClr>
              <a:buSzPts val="1200"/>
              <a:buChar char="•"/>
              <a:defRPr sz="1200">
                <a:solidFill>
                  <a:srgbClr val="FFFFFF"/>
                </a:solidFill>
              </a:defRPr>
            </a:lvl9pPr>
          </a:lstStyle>
          <a:p/>
        </p:txBody>
      </p:sp>
      <p:sp>
        <p:nvSpPr>
          <p:cNvPr id="129" name="Google Shape;129;p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30" name="Shape 130"/>
        <p:cNvGrpSpPr/>
        <p:nvPr/>
      </p:nvGrpSpPr>
      <p:grpSpPr>
        <a:xfrm>
          <a:off x="0" y="0"/>
          <a:ext cx="0" cy="0"/>
          <a:chOff x="0" y="0"/>
          <a:chExt cx="0" cy="0"/>
        </a:xfrm>
      </p:grpSpPr>
      <p:sp>
        <p:nvSpPr>
          <p:cNvPr id="131" name="Google Shape;131;p1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Lato"/>
              <a:ea typeface="Lato"/>
              <a:cs typeface="Lato"/>
              <a:sym typeface="Lato"/>
            </a:endParaRPr>
          </a:p>
        </p:txBody>
      </p:sp>
      <p:sp>
        <p:nvSpPr>
          <p:cNvPr id="132" name="Google Shape;132;p1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33" name="Google Shape;133;p14"/>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34" name="Google Shape;134;p1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35" name="Google Shape;135;p1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36" name="Google Shape;136;p14"/>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37" name="Google Shape;137;p14"/>
          <p:cNvSpPr txBox="1"/>
          <p:nvPr>
            <p:ph idx="1" type="body"/>
          </p:nvPr>
        </p:nvSpPr>
        <p:spPr>
          <a:xfrm>
            <a:off x="365749" y="634350"/>
            <a:ext cx="3827400" cy="294900"/>
          </a:xfrm>
          <a:prstGeom prst="rect">
            <a:avLst/>
          </a:prstGeom>
          <a:noFill/>
          <a:ln>
            <a:noFill/>
          </a:ln>
        </p:spPr>
        <p:txBody>
          <a:bodyPr anchorCtr="0" anchor="t" bIns="91425" lIns="91425" spcFirstLastPara="1" rIns="91425" wrap="square" tIns="91425">
            <a:spAutoFit/>
          </a:bodyPr>
          <a:lstStyle>
            <a:lvl1pPr indent="-228600" lvl="0" marL="457200" rtl="0" algn="l">
              <a:lnSpc>
                <a:spcPct val="105000"/>
              </a:lnSpc>
              <a:spcBef>
                <a:spcPts val="0"/>
              </a:spcBef>
              <a:spcAft>
                <a:spcPts val="0"/>
              </a:spcAft>
              <a:buClr>
                <a:srgbClr val="5B5B5B"/>
              </a:buClr>
              <a:buSzPts val="1600"/>
              <a:buNone/>
              <a:defRPr sz="1600">
                <a:solidFill>
                  <a:srgbClr val="5B5B5B"/>
                </a:solidFill>
              </a:defRPr>
            </a:lvl1pPr>
            <a:lvl2pPr indent="-342900" lvl="1" marL="914400" rtl="0" algn="l">
              <a:lnSpc>
                <a:spcPct val="105000"/>
              </a:lnSpc>
              <a:spcBef>
                <a:spcPts val="1000"/>
              </a:spcBef>
              <a:spcAft>
                <a:spcPts val="0"/>
              </a:spcAft>
              <a:buClr>
                <a:srgbClr val="5B5B5B"/>
              </a:buClr>
              <a:buSzPts val="1800"/>
              <a:buChar char="•"/>
              <a:defRPr>
                <a:solidFill>
                  <a:srgbClr val="5B5B5B"/>
                </a:solidFill>
              </a:defRPr>
            </a:lvl2pPr>
            <a:lvl3pPr indent="-342900" lvl="2" marL="1371600" rtl="0" algn="l">
              <a:lnSpc>
                <a:spcPct val="105000"/>
              </a:lnSpc>
              <a:spcBef>
                <a:spcPts val="1000"/>
              </a:spcBef>
              <a:spcAft>
                <a:spcPts val="0"/>
              </a:spcAft>
              <a:buClr>
                <a:srgbClr val="5B5B5B"/>
              </a:buClr>
              <a:buSzPts val="1800"/>
              <a:buChar char="•"/>
              <a:defRPr>
                <a:solidFill>
                  <a:srgbClr val="5B5B5B"/>
                </a:solidFill>
              </a:defRPr>
            </a:lvl3pPr>
            <a:lvl4pPr indent="-342900" lvl="3" marL="1828800" rtl="0" algn="l">
              <a:lnSpc>
                <a:spcPct val="105000"/>
              </a:lnSpc>
              <a:spcBef>
                <a:spcPts val="1000"/>
              </a:spcBef>
              <a:spcAft>
                <a:spcPts val="0"/>
              </a:spcAft>
              <a:buClr>
                <a:srgbClr val="5B5B5B"/>
              </a:buClr>
              <a:buSzPts val="1800"/>
              <a:buChar char="•"/>
              <a:defRPr>
                <a:solidFill>
                  <a:srgbClr val="5B5B5B"/>
                </a:solidFill>
              </a:defRPr>
            </a:lvl4pPr>
            <a:lvl5pPr indent="-342900" lvl="4" marL="2286000" rtl="0" algn="l">
              <a:lnSpc>
                <a:spcPct val="105000"/>
              </a:lnSpc>
              <a:spcBef>
                <a:spcPts val="1000"/>
              </a:spcBef>
              <a:spcAft>
                <a:spcPts val="0"/>
              </a:spcAft>
              <a:buClr>
                <a:srgbClr val="5B5B5B"/>
              </a:buClr>
              <a:buSzPts val="1800"/>
              <a:buChar char="•"/>
              <a:defRPr>
                <a:solidFill>
                  <a:srgbClr val="5B5B5B"/>
                </a:solidFill>
              </a:defRPr>
            </a:lvl5pPr>
            <a:lvl6pPr indent="-342900" lvl="5" marL="2743200" rtl="0" algn="l">
              <a:lnSpc>
                <a:spcPct val="105000"/>
              </a:lnSpc>
              <a:spcBef>
                <a:spcPts val="1000"/>
              </a:spcBef>
              <a:spcAft>
                <a:spcPts val="0"/>
              </a:spcAft>
              <a:buClr>
                <a:srgbClr val="5B5B5B"/>
              </a:buClr>
              <a:buSzPts val="1800"/>
              <a:buChar char="•"/>
              <a:defRPr>
                <a:solidFill>
                  <a:srgbClr val="5B5B5B"/>
                </a:solidFill>
              </a:defRPr>
            </a:lvl6pPr>
            <a:lvl7pPr indent="-342900" lvl="6" marL="3200400" rtl="0" algn="l">
              <a:lnSpc>
                <a:spcPct val="105000"/>
              </a:lnSpc>
              <a:spcBef>
                <a:spcPts val="1000"/>
              </a:spcBef>
              <a:spcAft>
                <a:spcPts val="0"/>
              </a:spcAft>
              <a:buClr>
                <a:srgbClr val="5B5B5B"/>
              </a:buClr>
              <a:buSzPts val="1800"/>
              <a:buChar char="•"/>
              <a:defRPr>
                <a:solidFill>
                  <a:srgbClr val="5B5B5B"/>
                </a:solidFill>
              </a:defRPr>
            </a:lvl7pPr>
            <a:lvl8pPr indent="-342900" lvl="7" marL="3657600" rtl="0" algn="l">
              <a:lnSpc>
                <a:spcPct val="105000"/>
              </a:lnSpc>
              <a:spcBef>
                <a:spcPts val="1000"/>
              </a:spcBef>
              <a:spcAft>
                <a:spcPts val="0"/>
              </a:spcAft>
              <a:buClr>
                <a:srgbClr val="5B5B5B"/>
              </a:buClr>
              <a:buSzPts val="1800"/>
              <a:buChar char="•"/>
              <a:defRPr>
                <a:solidFill>
                  <a:srgbClr val="5B5B5B"/>
                </a:solidFill>
              </a:defRPr>
            </a:lvl8pPr>
            <a:lvl9pPr indent="-342900" lvl="8" marL="4114800" rtl="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38" name="Google Shape;138;p14"/>
          <p:cNvSpPr txBox="1"/>
          <p:nvPr>
            <p:ph type="title"/>
          </p:nvPr>
        </p:nvSpPr>
        <p:spPr>
          <a:xfrm>
            <a:off x="365756" y="228600"/>
            <a:ext cx="3978900" cy="6279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139" name="Google Shape;139;p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1" name="Google Shape;141;p14"/>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pic>
        <p:nvPicPr>
          <p:cNvPr id="142" name="Google Shape;142;p14"/>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143" name="Google Shape;143;p14"/>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44" name="Google Shape;144;p14"/>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SzPts val="1800"/>
              <a:buChar char="•"/>
              <a:defRPr i="0" sz="1800" u="none" cap="none" strike="noStrike">
                <a:solidFill>
                  <a:schemeClr val="lt1"/>
                </a:solidFill>
              </a:defRPr>
            </a:lvl1pPr>
            <a:lvl2pPr indent="-342900" lvl="1" marL="914400" marR="0" rtl="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rtl="0" algn="l">
              <a:lnSpc>
                <a:spcPct val="115000"/>
              </a:lnSpc>
              <a:spcBef>
                <a:spcPts val="1000"/>
              </a:spcBef>
              <a:spcAft>
                <a:spcPts val="0"/>
              </a:spcAft>
              <a:buSzPts val="1400"/>
              <a:buChar char="•"/>
              <a:defRPr i="0" u="none" cap="none" strike="noStrike">
                <a:solidFill>
                  <a:schemeClr val="lt1"/>
                </a:solidFill>
              </a:defRPr>
            </a:lvl3pPr>
            <a:lvl4pPr indent="-317500" lvl="3" marL="1828800" marR="0" rtl="0" algn="l">
              <a:lnSpc>
                <a:spcPct val="115000"/>
              </a:lnSpc>
              <a:spcBef>
                <a:spcPts val="1000"/>
              </a:spcBef>
              <a:spcAft>
                <a:spcPts val="0"/>
              </a:spcAft>
              <a:buSzPts val="1400"/>
              <a:buChar char="•"/>
              <a:defRPr i="0" u="none" cap="none" strike="noStrike">
                <a:solidFill>
                  <a:schemeClr val="lt1"/>
                </a:solidFill>
              </a:defRPr>
            </a:lvl4pPr>
            <a:lvl5pPr indent="-317500" lvl="4" marL="2286000" marR="0" rtl="0" algn="l">
              <a:lnSpc>
                <a:spcPct val="115000"/>
              </a:lnSpc>
              <a:spcBef>
                <a:spcPts val="1000"/>
              </a:spcBef>
              <a:spcAft>
                <a:spcPts val="0"/>
              </a:spcAft>
              <a:buSzPts val="1400"/>
              <a:buChar char="•"/>
              <a:defRPr i="0" u="none" cap="none" strike="noStrike">
                <a:solidFill>
                  <a:schemeClr val="lt1"/>
                </a:solidFill>
              </a:defRPr>
            </a:lvl5pPr>
            <a:lvl6pPr indent="-317500" lvl="5" marL="2743200" marR="0" rtl="0" algn="l">
              <a:lnSpc>
                <a:spcPct val="115000"/>
              </a:lnSpc>
              <a:spcBef>
                <a:spcPts val="1000"/>
              </a:spcBef>
              <a:spcAft>
                <a:spcPts val="0"/>
              </a:spcAft>
              <a:buSzPts val="1400"/>
              <a:buChar char="•"/>
              <a:defRPr i="0" u="none" cap="none" strike="noStrike">
                <a:solidFill>
                  <a:schemeClr val="lt1"/>
                </a:solidFill>
              </a:defRPr>
            </a:lvl6pPr>
            <a:lvl7pPr indent="-317500" lvl="6" marL="3200400" marR="0" rtl="0" algn="l">
              <a:lnSpc>
                <a:spcPct val="115000"/>
              </a:lnSpc>
              <a:spcBef>
                <a:spcPts val="1000"/>
              </a:spcBef>
              <a:spcAft>
                <a:spcPts val="0"/>
              </a:spcAft>
              <a:buSzPts val="1400"/>
              <a:buChar char="•"/>
              <a:defRPr i="0" u="none" cap="none" strike="noStrike">
                <a:solidFill>
                  <a:schemeClr val="lt1"/>
                </a:solidFill>
              </a:defRPr>
            </a:lvl7pPr>
            <a:lvl8pPr indent="-317500" lvl="7" marL="3657600" marR="0" rtl="0" algn="l">
              <a:lnSpc>
                <a:spcPct val="115000"/>
              </a:lnSpc>
              <a:spcBef>
                <a:spcPts val="1000"/>
              </a:spcBef>
              <a:spcAft>
                <a:spcPts val="0"/>
              </a:spcAft>
              <a:buSzPts val="1400"/>
              <a:buChar char="•"/>
              <a:defRPr i="0" u="none" cap="none" strike="noStrike">
                <a:solidFill>
                  <a:schemeClr val="lt1"/>
                </a:solidFill>
              </a:defRPr>
            </a:lvl8pPr>
            <a:lvl9pPr indent="-317500" lvl="8" marL="4114800" marR="0" rtl="0" algn="l">
              <a:lnSpc>
                <a:spcPct val="115000"/>
              </a:lnSpc>
              <a:spcBef>
                <a:spcPts val="1000"/>
              </a:spcBef>
              <a:spcAft>
                <a:spcPts val="1000"/>
              </a:spcAft>
              <a:buSzPts val="1400"/>
              <a:buChar char="•"/>
              <a:defRPr i="0" u="none" cap="none" strike="noStrike">
                <a:solidFill>
                  <a:schemeClr val="lt1"/>
                </a:solidFill>
              </a:defRPr>
            </a:lvl9pPr>
          </a:lstStyle>
          <a:p/>
        </p:txBody>
      </p:sp>
      <p:sp>
        <p:nvSpPr>
          <p:cNvPr id="145" name="Google Shape;145;p1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9" name="Google Shape;149;p15"/>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150" name="Google Shape;150;p1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51" name="Shape 151"/>
        <p:cNvGrpSpPr/>
        <p:nvPr/>
      </p:nvGrpSpPr>
      <p:grpSpPr>
        <a:xfrm>
          <a:off x="0" y="0"/>
          <a:ext cx="0" cy="0"/>
          <a:chOff x="0" y="0"/>
          <a:chExt cx="0" cy="0"/>
        </a:xfrm>
      </p:grpSpPr>
      <p:grpSp>
        <p:nvGrpSpPr>
          <p:cNvPr id="152" name="Google Shape;152;p16"/>
          <p:cNvGrpSpPr/>
          <p:nvPr/>
        </p:nvGrpSpPr>
        <p:grpSpPr>
          <a:xfrm>
            <a:off x="-2" y="2914849"/>
            <a:ext cx="9143627" cy="2228425"/>
            <a:chOff x="-834856" y="2711517"/>
            <a:chExt cx="9978858" cy="2431981"/>
          </a:xfrm>
        </p:grpSpPr>
        <p:pic>
          <p:nvPicPr>
            <p:cNvPr id="153" name="Google Shape;153;p16"/>
            <p:cNvPicPr preferRelativeResize="0"/>
            <p:nvPr/>
          </p:nvPicPr>
          <p:blipFill rotWithShape="1">
            <a:blip r:embed="rId2">
              <a:alphaModFix amt="85000"/>
            </a:blip>
            <a:srcRect b="30780" l="45993" r="0" t="24708"/>
            <a:stretch/>
          </p:blipFill>
          <p:spPr>
            <a:xfrm>
              <a:off x="-834856" y="2711517"/>
              <a:ext cx="3540541" cy="2431980"/>
            </a:xfrm>
            <a:prstGeom prst="rect">
              <a:avLst/>
            </a:prstGeom>
            <a:noFill/>
            <a:ln>
              <a:noFill/>
            </a:ln>
          </p:spPr>
        </p:pic>
        <p:pic>
          <p:nvPicPr>
            <p:cNvPr id="154" name="Google Shape;154;p16"/>
            <p:cNvPicPr preferRelativeResize="0"/>
            <p:nvPr/>
          </p:nvPicPr>
          <p:blipFill rotWithShape="1">
            <a:blip r:embed="rId3">
              <a:alphaModFix amt="85000"/>
            </a:blip>
            <a:srcRect b="30783" l="0" r="1932" t="25272"/>
            <a:stretch/>
          </p:blipFill>
          <p:spPr>
            <a:xfrm>
              <a:off x="2715550" y="2742300"/>
              <a:ext cx="6428452" cy="2401198"/>
            </a:xfrm>
            <a:prstGeom prst="rect">
              <a:avLst/>
            </a:prstGeom>
            <a:noFill/>
            <a:ln>
              <a:noFill/>
            </a:ln>
          </p:spPr>
        </p:pic>
      </p:grpSp>
      <p:sp>
        <p:nvSpPr>
          <p:cNvPr id="155" name="Google Shape;155;p1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16"/>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lang="en" sz="600">
                <a:solidFill>
                  <a:schemeClr val="dk1"/>
                </a:solidFill>
              </a:rPr>
              <a:t>owflake</a:t>
            </a:r>
            <a:r>
              <a:rPr b="0" i="0" lang="en" sz="600" u="none" cap="none" strike="noStrike">
                <a:solidFill>
                  <a:schemeClr val="dk1"/>
                </a:solidFill>
                <a:latin typeface="Arial"/>
                <a:ea typeface="Arial"/>
                <a:cs typeface="Arial"/>
                <a:sym typeface="Arial"/>
              </a:rPr>
              <a:t> Inc. All Rights Reserved</a:t>
            </a:r>
            <a:endParaRPr b="0" i="0" sz="600" u="none" cap="none" strike="noStrike">
              <a:solidFill>
                <a:schemeClr val="dk1"/>
              </a:solidFill>
              <a:latin typeface="Arial"/>
              <a:ea typeface="Arial"/>
              <a:cs typeface="Arial"/>
              <a:sym typeface="Arial"/>
            </a:endParaRPr>
          </a:p>
        </p:txBody>
      </p:sp>
      <p:sp>
        <p:nvSpPr>
          <p:cNvPr id="157" name="Google Shape;157;p16"/>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gn="l">
              <a:lnSpc>
                <a:spcPct val="74000"/>
              </a:lnSpc>
              <a:spcBef>
                <a:spcPts val="0"/>
              </a:spcBef>
              <a:spcAft>
                <a:spcPts val="0"/>
              </a:spcAft>
              <a:buClr>
                <a:schemeClr val="dk1"/>
              </a:buClr>
              <a:buSzPts val="4400"/>
              <a:buNone/>
              <a:defRPr b="1" i="0" sz="4400" u="none" cap="none" strike="noStrike">
                <a:solidFill>
                  <a:schemeClr val="dk1"/>
                </a:solidFill>
              </a:defRPr>
            </a:lvl1pPr>
            <a:lvl2pPr lvl="1" rtl="0"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58" name="Google Shape;158;p16"/>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1800"/>
              <a:buNone/>
              <a:defRPr b="0" i="0" sz="18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9" name="Google Shape;159;p16"/>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1400"/>
              <a:buNone/>
              <a:defRPr b="0" i="0" sz="14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60" name="Google Shape;160;p16"/>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61" name="Shape 161"/>
        <p:cNvGrpSpPr/>
        <p:nvPr/>
      </p:nvGrpSpPr>
      <p:grpSpPr>
        <a:xfrm>
          <a:off x="0" y="0"/>
          <a:ext cx="0" cy="0"/>
          <a:chOff x="0" y="0"/>
          <a:chExt cx="0" cy="0"/>
        </a:xfrm>
      </p:grpSpPr>
      <p:sp>
        <p:nvSpPr>
          <p:cNvPr id="162" name="Google Shape;162;p17"/>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63" name="Google Shape;163;p17"/>
          <p:cNvGrpSpPr/>
          <p:nvPr/>
        </p:nvGrpSpPr>
        <p:grpSpPr>
          <a:xfrm rot="-5400000">
            <a:off x="5223452" y="1196298"/>
            <a:ext cx="5164226" cy="2747928"/>
            <a:chOff x="1155183" y="3814094"/>
            <a:chExt cx="3118306" cy="1659276"/>
          </a:xfrm>
        </p:grpSpPr>
        <p:pic>
          <p:nvPicPr>
            <p:cNvPr id="164" name="Google Shape;164;p1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165" name="Google Shape;165;p1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166" name="Google Shape;166;p1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lang="en" sz="600">
                <a:solidFill>
                  <a:schemeClr val="dk1"/>
                </a:solidFill>
              </a:rPr>
              <a:t>owflake</a:t>
            </a:r>
            <a:r>
              <a:rPr b="0" i="0" lang="en" sz="600" u="none" cap="none" strike="noStrike">
                <a:solidFill>
                  <a:schemeClr val="dk1"/>
                </a:solidFill>
                <a:latin typeface="Arial"/>
                <a:ea typeface="Arial"/>
                <a:cs typeface="Arial"/>
                <a:sym typeface="Arial"/>
              </a:rPr>
              <a:t> Inc. All Rights Reserved</a:t>
            </a:r>
            <a:endParaRPr b="0" i="0" sz="600" u="none" cap="none" strike="noStrike">
              <a:solidFill>
                <a:schemeClr val="dk1"/>
              </a:solidFill>
              <a:latin typeface="Arial"/>
              <a:ea typeface="Arial"/>
              <a:cs typeface="Arial"/>
              <a:sym typeface="Arial"/>
            </a:endParaRPr>
          </a:p>
        </p:txBody>
      </p:sp>
      <p:sp>
        <p:nvSpPr>
          <p:cNvPr id="167" name="Google Shape;167;p17"/>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gn="l">
              <a:lnSpc>
                <a:spcPct val="74000"/>
              </a:lnSpc>
              <a:spcBef>
                <a:spcPts val="0"/>
              </a:spcBef>
              <a:spcAft>
                <a:spcPts val="0"/>
              </a:spcAft>
              <a:buClr>
                <a:schemeClr val="dk1"/>
              </a:buClr>
              <a:buSzPts val="4400"/>
              <a:buNone/>
              <a:defRPr b="1" i="0" sz="4400" u="none" cap="none" strike="noStrike">
                <a:solidFill>
                  <a:schemeClr val="dk1"/>
                </a:solidFill>
              </a:defRPr>
            </a:lvl1pPr>
            <a:lvl2pPr lvl="1" rtl="0"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68" name="Google Shape;168;p1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1800"/>
              <a:buNone/>
              <a:defRPr b="0" i="0" sz="18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69" name="Google Shape;169;p1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1400"/>
              <a:buNone/>
              <a:defRPr b="0" i="0" sz="14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70" name="Google Shape;170;p1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71" name="Shape 171"/>
        <p:cNvGrpSpPr/>
        <p:nvPr/>
      </p:nvGrpSpPr>
      <p:grpSpPr>
        <a:xfrm>
          <a:off x="0" y="0"/>
          <a:ext cx="0" cy="0"/>
          <a:chOff x="0" y="0"/>
          <a:chExt cx="0" cy="0"/>
        </a:xfrm>
      </p:grpSpPr>
      <p:sp>
        <p:nvSpPr>
          <p:cNvPr id="172" name="Google Shape;172;p18"/>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3" name="Google Shape;173;p1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lang="en" sz="600">
                <a:solidFill>
                  <a:schemeClr val="dk1"/>
                </a:solidFill>
              </a:rPr>
              <a:t>owflake</a:t>
            </a:r>
            <a:r>
              <a:rPr b="0" i="0" lang="en" sz="600" u="none" cap="none" strike="noStrike">
                <a:solidFill>
                  <a:schemeClr val="dk1"/>
                </a:solidFill>
                <a:latin typeface="Arial"/>
                <a:ea typeface="Arial"/>
                <a:cs typeface="Arial"/>
                <a:sym typeface="Arial"/>
              </a:rPr>
              <a:t> Inc. All Rights Reserved</a:t>
            </a:r>
            <a:endParaRPr b="0" i="0" sz="600" u="none" cap="none" strike="noStrike">
              <a:solidFill>
                <a:schemeClr val="dk1"/>
              </a:solidFill>
              <a:latin typeface="Arial"/>
              <a:ea typeface="Arial"/>
              <a:cs typeface="Arial"/>
              <a:sym typeface="Arial"/>
            </a:endParaRPr>
          </a:p>
        </p:txBody>
      </p:sp>
      <p:sp>
        <p:nvSpPr>
          <p:cNvPr id="174" name="Google Shape;174;p18"/>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gn="l">
              <a:lnSpc>
                <a:spcPct val="74000"/>
              </a:lnSpc>
              <a:spcBef>
                <a:spcPts val="0"/>
              </a:spcBef>
              <a:spcAft>
                <a:spcPts val="0"/>
              </a:spcAft>
              <a:buClr>
                <a:schemeClr val="dk1"/>
              </a:buClr>
              <a:buSzPts val="4400"/>
              <a:buNone/>
              <a:defRPr b="1" i="0" sz="44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75" name="Google Shape;175;p1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1800"/>
              <a:buNone/>
              <a:defRPr b="0" i="0" sz="18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76" name="Google Shape;176;p1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1400"/>
              <a:buNone/>
              <a:defRPr b="0" i="0" sz="14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77" name="Google Shape;177;p1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78" name="Google Shape;178;p18"/>
          <p:cNvSpPr/>
          <p:nvPr/>
        </p:nvSpPr>
        <p:spPr>
          <a:xfrm>
            <a:off x="5917776" y="1776874"/>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294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179" name="Shape 179"/>
        <p:cNvGrpSpPr/>
        <p:nvPr/>
      </p:nvGrpSpPr>
      <p:grpSpPr>
        <a:xfrm>
          <a:off x="0" y="0"/>
          <a:ext cx="0" cy="0"/>
          <a:chOff x="0" y="0"/>
          <a:chExt cx="0" cy="0"/>
        </a:xfrm>
      </p:grpSpPr>
      <p:grpSp>
        <p:nvGrpSpPr>
          <p:cNvPr id="180" name="Google Shape;180;p19"/>
          <p:cNvGrpSpPr/>
          <p:nvPr/>
        </p:nvGrpSpPr>
        <p:grpSpPr>
          <a:xfrm rot="-5400000">
            <a:off x="3113903" y="1996926"/>
            <a:ext cx="5157146" cy="1163295"/>
            <a:chOff x="49487" y="3735321"/>
            <a:chExt cx="6094477" cy="1408177"/>
          </a:xfrm>
        </p:grpSpPr>
        <p:pic>
          <p:nvPicPr>
            <p:cNvPr id="181" name="Google Shape;181;p19"/>
            <p:cNvPicPr preferRelativeResize="0"/>
            <p:nvPr/>
          </p:nvPicPr>
          <p:blipFill rotWithShape="1">
            <a:blip r:embed="rId2">
              <a:alphaModFix/>
            </a:blip>
            <a:srcRect b="0" l="0" r="0" t="0"/>
            <a:stretch/>
          </p:blipFill>
          <p:spPr>
            <a:xfrm>
              <a:off x="49487" y="3735321"/>
              <a:ext cx="3044952" cy="1408177"/>
            </a:xfrm>
            <a:prstGeom prst="rect">
              <a:avLst/>
            </a:prstGeom>
            <a:noFill/>
            <a:ln>
              <a:noFill/>
            </a:ln>
          </p:spPr>
        </p:pic>
        <p:pic>
          <p:nvPicPr>
            <p:cNvPr id="182" name="Google Shape;182;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183" name="Google Shape;183;p19"/>
          <p:cNvGrpSpPr/>
          <p:nvPr/>
        </p:nvGrpSpPr>
        <p:grpSpPr>
          <a:xfrm rot="-5400000">
            <a:off x="3113903" y="1996926"/>
            <a:ext cx="5157146" cy="1163295"/>
            <a:chOff x="49487" y="3735321"/>
            <a:chExt cx="6094477" cy="1408177"/>
          </a:xfrm>
        </p:grpSpPr>
        <p:pic>
          <p:nvPicPr>
            <p:cNvPr id="184" name="Google Shape;184;p19"/>
            <p:cNvPicPr preferRelativeResize="0"/>
            <p:nvPr/>
          </p:nvPicPr>
          <p:blipFill rotWithShape="1">
            <a:blip r:embed="rId2">
              <a:alphaModFix/>
            </a:blip>
            <a:srcRect b="0" l="0" r="0" t="0"/>
            <a:stretch/>
          </p:blipFill>
          <p:spPr>
            <a:xfrm>
              <a:off x="49487" y="3735321"/>
              <a:ext cx="3044952" cy="1408177"/>
            </a:xfrm>
            <a:prstGeom prst="rect">
              <a:avLst/>
            </a:prstGeom>
            <a:noFill/>
            <a:ln>
              <a:noFill/>
            </a:ln>
          </p:spPr>
        </p:pic>
        <p:pic>
          <p:nvPicPr>
            <p:cNvPr id="185" name="Google Shape;185;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186" name="Google Shape;186;p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7" name="Google Shape;187;p1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lang="en" sz="600">
                <a:solidFill>
                  <a:schemeClr val="dk1"/>
                </a:solidFill>
              </a:rPr>
              <a:t>owflake</a:t>
            </a:r>
            <a:r>
              <a:rPr b="0" i="0" lang="en" sz="600" u="none" cap="none" strike="noStrike">
                <a:solidFill>
                  <a:schemeClr val="dk1"/>
                </a:solidFill>
                <a:latin typeface="Arial"/>
                <a:ea typeface="Arial"/>
                <a:cs typeface="Arial"/>
                <a:sym typeface="Arial"/>
              </a:rPr>
              <a:t> Inc. All Rights Reserved</a:t>
            </a:r>
            <a:endParaRPr b="0" i="0" sz="600" u="none" cap="none" strike="noStrike">
              <a:solidFill>
                <a:schemeClr val="dk1"/>
              </a:solidFill>
              <a:latin typeface="Arial"/>
              <a:ea typeface="Arial"/>
              <a:cs typeface="Arial"/>
              <a:sym typeface="Arial"/>
            </a:endParaRPr>
          </a:p>
        </p:txBody>
      </p:sp>
      <p:sp>
        <p:nvSpPr>
          <p:cNvPr id="188" name="Google Shape;188;p19"/>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rmAutofit/>
          </a:bodyPr>
          <a:lstStyle>
            <a:lvl1pPr lvl="0" marR="0" rtl="0" algn="l">
              <a:lnSpc>
                <a:spcPct val="74000"/>
              </a:lnSpc>
              <a:spcBef>
                <a:spcPts val="0"/>
              </a:spcBef>
              <a:spcAft>
                <a:spcPts val="0"/>
              </a:spcAft>
              <a:buClr>
                <a:schemeClr val="dk1"/>
              </a:buClr>
              <a:buSzPts val="4400"/>
              <a:buNone/>
              <a:defRPr b="1" i="0" sz="4400" u="none" cap="none" strike="noStrike">
                <a:solidFill>
                  <a:schemeClr val="dk1"/>
                </a:solidFill>
              </a:defRPr>
            </a:lvl1pPr>
            <a:lvl2pPr lvl="1" rtl="0"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89" name="Google Shape;189;p1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1800"/>
              <a:buNone/>
              <a:defRPr b="0" i="0" sz="18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90" name="Google Shape;190;p1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1400"/>
              <a:buNone/>
              <a:defRPr b="0" i="0" sz="1400" u="none" cap="none" strike="noStrike">
                <a:solidFill>
                  <a:schemeClr val="dk1"/>
                </a:solidFill>
              </a:defRPr>
            </a:lvl1pPr>
            <a:lvl2pPr lvl="1" rtl="0"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91" name="Google Shape;191;p19"/>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2" name="Google Shape;192;p1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193" name="Shape 193"/>
        <p:cNvGrpSpPr/>
        <p:nvPr/>
      </p:nvGrpSpPr>
      <p:grpSpPr>
        <a:xfrm>
          <a:off x="0" y="0"/>
          <a:ext cx="0" cy="0"/>
          <a:chOff x="0" y="0"/>
          <a:chExt cx="0" cy="0"/>
        </a:xfrm>
      </p:grpSpPr>
      <p:sp>
        <p:nvSpPr>
          <p:cNvPr id="194" name="Google Shape;194;p2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gn="l">
              <a:lnSpc>
                <a:spcPct val="74000"/>
              </a:lnSpc>
              <a:spcBef>
                <a:spcPts val="1000"/>
              </a:spcBef>
              <a:spcAft>
                <a:spcPts val="0"/>
              </a:spcAft>
              <a:buClr>
                <a:schemeClr val="lt1"/>
              </a:buClr>
              <a:buSzPts val="1800"/>
              <a:buChar char="•"/>
              <a:defRPr>
                <a:solidFill>
                  <a:schemeClr val="lt1"/>
                </a:solidFill>
              </a:defRPr>
            </a:lvl2pPr>
            <a:lvl3pPr indent="-342900" lvl="2" marL="1371600" rtl="0" algn="l">
              <a:lnSpc>
                <a:spcPct val="74000"/>
              </a:lnSpc>
              <a:spcBef>
                <a:spcPts val="1000"/>
              </a:spcBef>
              <a:spcAft>
                <a:spcPts val="0"/>
              </a:spcAft>
              <a:buClr>
                <a:schemeClr val="lt1"/>
              </a:buClr>
              <a:buSzPts val="1800"/>
              <a:buChar char="•"/>
              <a:defRPr>
                <a:solidFill>
                  <a:schemeClr val="lt1"/>
                </a:solidFill>
              </a:defRPr>
            </a:lvl3pPr>
            <a:lvl4pPr indent="-342900" lvl="3" marL="1828800" rtl="0" algn="l">
              <a:lnSpc>
                <a:spcPct val="74000"/>
              </a:lnSpc>
              <a:spcBef>
                <a:spcPts val="1000"/>
              </a:spcBef>
              <a:spcAft>
                <a:spcPts val="0"/>
              </a:spcAft>
              <a:buClr>
                <a:schemeClr val="lt1"/>
              </a:buClr>
              <a:buSzPts val="1800"/>
              <a:buChar char="•"/>
              <a:defRPr>
                <a:solidFill>
                  <a:schemeClr val="lt1"/>
                </a:solidFill>
              </a:defRPr>
            </a:lvl4pPr>
            <a:lvl5pPr indent="-342900" lvl="4" marL="2286000" rtl="0" algn="l">
              <a:lnSpc>
                <a:spcPct val="74000"/>
              </a:lnSpc>
              <a:spcBef>
                <a:spcPts val="1000"/>
              </a:spcBef>
              <a:spcAft>
                <a:spcPts val="0"/>
              </a:spcAft>
              <a:buClr>
                <a:schemeClr val="lt1"/>
              </a:buClr>
              <a:buSzPts val="1800"/>
              <a:buChar char="•"/>
              <a:defRPr>
                <a:solidFill>
                  <a:schemeClr val="lt1"/>
                </a:solidFill>
              </a:defRPr>
            </a:lvl5pPr>
            <a:lvl6pPr indent="-342900" lvl="5" marL="2743200" rtl="0" algn="l">
              <a:lnSpc>
                <a:spcPct val="74000"/>
              </a:lnSpc>
              <a:spcBef>
                <a:spcPts val="1000"/>
              </a:spcBef>
              <a:spcAft>
                <a:spcPts val="0"/>
              </a:spcAft>
              <a:buClr>
                <a:schemeClr val="lt1"/>
              </a:buClr>
              <a:buSzPts val="1800"/>
              <a:buChar char="•"/>
              <a:defRPr>
                <a:solidFill>
                  <a:schemeClr val="lt1"/>
                </a:solidFill>
              </a:defRPr>
            </a:lvl6pPr>
            <a:lvl7pPr indent="-342900" lvl="6" marL="3200400" rtl="0" algn="l">
              <a:lnSpc>
                <a:spcPct val="74000"/>
              </a:lnSpc>
              <a:spcBef>
                <a:spcPts val="1000"/>
              </a:spcBef>
              <a:spcAft>
                <a:spcPts val="0"/>
              </a:spcAft>
              <a:buClr>
                <a:schemeClr val="lt1"/>
              </a:buClr>
              <a:buSzPts val="1800"/>
              <a:buChar char="•"/>
              <a:defRPr>
                <a:solidFill>
                  <a:schemeClr val="lt1"/>
                </a:solidFill>
              </a:defRPr>
            </a:lvl7pPr>
            <a:lvl8pPr indent="-342900" lvl="7" marL="3657600" rtl="0" algn="l">
              <a:lnSpc>
                <a:spcPct val="74000"/>
              </a:lnSpc>
              <a:spcBef>
                <a:spcPts val="1000"/>
              </a:spcBef>
              <a:spcAft>
                <a:spcPts val="0"/>
              </a:spcAft>
              <a:buClr>
                <a:schemeClr val="lt1"/>
              </a:buClr>
              <a:buSzPts val="1800"/>
              <a:buChar char="•"/>
              <a:defRPr>
                <a:solidFill>
                  <a:schemeClr val="lt1"/>
                </a:solidFill>
              </a:defRPr>
            </a:lvl8pPr>
            <a:lvl9pPr indent="-342900" lvl="8" marL="4114800" rtl="0" algn="l">
              <a:lnSpc>
                <a:spcPct val="74000"/>
              </a:lnSpc>
              <a:spcBef>
                <a:spcPts val="1000"/>
              </a:spcBef>
              <a:spcAft>
                <a:spcPts val="1000"/>
              </a:spcAft>
              <a:buClr>
                <a:schemeClr val="lt1"/>
              </a:buClr>
              <a:buSzPts val="1800"/>
              <a:buChar char="•"/>
              <a:defRPr>
                <a:solidFill>
                  <a:schemeClr val="lt1"/>
                </a:solidFill>
              </a:defRPr>
            </a:lvl9pPr>
          </a:lstStyle>
          <a:p/>
        </p:txBody>
      </p:sp>
      <p:sp>
        <p:nvSpPr>
          <p:cNvPr id="195" name="Google Shape;195;p2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196" name="Google Shape;196;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197" name="Shape 197"/>
        <p:cNvGrpSpPr/>
        <p:nvPr/>
      </p:nvGrpSpPr>
      <p:grpSpPr>
        <a:xfrm>
          <a:off x="0" y="0"/>
          <a:ext cx="0" cy="0"/>
          <a:chOff x="0" y="0"/>
          <a:chExt cx="0" cy="0"/>
        </a:xfrm>
      </p:grpSpPr>
      <p:sp>
        <p:nvSpPr>
          <p:cNvPr id="198" name="Google Shape;198;p2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gn="l">
              <a:lnSpc>
                <a:spcPct val="74000"/>
              </a:lnSpc>
              <a:spcBef>
                <a:spcPts val="1000"/>
              </a:spcBef>
              <a:spcAft>
                <a:spcPts val="0"/>
              </a:spcAft>
              <a:buClr>
                <a:schemeClr val="lt1"/>
              </a:buClr>
              <a:buSzPts val="1800"/>
              <a:buChar char="•"/>
              <a:defRPr>
                <a:solidFill>
                  <a:schemeClr val="lt1"/>
                </a:solidFill>
              </a:defRPr>
            </a:lvl2pPr>
            <a:lvl3pPr indent="-342900" lvl="2" marL="1371600" rtl="0" algn="l">
              <a:lnSpc>
                <a:spcPct val="74000"/>
              </a:lnSpc>
              <a:spcBef>
                <a:spcPts val="1000"/>
              </a:spcBef>
              <a:spcAft>
                <a:spcPts val="0"/>
              </a:spcAft>
              <a:buClr>
                <a:schemeClr val="lt1"/>
              </a:buClr>
              <a:buSzPts val="1800"/>
              <a:buChar char="•"/>
              <a:defRPr>
                <a:solidFill>
                  <a:schemeClr val="lt1"/>
                </a:solidFill>
              </a:defRPr>
            </a:lvl3pPr>
            <a:lvl4pPr indent="-342900" lvl="3" marL="1828800" rtl="0" algn="l">
              <a:lnSpc>
                <a:spcPct val="74000"/>
              </a:lnSpc>
              <a:spcBef>
                <a:spcPts val="1000"/>
              </a:spcBef>
              <a:spcAft>
                <a:spcPts val="0"/>
              </a:spcAft>
              <a:buClr>
                <a:schemeClr val="lt1"/>
              </a:buClr>
              <a:buSzPts val="1800"/>
              <a:buChar char="•"/>
              <a:defRPr>
                <a:solidFill>
                  <a:schemeClr val="lt1"/>
                </a:solidFill>
              </a:defRPr>
            </a:lvl4pPr>
            <a:lvl5pPr indent="-342900" lvl="4" marL="2286000" rtl="0" algn="l">
              <a:lnSpc>
                <a:spcPct val="74000"/>
              </a:lnSpc>
              <a:spcBef>
                <a:spcPts val="1000"/>
              </a:spcBef>
              <a:spcAft>
                <a:spcPts val="0"/>
              </a:spcAft>
              <a:buClr>
                <a:schemeClr val="lt1"/>
              </a:buClr>
              <a:buSzPts val="1800"/>
              <a:buChar char="•"/>
              <a:defRPr>
                <a:solidFill>
                  <a:schemeClr val="lt1"/>
                </a:solidFill>
              </a:defRPr>
            </a:lvl5pPr>
            <a:lvl6pPr indent="-342900" lvl="5" marL="2743200" rtl="0" algn="l">
              <a:lnSpc>
                <a:spcPct val="74000"/>
              </a:lnSpc>
              <a:spcBef>
                <a:spcPts val="1000"/>
              </a:spcBef>
              <a:spcAft>
                <a:spcPts val="0"/>
              </a:spcAft>
              <a:buClr>
                <a:schemeClr val="lt1"/>
              </a:buClr>
              <a:buSzPts val="1800"/>
              <a:buChar char="•"/>
              <a:defRPr>
                <a:solidFill>
                  <a:schemeClr val="lt1"/>
                </a:solidFill>
              </a:defRPr>
            </a:lvl6pPr>
            <a:lvl7pPr indent="-342900" lvl="6" marL="3200400" rtl="0" algn="l">
              <a:lnSpc>
                <a:spcPct val="74000"/>
              </a:lnSpc>
              <a:spcBef>
                <a:spcPts val="1000"/>
              </a:spcBef>
              <a:spcAft>
                <a:spcPts val="0"/>
              </a:spcAft>
              <a:buClr>
                <a:schemeClr val="lt1"/>
              </a:buClr>
              <a:buSzPts val="1800"/>
              <a:buChar char="•"/>
              <a:defRPr>
                <a:solidFill>
                  <a:schemeClr val="lt1"/>
                </a:solidFill>
              </a:defRPr>
            </a:lvl7pPr>
            <a:lvl8pPr indent="-342900" lvl="7" marL="3657600" rtl="0" algn="l">
              <a:lnSpc>
                <a:spcPct val="74000"/>
              </a:lnSpc>
              <a:spcBef>
                <a:spcPts val="1000"/>
              </a:spcBef>
              <a:spcAft>
                <a:spcPts val="0"/>
              </a:spcAft>
              <a:buClr>
                <a:schemeClr val="lt1"/>
              </a:buClr>
              <a:buSzPts val="1800"/>
              <a:buChar char="•"/>
              <a:defRPr>
                <a:solidFill>
                  <a:schemeClr val="lt1"/>
                </a:solidFill>
              </a:defRPr>
            </a:lvl8pPr>
            <a:lvl9pPr indent="-342900" lvl="8" marL="4114800" rtl="0" algn="l">
              <a:lnSpc>
                <a:spcPct val="74000"/>
              </a:lnSpc>
              <a:spcBef>
                <a:spcPts val="1000"/>
              </a:spcBef>
              <a:spcAft>
                <a:spcPts val="1000"/>
              </a:spcAft>
              <a:buClr>
                <a:schemeClr val="lt1"/>
              </a:buClr>
              <a:buSzPts val="1800"/>
              <a:buChar char="•"/>
              <a:defRPr>
                <a:solidFill>
                  <a:schemeClr val="lt1"/>
                </a:solidFill>
              </a:defRPr>
            </a:lvl9pPr>
          </a:lstStyle>
          <a:p/>
        </p:txBody>
      </p:sp>
      <p:sp>
        <p:nvSpPr>
          <p:cNvPr id="199" name="Google Shape;199;p2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00" name="Google Shape;200;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201" name="Google Shape;201;p21"/>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202" name="Google Shape;202;p21"/>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203" name="Shape 203"/>
        <p:cNvGrpSpPr/>
        <p:nvPr/>
      </p:nvGrpSpPr>
      <p:grpSpPr>
        <a:xfrm>
          <a:off x="0" y="0"/>
          <a:ext cx="0" cy="0"/>
          <a:chOff x="0" y="0"/>
          <a:chExt cx="0" cy="0"/>
        </a:xfrm>
      </p:grpSpPr>
      <p:grpSp>
        <p:nvGrpSpPr>
          <p:cNvPr id="204" name="Google Shape;204;p22"/>
          <p:cNvGrpSpPr/>
          <p:nvPr/>
        </p:nvGrpSpPr>
        <p:grpSpPr>
          <a:xfrm>
            <a:off x="-10" y="3770440"/>
            <a:ext cx="9143997" cy="1371564"/>
            <a:chOff x="-10" y="3735321"/>
            <a:chExt cx="9139427" cy="1408177"/>
          </a:xfrm>
        </p:grpSpPr>
        <p:pic>
          <p:nvPicPr>
            <p:cNvPr id="205" name="Google Shape;205;p22"/>
            <p:cNvPicPr preferRelativeResize="0"/>
            <p:nvPr/>
          </p:nvPicPr>
          <p:blipFill rotWithShape="1">
            <a:blip r:embed="rId2">
              <a:alphaModFix amt="72000"/>
            </a:blip>
            <a:srcRect b="0" l="0" r="0" t="0"/>
            <a:stretch/>
          </p:blipFill>
          <p:spPr>
            <a:xfrm>
              <a:off x="-10" y="3735321"/>
              <a:ext cx="3044952" cy="1408177"/>
            </a:xfrm>
            <a:prstGeom prst="rect">
              <a:avLst/>
            </a:prstGeom>
            <a:noFill/>
            <a:ln>
              <a:noFill/>
            </a:ln>
          </p:spPr>
        </p:pic>
        <p:pic>
          <p:nvPicPr>
            <p:cNvPr id="206" name="Google Shape;206;p2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207" name="Google Shape;207;p2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208" name="Google Shape;208;p2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gn="l">
              <a:lnSpc>
                <a:spcPct val="74000"/>
              </a:lnSpc>
              <a:spcBef>
                <a:spcPts val="1000"/>
              </a:spcBef>
              <a:spcAft>
                <a:spcPts val="0"/>
              </a:spcAft>
              <a:buClr>
                <a:schemeClr val="lt1"/>
              </a:buClr>
              <a:buSzPts val="1800"/>
              <a:buChar char="•"/>
              <a:defRPr>
                <a:solidFill>
                  <a:schemeClr val="lt1"/>
                </a:solidFill>
              </a:defRPr>
            </a:lvl2pPr>
            <a:lvl3pPr indent="-342900" lvl="2" marL="1371600" rtl="0" algn="l">
              <a:lnSpc>
                <a:spcPct val="74000"/>
              </a:lnSpc>
              <a:spcBef>
                <a:spcPts val="1000"/>
              </a:spcBef>
              <a:spcAft>
                <a:spcPts val="0"/>
              </a:spcAft>
              <a:buClr>
                <a:schemeClr val="lt1"/>
              </a:buClr>
              <a:buSzPts val="1800"/>
              <a:buChar char="•"/>
              <a:defRPr>
                <a:solidFill>
                  <a:schemeClr val="lt1"/>
                </a:solidFill>
              </a:defRPr>
            </a:lvl3pPr>
            <a:lvl4pPr indent="-342900" lvl="3" marL="1828800" rtl="0" algn="l">
              <a:lnSpc>
                <a:spcPct val="74000"/>
              </a:lnSpc>
              <a:spcBef>
                <a:spcPts val="1000"/>
              </a:spcBef>
              <a:spcAft>
                <a:spcPts val="0"/>
              </a:spcAft>
              <a:buClr>
                <a:schemeClr val="lt1"/>
              </a:buClr>
              <a:buSzPts val="1800"/>
              <a:buChar char="•"/>
              <a:defRPr>
                <a:solidFill>
                  <a:schemeClr val="lt1"/>
                </a:solidFill>
              </a:defRPr>
            </a:lvl4pPr>
            <a:lvl5pPr indent="-342900" lvl="4" marL="2286000" rtl="0" algn="l">
              <a:lnSpc>
                <a:spcPct val="74000"/>
              </a:lnSpc>
              <a:spcBef>
                <a:spcPts val="1000"/>
              </a:spcBef>
              <a:spcAft>
                <a:spcPts val="0"/>
              </a:spcAft>
              <a:buClr>
                <a:schemeClr val="lt1"/>
              </a:buClr>
              <a:buSzPts val="1800"/>
              <a:buChar char="•"/>
              <a:defRPr>
                <a:solidFill>
                  <a:schemeClr val="lt1"/>
                </a:solidFill>
              </a:defRPr>
            </a:lvl5pPr>
            <a:lvl6pPr indent="-342900" lvl="5" marL="2743200" rtl="0" algn="l">
              <a:lnSpc>
                <a:spcPct val="74000"/>
              </a:lnSpc>
              <a:spcBef>
                <a:spcPts val="1000"/>
              </a:spcBef>
              <a:spcAft>
                <a:spcPts val="0"/>
              </a:spcAft>
              <a:buClr>
                <a:schemeClr val="lt1"/>
              </a:buClr>
              <a:buSzPts val="1800"/>
              <a:buChar char="•"/>
              <a:defRPr>
                <a:solidFill>
                  <a:schemeClr val="lt1"/>
                </a:solidFill>
              </a:defRPr>
            </a:lvl6pPr>
            <a:lvl7pPr indent="-342900" lvl="6" marL="3200400" rtl="0" algn="l">
              <a:lnSpc>
                <a:spcPct val="74000"/>
              </a:lnSpc>
              <a:spcBef>
                <a:spcPts val="1000"/>
              </a:spcBef>
              <a:spcAft>
                <a:spcPts val="0"/>
              </a:spcAft>
              <a:buClr>
                <a:schemeClr val="lt1"/>
              </a:buClr>
              <a:buSzPts val="1800"/>
              <a:buChar char="•"/>
              <a:defRPr>
                <a:solidFill>
                  <a:schemeClr val="lt1"/>
                </a:solidFill>
              </a:defRPr>
            </a:lvl7pPr>
            <a:lvl8pPr indent="-342900" lvl="7" marL="3657600" rtl="0" algn="l">
              <a:lnSpc>
                <a:spcPct val="74000"/>
              </a:lnSpc>
              <a:spcBef>
                <a:spcPts val="1000"/>
              </a:spcBef>
              <a:spcAft>
                <a:spcPts val="0"/>
              </a:spcAft>
              <a:buClr>
                <a:schemeClr val="lt1"/>
              </a:buClr>
              <a:buSzPts val="1800"/>
              <a:buChar char="•"/>
              <a:defRPr>
                <a:solidFill>
                  <a:schemeClr val="lt1"/>
                </a:solidFill>
              </a:defRPr>
            </a:lvl8pPr>
            <a:lvl9pPr indent="-342900" lvl="8" marL="4114800" rtl="0" algn="l">
              <a:lnSpc>
                <a:spcPct val="74000"/>
              </a:lnSpc>
              <a:spcBef>
                <a:spcPts val="1000"/>
              </a:spcBef>
              <a:spcAft>
                <a:spcPts val="1000"/>
              </a:spcAft>
              <a:buClr>
                <a:schemeClr val="lt1"/>
              </a:buClr>
              <a:buSzPts val="1800"/>
              <a:buChar char="•"/>
              <a:defRPr>
                <a:solidFill>
                  <a:schemeClr val="lt1"/>
                </a:solidFill>
              </a:defRPr>
            </a:lvl9pPr>
          </a:lstStyle>
          <a:p/>
        </p:txBody>
      </p:sp>
      <p:sp>
        <p:nvSpPr>
          <p:cNvPr id="209" name="Google Shape;209;p2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10" name="Google Shape;210;p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211" name="Shape 211"/>
        <p:cNvGrpSpPr/>
        <p:nvPr/>
      </p:nvGrpSpPr>
      <p:grpSpPr>
        <a:xfrm>
          <a:off x="0" y="0"/>
          <a:ext cx="0" cy="0"/>
          <a:chOff x="0" y="0"/>
          <a:chExt cx="0" cy="0"/>
        </a:xfrm>
      </p:grpSpPr>
      <p:sp>
        <p:nvSpPr>
          <p:cNvPr id="212" name="Google Shape;212;p2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gn="l">
              <a:lnSpc>
                <a:spcPct val="74000"/>
              </a:lnSpc>
              <a:spcBef>
                <a:spcPts val="1000"/>
              </a:spcBef>
              <a:spcAft>
                <a:spcPts val="0"/>
              </a:spcAft>
              <a:buClr>
                <a:schemeClr val="lt1"/>
              </a:buClr>
              <a:buSzPts val="1800"/>
              <a:buChar char="•"/>
              <a:defRPr>
                <a:solidFill>
                  <a:schemeClr val="lt1"/>
                </a:solidFill>
              </a:defRPr>
            </a:lvl2pPr>
            <a:lvl3pPr indent="-342900" lvl="2" marL="1371600" rtl="0" algn="l">
              <a:lnSpc>
                <a:spcPct val="74000"/>
              </a:lnSpc>
              <a:spcBef>
                <a:spcPts val="1000"/>
              </a:spcBef>
              <a:spcAft>
                <a:spcPts val="0"/>
              </a:spcAft>
              <a:buClr>
                <a:schemeClr val="lt1"/>
              </a:buClr>
              <a:buSzPts val="1800"/>
              <a:buChar char="•"/>
              <a:defRPr>
                <a:solidFill>
                  <a:schemeClr val="lt1"/>
                </a:solidFill>
              </a:defRPr>
            </a:lvl3pPr>
            <a:lvl4pPr indent="-342900" lvl="3" marL="1828800" rtl="0" algn="l">
              <a:lnSpc>
                <a:spcPct val="74000"/>
              </a:lnSpc>
              <a:spcBef>
                <a:spcPts val="1000"/>
              </a:spcBef>
              <a:spcAft>
                <a:spcPts val="0"/>
              </a:spcAft>
              <a:buClr>
                <a:schemeClr val="lt1"/>
              </a:buClr>
              <a:buSzPts val="1800"/>
              <a:buChar char="•"/>
              <a:defRPr>
                <a:solidFill>
                  <a:schemeClr val="lt1"/>
                </a:solidFill>
              </a:defRPr>
            </a:lvl4pPr>
            <a:lvl5pPr indent="-342900" lvl="4" marL="2286000" rtl="0" algn="l">
              <a:lnSpc>
                <a:spcPct val="74000"/>
              </a:lnSpc>
              <a:spcBef>
                <a:spcPts val="1000"/>
              </a:spcBef>
              <a:spcAft>
                <a:spcPts val="0"/>
              </a:spcAft>
              <a:buClr>
                <a:schemeClr val="lt1"/>
              </a:buClr>
              <a:buSzPts val="1800"/>
              <a:buChar char="•"/>
              <a:defRPr>
                <a:solidFill>
                  <a:schemeClr val="lt1"/>
                </a:solidFill>
              </a:defRPr>
            </a:lvl5pPr>
            <a:lvl6pPr indent="-342900" lvl="5" marL="2743200" rtl="0" algn="l">
              <a:lnSpc>
                <a:spcPct val="74000"/>
              </a:lnSpc>
              <a:spcBef>
                <a:spcPts val="1000"/>
              </a:spcBef>
              <a:spcAft>
                <a:spcPts val="0"/>
              </a:spcAft>
              <a:buClr>
                <a:schemeClr val="lt1"/>
              </a:buClr>
              <a:buSzPts val="1800"/>
              <a:buChar char="•"/>
              <a:defRPr>
                <a:solidFill>
                  <a:schemeClr val="lt1"/>
                </a:solidFill>
              </a:defRPr>
            </a:lvl6pPr>
            <a:lvl7pPr indent="-342900" lvl="6" marL="3200400" rtl="0" algn="l">
              <a:lnSpc>
                <a:spcPct val="74000"/>
              </a:lnSpc>
              <a:spcBef>
                <a:spcPts val="1000"/>
              </a:spcBef>
              <a:spcAft>
                <a:spcPts val="0"/>
              </a:spcAft>
              <a:buClr>
                <a:schemeClr val="lt1"/>
              </a:buClr>
              <a:buSzPts val="1800"/>
              <a:buChar char="•"/>
              <a:defRPr>
                <a:solidFill>
                  <a:schemeClr val="lt1"/>
                </a:solidFill>
              </a:defRPr>
            </a:lvl7pPr>
            <a:lvl8pPr indent="-342900" lvl="7" marL="3657600" rtl="0" algn="l">
              <a:lnSpc>
                <a:spcPct val="74000"/>
              </a:lnSpc>
              <a:spcBef>
                <a:spcPts val="1000"/>
              </a:spcBef>
              <a:spcAft>
                <a:spcPts val="0"/>
              </a:spcAft>
              <a:buClr>
                <a:schemeClr val="lt1"/>
              </a:buClr>
              <a:buSzPts val="1800"/>
              <a:buChar char="•"/>
              <a:defRPr>
                <a:solidFill>
                  <a:schemeClr val="lt1"/>
                </a:solidFill>
              </a:defRPr>
            </a:lvl8pPr>
            <a:lvl9pPr indent="-342900" lvl="8" marL="4114800" rtl="0" algn="l">
              <a:lnSpc>
                <a:spcPct val="74000"/>
              </a:lnSpc>
              <a:spcBef>
                <a:spcPts val="1000"/>
              </a:spcBef>
              <a:spcAft>
                <a:spcPts val="1000"/>
              </a:spcAft>
              <a:buClr>
                <a:schemeClr val="lt1"/>
              </a:buClr>
              <a:buSzPts val="1800"/>
              <a:buChar char="•"/>
              <a:defRPr>
                <a:solidFill>
                  <a:schemeClr val="lt1"/>
                </a:solidFill>
              </a:defRPr>
            </a:lvl9pPr>
          </a:lstStyle>
          <a:p/>
        </p:txBody>
      </p:sp>
      <p:sp>
        <p:nvSpPr>
          <p:cNvPr id="213" name="Google Shape;213;p2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14" name="Google Shape;214;p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215" name="Google Shape;215;p23"/>
          <p:cNvGrpSpPr/>
          <p:nvPr/>
        </p:nvGrpSpPr>
        <p:grpSpPr>
          <a:xfrm>
            <a:off x="4" y="1803975"/>
            <a:ext cx="9143996" cy="3339526"/>
            <a:chOff x="4" y="1803975"/>
            <a:chExt cx="9143996" cy="3339526"/>
          </a:xfrm>
        </p:grpSpPr>
        <p:pic>
          <p:nvPicPr>
            <p:cNvPr id="216" name="Google Shape;216;p2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217" name="Google Shape;217;p2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218" name="Shape 218"/>
        <p:cNvGrpSpPr/>
        <p:nvPr/>
      </p:nvGrpSpPr>
      <p:grpSpPr>
        <a:xfrm>
          <a:off x="0" y="0"/>
          <a:ext cx="0" cy="0"/>
          <a:chOff x="0" y="0"/>
          <a:chExt cx="0" cy="0"/>
        </a:xfrm>
      </p:grpSpPr>
      <p:sp>
        <p:nvSpPr>
          <p:cNvPr id="219" name="Google Shape;219;p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gn="l">
              <a:lnSpc>
                <a:spcPct val="74000"/>
              </a:lnSpc>
              <a:spcBef>
                <a:spcPts val="1000"/>
              </a:spcBef>
              <a:spcAft>
                <a:spcPts val="0"/>
              </a:spcAft>
              <a:buClr>
                <a:schemeClr val="lt1"/>
              </a:buClr>
              <a:buSzPts val="1800"/>
              <a:buChar char="•"/>
              <a:defRPr>
                <a:solidFill>
                  <a:schemeClr val="lt1"/>
                </a:solidFill>
              </a:defRPr>
            </a:lvl2pPr>
            <a:lvl3pPr indent="-342900" lvl="2" marL="1371600" rtl="0" algn="l">
              <a:lnSpc>
                <a:spcPct val="74000"/>
              </a:lnSpc>
              <a:spcBef>
                <a:spcPts val="1000"/>
              </a:spcBef>
              <a:spcAft>
                <a:spcPts val="0"/>
              </a:spcAft>
              <a:buClr>
                <a:schemeClr val="lt1"/>
              </a:buClr>
              <a:buSzPts val="1800"/>
              <a:buChar char="•"/>
              <a:defRPr>
                <a:solidFill>
                  <a:schemeClr val="lt1"/>
                </a:solidFill>
              </a:defRPr>
            </a:lvl3pPr>
            <a:lvl4pPr indent="-342900" lvl="3" marL="1828800" rtl="0" algn="l">
              <a:lnSpc>
                <a:spcPct val="74000"/>
              </a:lnSpc>
              <a:spcBef>
                <a:spcPts val="1000"/>
              </a:spcBef>
              <a:spcAft>
                <a:spcPts val="0"/>
              </a:spcAft>
              <a:buClr>
                <a:schemeClr val="lt1"/>
              </a:buClr>
              <a:buSzPts val="1800"/>
              <a:buChar char="•"/>
              <a:defRPr>
                <a:solidFill>
                  <a:schemeClr val="lt1"/>
                </a:solidFill>
              </a:defRPr>
            </a:lvl4pPr>
            <a:lvl5pPr indent="-342900" lvl="4" marL="2286000" rtl="0" algn="l">
              <a:lnSpc>
                <a:spcPct val="74000"/>
              </a:lnSpc>
              <a:spcBef>
                <a:spcPts val="1000"/>
              </a:spcBef>
              <a:spcAft>
                <a:spcPts val="0"/>
              </a:spcAft>
              <a:buClr>
                <a:schemeClr val="lt1"/>
              </a:buClr>
              <a:buSzPts val="1800"/>
              <a:buChar char="•"/>
              <a:defRPr>
                <a:solidFill>
                  <a:schemeClr val="lt1"/>
                </a:solidFill>
              </a:defRPr>
            </a:lvl5pPr>
            <a:lvl6pPr indent="-342900" lvl="5" marL="2743200" rtl="0" algn="l">
              <a:lnSpc>
                <a:spcPct val="74000"/>
              </a:lnSpc>
              <a:spcBef>
                <a:spcPts val="1000"/>
              </a:spcBef>
              <a:spcAft>
                <a:spcPts val="0"/>
              </a:spcAft>
              <a:buClr>
                <a:schemeClr val="lt1"/>
              </a:buClr>
              <a:buSzPts val="1800"/>
              <a:buChar char="•"/>
              <a:defRPr>
                <a:solidFill>
                  <a:schemeClr val="lt1"/>
                </a:solidFill>
              </a:defRPr>
            </a:lvl6pPr>
            <a:lvl7pPr indent="-342900" lvl="6" marL="3200400" rtl="0" algn="l">
              <a:lnSpc>
                <a:spcPct val="74000"/>
              </a:lnSpc>
              <a:spcBef>
                <a:spcPts val="1000"/>
              </a:spcBef>
              <a:spcAft>
                <a:spcPts val="0"/>
              </a:spcAft>
              <a:buClr>
                <a:schemeClr val="lt1"/>
              </a:buClr>
              <a:buSzPts val="1800"/>
              <a:buChar char="•"/>
              <a:defRPr>
                <a:solidFill>
                  <a:schemeClr val="lt1"/>
                </a:solidFill>
              </a:defRPr>
            </a:lvl7pPr>
            <a:lvl8pPr indent="-342900" lvl="7" marL="3657600" rtl="0" algn="l">
              <a:lnSpc>
                <a:spcPct val="74000"/>
              </a:lnSpc>
              <a:spcBef>
                <a:spcPts val="1000"/>
              </a:spcBef>
              <a:spcAft>
                <a:spcPts val="0"/>
              </a:spcAft>
              <a:buClr>
                <a:schemeClr val="lt1"/>
              </a:buClr>
              <a:buSzPts val="1800"/>
              <a:buChar char="•"/>
              <a:defRPr>
                <a:solidFill>
                  <a:schemeClr val="lt1"/>
                </a:solidFill>
              </a:defRPr>
            </a:lvl8pPr>
            <a:lvl9pPr indent="-342900" lvl="8" marL="4114800" rtl="0" algn="l">
              <a:lnSpc>
                <a:spcPct val="74000"/>
              </a:lnSpc>
              <a:spcBef>
                <a:spcPts val="1000"/>
              </a:spcBef>
              <a:spcAft>
                <a:spcPts val="1000"/>
              </a:spcAft>
              <a:buClr>
                <a:schemeClr val="lt1"/>
              </a:buClr>
              <a:buSzPts val="1800"/>
              <a:buChar char="•"/>
              <a:defRPr>
                <a:solidFill>
                  <a:schemeClr val="lt1"/>
                </a:solidFill>
              </a:defRPr>
            </a:lvl9pPr>
          </a:lstStyle>
          <a:p/>
        </p:txBody>
      </p:sp>
      <p:sp>
        <p:nvSpPr>
          <p:cNvPr id="220" name="Google Shape;220;p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21" name="Google Shape;221;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nvGrpSpPr>
          <p:cNvPr id="222" name="Google Shape;222;p24"/>
          <p:cNvGrpSpPr/>
          <p:nvPr/>
        </p:nvGrpSpPr>
        <p:grpSpPr>
          <a:xfrm rot="-5400000">
            <a:off x="5223452" y="1196298"/>
            <a:ext cx="5164226" cy="2747928"/>
            <a:chOff x="1155183" y="3814094"/>
            <a:chExt cx="3118306" cy="1659276"/>
          </a:xfrm>
        </p:grpSpPr>
        <p:pic>
          <p:nvPicPr>
            <p:cNvPr id="223" name="Google Shape;223;p2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224" name="Google Shape;224;p2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225" name="Shape 225"/>
        <p:cNvGrpSpPr/>
        <p:nvPr/>
      </p:nvGrpSpPr>
      <p:grpSpPr>
        <a:xfrm>
          <a:off x="0" y="0"/>
          <a:ext cx="0" cy="0"/>
          <a:chOff x="0" y="0"/>
          <a:chExt cx="0" cy="0"/>
        </a:xfrm>
      </p:grpSpPr>
      <p:sp>
        <p:nvSpPr>
          <p:cNvPr id="226" name="Google Shape;226;p25"/>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00000"/>
              </a:lnSpc>
              <a:spcBef>
                <a:spcPts val="0"/>
              </a:spcBef>
              <a:spcAft>
                <a:spcPts val="0"/>
              </a:spcAft>
              <a:buClr>
                <a:schemeClr val="lt1"/>
              </a:buClr>
              <a:buSzPts val="4200"/>
              <a:buNone/>
              <a:defRPr sz="4200" cap="none">
                <a:solidFill>
                  <a:schemeClr val="lt1"/>
                </a:solidFill>
              </a:defRPr>
            </a:lvl1pPr>
            <a:lvl2pPr indent="-342900" lvl="1" marL="914400" rtl="0" algn="l">
              <a:lnSpc>
                <a:spcPct val="100000"/>
              </a:lnSpc>
              <a:spcBef>
                <a:spcPts val="1000"/>
              </a:spcBef>
              <a:spcAft>
                <a:spcPts val="0"/>
              </a:spcAft>
              <a:buClr>
                <a:schemeClr val="lt1"/>
              </a:buClr>
              <a:buSzPts val="1800"/>
              <a:buChar char="•"/>
              <a:defRPr>
                <a:solidFill>
                  <a:schemeClr val="lt1"/>
                </a:solidFill>
              </a:defRPr>
            </a:lvl2pPr>
            <a:lvl3pPr indent="-342900" lvl="2" marL="1371600" rtl="0" algn="l">
              <a:lnSpc>
                <a:spcPct val="100000"/>
              </a:lnSpc>
              <a:spcBef>
                <a:spcPts val="1000"/>
              </a:spcBef>
              <a:spcAft>
                <a:spcPts val="0"/>
              </a:spcAft>
              <a:buClr>
                <a:schemeClr val="lt1"/>
              </a:buClr>
              <a:buSzPts val="1800"/>
              <a:buChar char="•"/>
              <a:defRPr>
                <a:solidFill>
                  <a:schemeClr val="lt1"/>
                </a:solidFill>
              </a:defRPr>
            </a:lvl3pPr>
            <a:lvl4pPr indent="-342900" lvl="3" marL="1828800" rtl="0" algn="l">
              <a:lnSpc>
                <a:spcPct val="100000"/>
              </a:lnSpc>
              <a:spcBef>
                <a:spcPts val="1000"/>
              </a:spcBef>
              <a:spcAft>
                <a:spcPts val="0"/>
              </a:spcAft>
              <a:buClr>
                <a:schemeClr val="lt1"/>
              </a:buClr>
              <a:buSzPts val="1800"/>
              <a:buChar char="•"/>
              <a:defRPr>
                <a:solidFill>
                  <a:schemeClr val="lt1"/>
                </a:solidFill>
              </a:defRPr>
            </a:lvl4pPr>
            <a:lvl5pPr indent="-342900" lvl="4" marL="2286000" rtl="0" algn="l">
              <a:lnSpc>
                <a:spcPct val="100000"/>
              </a:lnSpc>
              <a:spcBef>
                <a:spcPts val="1000"/>
              </a:spcBef>
              <a:spcAft>
                <a:spcPts val="0"/>
              </a:spcAft>
              <a:buClr>
                <a:schemeClr val="lt1"/>
              </a:buClr>
              <a:buSzPts val="1800"/>
              <a:buChar char="•"/>
              <a:defRPr>
                <a:solidFill>
                  <a:schemeClr val="lt1"/>
                </a:solidFill>
              </a:defRPr>
            </a:lvl5pPr>
            <a:lvl6pPr indent="-342900" lvl="5" marL="2743200" rtl="0" algn="l">
              <a:lnSpc>
                <a:spcPct val="100000"/>
              </a:lnSpc>
              <a:spcBef>
                <a:spcPts val="1000"/>
              </a:spcBef>
              <a:spcAft>
                <a:spcPts val="0"/>
              </a:spcAft>
              <a:buClr>
                <a:schemeClr val="lt1"/>
              </a:buClr>
              <a:buSzPts val="1800"/>
              <a:buChar char="•"/>
              <a:defRPr>
                <a:solidFill>
                  <a:schemeClr val="lt1"/>
                </a:solidFill>
              </a:defRPr>
            </a:lvl6pPr>
            <a:lvl7pPr indent="-342900" lvl="6" marL="3200400" rtl="0" algn="l">
              <a:lnSpc>
                <a:spcPct val="100000"/>
              </a:lnSpc>
              <a:spcBef>
                <a:spcPts val="1000"/>
              </a:spcBef>
              <a:spcAft>
                <a:spcPts val="0"/>
              </a:spcAft>
              <a:buClr>
                <a:schemeClr val="lt1"/>
              </a:buClr>
              <a:buSzPts val="1800"/>
              <a:buChar char="•"/>
              <a:defRPr>
                <a:solidFill>
                  <a:schemeClr val="lt1"/>
                </a:solidFill>
              </a:defRPr>
            </a:lvl7pPr>
            <a:lvl8pPr indent="-342900" lvl="7" marL="3657600" rtl="0" algn="l">
              <a:lnSpc>
                <a:spcPct val="100000"/>
              </a:lnSpc>
              <a:spcBef>
                <a:spcPts val="1000"/>
              </a:spcBef>
              <a:spcAft>
                <a:spcPts val="0"/>
              </a:spcAft>
              <a:buClr>
                <a:schemeClr val="lt1"/>
              </a:buClr>
              <a:buSzPts val="1800"/>
              <a:buChar char="•"/>
              <a:defRPr>
                <a:solidFill>
                  <a:schemeClr val="lt1"/>
                </a:solidFill>
              </a:defRPr>
            </a:lvl8pPr>
            <a:lvl9pPr indent="-342900" lvl="8" marL="4114800" rtl="0" algn="l">
              <a:lnSpc>
                <a:spcPct val="100000"/>
              </a:lnSpc>
              <a:spcBef>
                <a:spcPts val="1000"/>
              </a:spcBef>
              <a:spcAft>
                <a:spcPts val="1000"/>
              </a:spcAft>
              <a:buClr>
                <a:schemeClr val="lt1"/>
              </a:buClr>
              <a:buSzPts val="1800"/>
              <a:buChar char="•"/>
              <a:defRPr>
                <a:solidFill>
                  <a:schemeClr val="lt1"/>
                </a:solidFill>
              </a:defRPr>
            </a:lvl9pPr>
          </a:lstStyle>
          <a:p/>
        </p:txBody>
      </p:sp>
      <p:sp>
        <p:nvSpPr>
          <p:cNvPr id="227" name="Google Shape;227;p2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28" name="Google Shape;228;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9" name="Google Shape;229;p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230" name="Google Shape;230;p25"/>
          <p:cNvGrpSpPr/>
          <p:nvPr/>
        </p:nvGrpSpPr>
        <p:grpSpPr>
          <a:xfrm>
            <a:off x="457209" y="474129"/>
            <a:ext cx="1177786" cy="857849"/>
            <a:chOff x="865451" y="2114550"/>
            <a:chExt cx="3399093" cy="2475755"/>
          </a:xfrm>
        </p:grpSpPr>
        <p:sp>
          <p:nvSpPr>
            <p:cNvPr id="231" name="Google Shape;231;p2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2" name="Google Shape;232;p2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233" name="Google Shape;233;p25"/>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FFFFFF"/>
              </a:buClr>
              <a:buSzPts val="1600"/>
              <a:buNone/>
              <a:defRPr b="1" sz="1600">
                <a:solidFill>
                  <a:srgbClr val="FFFFFF"/>
                </a:solidFill>
              </a:defRPr>
            </a:lvl1pPr>
            <a:lvl2pPr lvl="1" rtl="0" algn="l">
              <a:lnSpc>
                <a:spcPct val="115000"/>
              </a:lnSpc>
              <a:spcBef>
                <a:spcPts val="1000"/>
              </a:spcBef>
              <a:spcAft>
                <a:spcPts val="0"/>
              </a:spcAft>
              <a:buClr>
                <a:srgbClr val="FFFFFF"/>
              </a:buClr>
              <a:buSzPts val="1800"/>
              <a:buNone/>
              <a:defRPr b="1">
                <a:solidFill>
                  <a:srgbClr val="FFFFFF"/>
                </a:solidFill>
              </a:defRPr>
            </a:lvl2pPr>
            <a:lvl3pPr lvl="2" rtl="0" algn="l">
              <a:lnSpc>
                <a:spcPct val="115000"/>
              </a:lnSpc>
              <a:spcBef>
                <a:spcPts val="1000"/>
              </a:spcBef>
              <a:spcAft>
                <a:spcPts val="0"/>
              </a:spcAft>
              <a:buClr>
                <a:srgbClr val="FFFFFF"/>
              </a:buClr>
              <a:buSzPts val="1400"/>
              <a:buNone/>
              <a:defRPr b="1">
                <a:solidFill>
                  <a:srgbClr val="FFFFFF"/>
                </a:solidFill>
              </a:defRPr>
            </a:lvl3pPr>
            <a:lvl4pPr lvl="3" rtl="0" algn="l">
              <a:lnSpc>
                <a:spcPct val="115000"/>
              </a:lnSpc>
              <a:spcBef>
                <a:spcPts val="1000"/>
              </a:spcBef>
              <a:spcAft>
                <a:spcPts val="0"/>
              </a:spcAft>
              <a:buClr>
                <a:srgbClr val="FFFFFF"/>
              </a:buClr>
              <a:buSzPts val="1400"/>
              <a:buNone/>
              <a:defRPr b="1">
                <a:solidFill>
                  <a:srgbClr val="FFFFFF"/>
                </a:solidFill>
              </a:defRPr>
            </a:lvl4pPr>
            <a:lvl5pPr lvl="4" rtl="0" algn="l">
              <a:lnSpc>
                <a:spcPct val="115000"/>
              </a:lnSpc>
              <a:spcBef>
                <a:spcPts val="1000"/>
              </a:spcBef>
              <a:spcAft>
                <a:spcPts val="0"/>
              </a:spcAft>
              <a:buClr>
                <a:srgbClr val="FFFFFF"/>
              </a:buClr>
              <a:buSzPts val="1400"/>
              <a:buNone/>
              <a:defRPr b="1">
                <a:solidFill>
                  <a:srgbClr val="FFFFFF"/>
                </a:solidFill>
              </a:defRPr>
            </a:lvl5pPr>
            <a:lvl6pPr lvl="5" rtl="0" algn="l">
              <a:lnSpc>
                <a:spcPct val="115000"/>
              </a:lnSpc>
              <a:spcBef>
                <a:spcPts val="1000"/>
              </a:spcBef>
              <a:spcAft>
                <a:spcPts val="0"/>
              </a:spcAft>
              <a:buClr>
                <a:srgbClr val="FFFFFF"/>
              </a:buClr>
              <a:buSzPts val="1400"/>
              <a:buNone/>
              <a:defRPr b="1">
                <a:solidFill>
                  <a:srgbClr val="FFFFFF"/>
                </a:solidFill>
              </a:defRPr>
            </a:lvl6pPr>
            <a:lvl7pPr lvl="6" rtl="0" algn="l">
              <a:lnSpc>
                <a:spcPct val="115000"/>
              </a:lnSpc>
              <a:spcBef>
                <a:spcPts val="1000"/>
              </a:spcBef>
              <a:spcAft>
                <a:spcPts val="0"/>
              </a:spcAft>
              <a:buClr>
                <a:srgbClr val="FFFFFF"/>
              </a:buClr>
              <a:buSzPts val="1400"/>
              <a:buNone/>
              <a:defRPr b="1">
                <a:solidFill>
                  <a:srgbClr val="FFFFFF"/>
                </a:solidFill>
              </a:defRPr>
            </a:lvl7pPr>
            <a:lvl8pPr lvl="7" rtl="0" algn="l">
              <a:lnSpc>
                <a:spcPct val="115000"/>
              </a:lnSpc>
              <a:spcBef>
                <a:spcPts val="1000"/>
              </a:spcBef>
              <a:spcAft>
                <a:spcPts val="0"/>
              </a:spcAft>
              <a:buClr>
                <a:srgbClr val="FFFFFF"/>
              </a:buClr>
              <a:buSzPts val="1400"/>
              <a:buNone/>
              <a:defRPr b="1">
                <a:solidFill>
                  <a:srgbClr val="FFFFFF"/>
                </a:solidFill>
              </a:defRPr>
            </a:lvl8pPr>
            <a:lvl9pPr lvl="8" rtl="0"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234" name="Shape 234"/>
        <p:cNvGrpSpPr/>
        <p:nvPr/>
      </p:nvGrpSpPr>
      <p:grpSpPr>
        <a:xfrm>
          <a:off x="0" y="0"/>
          <a:ext cx="0" cy="0"/>
          <a:chOff x="0" y="0"/>
          <a:chExt cx="0" cy="0"/>
        </a:xfrm>
      </p:grpSpPr>
      <p:sp>
        <p:nvSpPr>
          <p:cNvPr id="235" name="Google Shape;235;p2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00000"/>
              </a:lnSpc>
              <a:spcBef>
                <a:spcPts val="0"/>
              </a:spcBef>
              <a:spcAft>
                <a:spcPts val="0"/>
              </a:spcAft>
              <a:buClr>
                <a:schemeClr val="dk1"/>
              </a:buClr>
              <a:buSzPts val="4200"/>
              <a:buNone/>
              <a:defRPr sz="4200" cap="none">
                <a:solidFill>
                  <a:schemeClr val="dk1"/>
                </a:solidFill>
              </a:defRPr>
            </a:lvl1pPr>
            <a:lvl2pPr indent="-342900" lvl="1" marL="914400" rtl="0" algn="l">
              <a:lnSpc>
                <a:spcPct val="100000"/>
              </a:lnSpc>
              <a:spcBef>
                <a:spcPts val="1000"/>
              </a:spcBef>
              <a:spcAft>
                <a:spcPts val="0"/>
              </a:spcAft>
              <a:buClr>
                <a:schemeClr val="dk1"/>
              </a:buClr>
              <a:buSzPts val="1800"/>
              <a:buChar char="•"/>
              <a:defRPr>
                <a:solidFill>
                  <a:schemeClr val="dk1"/>
                </a:solidFill>
              </a:defRPr>
            </a:lvl2pPr>
            <a:lvl3pPr indent="-342900" lvl="2" marL="1371600" rtl="0" algn="l">
              <a:lnSpc>
                <a:spcPct val="100000"/>
              </a:lnSpc>
              <a:spcBef>
                <a:spcPts val="1000"/>
              </a:spcBef>
              <a:spcAft>
                <a:spcPts val="0"/>
              </a:spcAft>
              <a:buClr>
                <a:schemeClr val="dk1"/>
              </a:buClr>
              <a:buSzPts val="1800"/>
              <a:buChar char="•"/>
              <a:defRPr>
                <a:solidFill>
                  <a:schemeClr val="dk1"/>
                </a:solidFill>
              </a:defRPr>
            </a:lvl3pPr>
            <a:lvl4pPr indent="-342900" lvl="3" marL="1828800" rtl="0" algn="l">
              <a:lnSpc>
                <a:spcPct val="100000"/>
              </a:lnSpc>
              <a:spcBef>
                <a:spcPts val="1000"/>
              </a:spcBef>
              <a:spcAft>
                <a:spcPts val="0"/>
              </a:spcAft>
              <a:buClr>
                <a:schemeClr val="dk1"/>
              </a:buClr>
              <a:buSzPts val="1800"/>
              <a:buChar char="•"/>
              <a:defRPr>
                <a:solidFill>
                  <a:schemeClr val="dk1"/>
                </a:solidFill>
              </a:defRPr>
            </a:lvl4pPr>
            <a:lvl5pPr indent="-342900" lvl="4" marL="2286000" rtl="0" algn="l">
              <a:lnSpc>
                <a:spcPct val="100000"/>
              </a:lnSpc>
              <a:spcBef>
                <a:spcPts val="1000"/>
              </a:spcBef>
              <a:spcAft>
                <a:spcPts val="0"/>
              </a:spcAft>
              <a:buClr>
                <a:schemeClr val="dk1"/>
              </a:buClr>
              <a:buSzPts val="1800"/>
              <a:buChar char="•"/>
              <a:defRPr>
                <a:solidFill>
                  <a:schemeClr val="dk1"/>
                </a:solidFill>
              </a:defRPr>
            </a:lvl5pPr>
            <a:lvl6pPr indent="-342900" lvl="5" marL="2743200" rtl="0" algn="l">
              <a:lnSpc>
                <a:spcPct val="100000"/>
              </a:lnSpc>
              <a:spcBef>
                <a:spcPts val="1000"/>
              </a:spcBef>
              <a:spcAft>
                <a:spcPts val="0"/>
              </a:spcAft>
              <a:buClr>
                <a:schemeClr val="dk1"/>
              </a:buClr>
              <a:buSzPts val="1800"/>
              <a:buChar char="•"/>
              <a:defRPr>
                <a:solidFill>
                  <a:schemeClr val="dk1"/>
                </a:solidFill>
              </a:defRPr>
            </a:lvl6pPr>
            <a:lvl7pPr indent="-342900" lvl="6" marL="3200400" rtl="0" algn="l">
              <a:lnSpc>
                <a:spcPct val="100000"/>
              </a:lnSpc>
              <a:spcBef>
                <a:spcPts val="1000"/>
              </a:spcBef>
              <a:spcAft>
                <a:spcPts val="0"/>
              </a:spcAft>
              <a:buClr>
                <a:schemeClr val="dk1"/>
              </a:buClr>
              <a:buSzPts val="1800"/>
              <a:buChar char="•"/>
              <a:defRPr>
                <a:solidFill>
                  <a:schemeClr val="dk1"/>
                </a:solidFill>
              </a:defRPr>
            </a:lvl7pPr>
            <a:lvl8pPr indent="-342900" lvl="7" marL="3657600" rtl="0" algn="l">
              <a:lnSpc>
                <a:spcPct val="100000"/>
              </a:lnSpc>
              <a:spcBef>
                <a:spcPts val="1000"/>
              </a:spcBef>
              <a:spcAft>
                <a:spcPts val="0"/>
              </a:spcAft>
              <a:buClr>
                <a:schemeClr val="dk1"/>
              </a:buClr>
              <a:buSzPts val="1800"/>
              <a:buChar char="•"/>
              <a:defRPr>
                <a:solidFill>
                  <a:schemeClr val="dk1"/>
                </a:solidFill>
              </a:defRPr>
            </a:lvl8pPr>
            <a:lvl9pPr indent="-342900" lvl="8" marL="4114800" rtl="0" algn="l">
              <a:lnSpc>
                <a:spcPct val="100000"/>
              </a:lnSpc>
              <a:spcBef>
                <a:spcPts val="1000"/>
              </a:spcBef>
              <a:spcAft>
                <a:spcPts val="1000"/>
              </a:spcAft>
              <a:buClr>
                <a:schemeClr val="dk1"/>
              </a:buClr>
              <a:buSzPts val="1800"/>
              <a:buChar char="•"/>
              <a:defRPr>
                <a:solidFill>
                  <a:schemeClr val="dk1"/>
                </a:solidFill>
              </a:defRPr>
            </a:lvl9pPr>
          </a:lstStyle>
          <a:p/>
        </p:txBody>
      </p:sp>
      <p:grpSp>
        <p:nvGrpSpPr>
          <p:cNvPr id="236" name="Google Shape;236;p26"/>
          <p:cNvGrpSpPr/>
          <p:nvPr/>
        </p:nvGrpSpPr>
        <p:grpSpPr>
          <a:xfrm>
            <a:off x="457209" y="474129"/>
            <a:ext cx="1177786" cy="857849"/>
            <a:chOff x="865451" y="2114550"/>
            <a:chExt cx="3399093" cy="2475755"/>
          </a:xfrm>
        </p:grpSpPr>
        <p:sp>
          <p:nvSpPr>
            <p:cNvPr id="237" name="Google Shape;237;p2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8" name="Google Shape;238;p2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239" name="Google Shape;239;p26"/>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5B5B5B"/>
              </a:buClr>
              <a:buSzPts val="1600"/>
              <a:buNone/>
              <a:defRPr b="1" sz="1600">
                <a:solidFill>
                  <a:srgbClr val="5B5B5B"/>
                </a:solidFill>
              </a:defRPr>
            </a:lvl1pPr>
            <a:lvl2pPr lvl="1" rtl="0" algn="l">
              <a:lnSpc>
                <a:spcPct val="115000"/>
              </a:lnSpc>
              <a:spcBef>
                <a:spcPts val="1000"/>
              </a:spcBef>
              <a:spcAft>
                <a:spcPts val="0"/>
              </a:spcAft>
              <a:buClr>
                <a:srgbClr val="5B5B5B"/>
              </a:buClr>
              <a:buSzPts val="1800"/>
              <a:buNone/>
              <a:defRPr b="1">
                <a:solidFill>
                  <a:srgbClr val="5B5B5B"/>
                </a:solidFill>
              </a:defRPr>
            </a:lvl2pPr>
            <a:lvl3pPr lvl="2" rtl="0" algn="l">
              <a:lnSpc>
                <a:spcPct val="115000"/>
              </a:lnSpc>
              <a:spcBef>
                <a:spcPts val="1000"/>
              </a:spcBef>
              <a:spcAft>
                <a:spcPts val="0"/>
              </a:spcAft>
              <a:buClr>
                <a:srgbClr val="5B5B5B"/>
              </a:buClr>
              <a:buSzPts val="1400"/>
              <a:buNone/>
              <a:defRPr b="1">
                <a:solidFill>
                  <a:srgbClr val="5B5B5B"/>
                </a:solidFill>
              </a:defRPr>
            </a:lvl3pPr>
            <a:lvl4pPr lvl="3" rtl="0" algn="l">
              <a:lnSpc>
                <a:spcPct val="115000"/>
              </a:lnSpc>
              <a:spcBef>
                <a:spcPts val="1000"/>
              </a:spcBef>
              <a:spcAft>
                <a:spcPts val="0"/>
              </a:spcAft>
              <a:buClr>
                <a:srgbClr val="5B5B5B"/>
              </a:buClr>
              <a:buSzPts val="1400"/>
              <a:buNone/>
              <a:defRPr b="1">
                <a:solidFill>
                  <a:srgbClr val="5B5B5B"/>
                </a:solidFill>
              </a:defRPr>
            </a:lvl4pPr>
            <a:lvl5pPr lvl="4" rtl="0" algn="l">
              <a:lnSpc>
                <a:spcPct val="115000"/>
              </a:lnSpc>
              <a:spcBef>
                <a:spcPts val="1000"/>
              </a:spcBef>
              <a:spcAft>
                <a:spcPts val="0"/>
              </a:spcAft>
              <a:buClr>
                <a:srgbClr val="5B5B5B"/>
              </a:buClr>
              <a:buSzPts val="1400"/>
              <a:buNone/>
              <a:defRPr b="1">
                <a:solidFill>
                  <a:srgbClr val="5B5B5B"/>
                </a:solidFill>
              </a:defRPr>
            </a:lvl5pPr>
            <a:lvl6pPr lvl="5" rtl="0" algn="l">
              <a:lnSpc>
                <a:spcPct val="115000"/>
              </a:lnSpc>
              <a:spcBef>
                <a:spcPts val="1000"/>
              </a:spcBef>
              <a:spcAft>
                <a:spcPts val="0"/>
              </a:spcAft>
              <a:buClr>
                <a:srgbClr val="5B5B5B"/>
              </a:buClr>
              <a:buSzPts val="1400"/>
              <a:buNone/>
              <a:defRPr b="1">
                <a:solidFill>
                  <a:srgbClr val="5B5B5B"/>
                </a:solidFill>
              </a:defRPr>
            </a:lvl6pPr>
            <a:lvl7pPr lvl="6" rtl="0" algn="l">
              <a:lnSpc>
                <a:spcPct val="115000"/>
              </a:lnSpc>
              <a:spcBef>
                <a:spcPts val="1000"/>
              </a:spcBef>
              <a:spcAft>
                <a:spcPts val="0"/>
              </a:spcAft>
              <a:buClr>
                <a:srgbClr val="5B5B5B"/>
              </a:buClr>
              <a:buSzPts val="1400"/>
              <a:buNone/>
              <a:defRPr b="1">
                <a:solidFill>
                  <a:srgbClr val="5B5B5B"/>
                </a:solidFill>
              </a:defRPr>
            </a:lvl7pPr>
            <a:lvl8pPr lvl="7" rtl="0" algn="l">
              <a:lnSpc>
                <a:spcPct val="115000"/>
              </a:lnSpc>
              <a:spcBef>
                <a:spcPts val="1000"/>
              </a:spcBef>
              <a:spcAft>
                <a:spcPts val="0"/>
              </a:spcAft>
              <a:buClr>
                <a:srgbClr val="5B5B5B"/>
              </a:buClr>
              <a:buSzPts val="1400"/>
              <a:buNone/>
              <a:defRPr b="1">
                <a:solidFill>
                  <a:srgbClr val="5B5B5B"/>
                </a:solidFill>
              </a:defRPr>
            </a:lvl8pPr>
            <a:lvl9pPr lvl="8" rtl="0" algn="l">
              <a:lnSpc>
                <a:spcPct val="115000"/>
              </a:lnSpc>
              <a:spcBef>
                <a:spcPts val="1000"/>
              </a:spcBef>
              <a:spcAft>
                <a:spcPts val="1000"/>
              </a:spcAft>
              <a:buClr>
                <a:srgbClr val="5B5B5B"/>
              </a:buClr>
              <a:buSzPts val="1400"/>
              <a:buNone/>
              <a:defRPr b="1">
                <a:solidFill>
                  <a:srgbClr val="5B5B5B"/>
                </a:solidFill>
              </a:defRPr>
            </a:lvl9pPr>
          </a:lstStyle>
          <a:p/>
        </p:txBody>
      </p:sp>
      <p:sp>
        <p:nvSpPr>
          <p:cNvPr id="240" name="Google Shape;240;p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1" name="Google Shape;241;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42" name="Google Shape;242;p26"/>
          <p:cNvSpPr/>
          <p:nvPr/>
        </p:nvSpPr>
        <p:spPr>
          <a:xfrm>
            <a:off x="660652"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243" name="Shape 243"/>
        <p:cNvGrpSpPr/>
        <p:nvPr/>
      </p:nvGrpSpPr>
      <p:grpSpPr>
        <a:xfrm>
          <a:off x="0" y="0"/>
          <a:ext cx="0" cy="0"/>
          <a:chOff x="0" y="0"/>
          <a:chExt cx="0" cy="0"/>
        </a:xfrm>
      </p:grpSpPr>
      <p:sp>
        <p:nvSpPr>
          <p:cNvPr id="244" name="Google Shape;244;p27"/>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00000"/>
              </a:lnSpc>
              <a:spcBef>
                <a:spcPts val="0"/>
              </a:spcBef>
              <a:spcAft>
                <a:spcPts val="0"/>
              </a:spcAft>
              <a:buClr>
                <a:schemeClr val="lt1"/>
              </a:buClr>
              <a:buSzPts val="4200"/>
              <a:buNone/>
              <a:defRPr sz="4200" cap="none">
                <a:solidFill>
                  <a:schemeClr val="lt1"/>
                </a:solidFill>
              </a:defRPr>
            </a:lvl1pPr>
            <a:lvl2pPr indent="-342900" lvl="1" marL="914400" rtl="0" algn="l">
              <a:lnSpc>
                <a:spcPct val="100000"/>
              </a:lnSpc>
              <a:spcBef>
                <a:spcPts val="1000"/>
              </a:spcBef>
              <a:spcAft>
                <a:spcPts val="0"/>
              </a:spcAft>
              <a:buClr>
                <a:schemeClr val="lt1"/>
              </a:buClr>
              <a:buSzPts val="1800"/>
              <a:buChar char="•"/>
              <a:defRPr>
                <a:solidFill>
                  <a:schemeClr val="lt1"/>
                </a:solidFill>
              </a:defRPr>
            </a:lvl2pPr>
            <a:lvl3pPr indent="-342900" lvl="2" marL="1371600" rtl="0" algn="l">
              <a:lnSpc>
                <a:spcPct val="100000"/>
              </a:lnSpc>
              <a:spcBef>
                <a:spcPts val="1000"/>
              </a:spcBef>
              <a:spcAft>
                <a:spcPts val="0"/>
              </a:spcAft>
              <a:buClr>
                <a:schemeClr val="lt1"/>
              </a:buClr>
              <a:buSzPts val="1800"/>
              <a:buChar char="•"/>
              <a:defRPr>
                <a:solidFill>
                  <a:schemeClr val="lt1"/>
                </a:solidFill>
              </a:defRPr>
            </a:lvl3pPr>
            <a:lvl4pPr indent="-342900" lvl="3" marL="1828800" rtl="0" algn="l">
              <a:lnSpc>
                <a:spcPct val="100000"/>
              </a:lnSpc>
              <a:spcBef>
                <a:spcPts val="1000"/>
              </a:spcBef>
              <a:spcAft>
                <a:spcPts val="0"/>
              </a:spcAft>
              <a:buClr>
                <a:schemeClr val="lt1"/>
              </a:buClr>
              <a:buSzPts val="1800"/>
              <a:buChar char="•"/>
              <a:defRPr>
                <a:solidFill>
                  <a:schemeClr val="lt1"/>
                </a:solidFill>
              </a:defRPr>
            </a:lvl4pPr>
            <a:lvl5pPr indent="-342900" lvl="4" marL="2286000" rtl="0" algn="l">
              <a:lnSpc>
                <a:spcPct val="100000"/>
              </a:lnSpc>
              <a:spcBef>
                <a:spcPts val="1000"/>
              </a:spcBef>
              <a:spcAft>
                <a:spcPts val="0"/>
              </a:spcAft>
              <a:buClr>
                <a:schemeClr val="lt1"/>
              </a:buClr>
              <a:buSzPts val="1800"/>
              <a:buChar char="•"/>
              <a:defRPr>
                <a:solidFill>
                  <a:schemeClr val="lt1"/>
                </a:solidFill>
              </a:defRPr>
            </a:lvl5pPr>
            <a:lvl6pPr indent="-342900" lvl="5" marL="2743200" rtl="0" algn="l">
              <a:lnSpc>
                <a:spcPct val="100000"/>
              </a:lnSpc>
              <a:spcBef>
                <a:spcPts val="1000"/>
              </a:spcBef>
              <a:spcAft>
                <a:spcPts val="0"/>
              </a:spcAft>
              <a:buClr>
                <a:schemeClr val="lt1"/>
              </a:buClr>
              <a:buSzPts val="1800"/>
              <a:buChar char="•"/>
              <a:defRPr>
                <a:solidFill>
                  <a:schemeClr val="lt1"/>
                </a:solidFill>
              </a:defRPr>
            </a:lvl6pPr>
            <a:lvl7pPr indent="-342900" lvl="6" marL="3200400" rtl="0" algn="l">
              <a:lnSpc>
                <a:spcPct val="100000"/>
              </a:lnSpc>
              <a:spcBef>
                <a:spcPts val="1000"/>
              </a:spcBef>
              <a:spcAft>
                <a:spcPts val="0"/>
              </a:spcAft>
              <a:buClr>
                <a:schemeClr val="lt1"/>
              </a:buClr>
              <a:buSzPts val="1800"/>
              <a:buChar char="•"/>
              <a:defRPr>
                <a:solidFill>
                  <a:schemeClr val="lt1"/>
                </a:solidFill>
              </a:defRPr>
            </a:lvl7pPr>
            <a:lvl8pPr indent="-342900" lvl="7" marL="3657600" rtl="0" algn="l">
              <a:lnSpc>
                <a:spcPct val="100000"/>
              </a:lnSpc>
              <a:spcBef>
                <a:spcPts val="1000"/>
              </a:spcBef>
              <a:spcAft>
                <a:spcPts val="0"/>
              </a:spcAft>
              <a:buClr>
                <a:schemeClr val="lt1"/>
              </a:buClr>
              <a:buSzPts val="1800"/>
              <a:buChar char="•"/>
              <a:defRPr>
                <a:solidFill>
                  <a:schemeClr val="lt1"/>
                </a:solidFill>
              </a:defRPr>
            </a:lvl8pPr>
            <a:lvl9pPr indent="-342900" lvl="8" marL="4114800" rtl="0" algn="l">
              <a:lnSpc>
                <a:spcPct val="100000"/>
              </a:lnSpc>
              <a:spcBef>
                <a:spcPts val="1000"/>
              </a:spcBef>
              <a:spcAft>
                <a:spcPts val="1000"/>
              </a:spcAft>
              <a:buClr>
                <a:schemeClr val="lt1"/>
              </a:buClr>
              <a:buSzPts val="1800"/>
              <a:buChar char="•"/>
              <a:defRPr>
                <a:solidFill>
                  <a:schemeClr val="lt1"/>
                </a:solidFill>
              </a:defRPr>
            </a:lvl9pPr>
          </a:lstStyle>
          <a:p/>
        </p:txBody>
      </p:sp>
      <p:sp>
        <p:nvSpPr>
          <p:cNvPr id="245" name="Google Shape;245;p2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46" name="Google Shape;246;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47" name="Google Shape;247;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248" name="Google Shape;248;p27"/>
          <p:cNvGrpSpPr/>
          <p:nvPr/>
        </p:nvGrpSpPr>
        <p:grpSpPr>
          <a:xfrm>
            <a:off x="457209" y="474129"/>
            <a:ext cx="1177786" cy="857849"/>
            <a:chOff x="865451" y="2114550"/>
            <a:chExt cx="3399093" cy="2475755"/>
          </a:xfrm>
        </p:grpSpPr>
        <p:sp>
          <p:nvSpPr>
            <p:cNvPr id="249" name="Google Shape;249;p2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0" name="Google Shape;250;p2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251" name="Google Shape;251;p27"/>
          <p:cNvSpPr txBox="1"/>
          <p:nvPr>
            <p:ph idx="2" type="subTitle"/>
          </p:nvPr>
        </p:nvSpPr>
        <p:spPr>
          <a:xfrm>
            <a:off x="3017525" y="3999997"/>
            <a:ext cx="4206300" cy="686400"/>
          </a:xfrm>
          <a:prstGeom prst="rect">
            <a:avLst/>
          </a:prstGeom>
          <a:noFill/>
          <a:ln>
            <a:noFill/>
          </a:ln>
        </p:spPr>
        <p:txBody>
          <a:bodyPr anchorCtr="0" anchor="b" bIns="91425" lIns="91425" spcFirstLastPara="1" rIns="91425" wrap="square" tIns="91425">
            <a:noAutofit/>
          </a:bodyPr>
          <a:lstStyle>
            <a:lvl1pPr lvl="0" rtl="0" algn="r">
              <a:lnSpc>
                <a:spcPct val="115000"/>
              </a:lnSpc>
              <a:spcBef>
                <a:spcPts val="0"/>
              </a:spcBef>
              <a:spcAft>
                <a:spcPts val="0"/>
              </a:spcAft>
              <a:buClr>
                <a:srgbClr val="FFFFFF"/>
              </a:buClr>
              <a:buSzPts val="1600"/>
              <a:buNone/>
              <a:defRPr b="1" sz="1600">
                <a:solidFill>
                  <a:srgbClr val="FFFFFF"/>
                </a:solidFill>
              </a:defRPr>
            </a:lvl1pPr>
            <a:lvl2pPr lvl="1" rtl="0" algn="l">
              <a:lnSpc>
                <a:spcPct val="115000"/>
              </a:lnSpc>
              <a:spcBef>
                <a:spcPts val="1000"/>
              </a:spcBef>
              <a:spcAft>
                <a:spcPts val="0"/>
              </a:spcAft>
              <a:buClr>
                <a:srgbClr val="FFFFFF"/>
              </a:buClr>
              <a:buSzPts val="1800"/>
              <a:buNone/>
              <a:defRPr b="1">
                <a:solidFill>
                  <a:srgbClr val="FFFFFF"/>
                </a:solidFill>
              </a:defRPr>
            </a:lvl2pPr>
            <a:lvl3pPr lvl="2" rtl="0" algn="l">
              <a:lnSpc>
                <a:spcPct val="115000"/>
              </a:lnSpc>
              <a:spcBef>
                <a:spcPts val="1000"/>
              </a:spcBef>
              <a:spcAft>
                <a:spcPts val="0"/>
              </a:spcAft>
              <a:buClr>
                <a:srgbClr val="FFFFFF"/>
              </a:buClr>
              <a:buSzPts val="1400"/>
              <a:buNone/>
              <a:defRPr b="1">
                <a:solidFill>
                  <a:srgbClr val="FFFFFF"/>
                </a:solidFill>
              </a:defRPr>
            </a:lvl3pPr>
            <a:lvl4pPr lvl="3" rtl="0" algn="l">
              <a:lnSpc>
                <a:spcPct val="115000"/>
              </a:lnSpc>
              <a:spcBef>
                <a:spcPts val="1000"/>
              </a:spcBef>
              <a:spcAft>
                <a:spcPts val="0"/>
              </a:spcAft>
              <a:buClr>
                <a:srgbClr val="FFFFFF"/>
              </a:buClr>
              <a:buSzPts val="1400"/>
              <a:buNone/>
              <a:defRPr b="1">
                <a:solidFill>
                  <a:srgbClr val="FFFFFF"/>
                </a:solidFill>
              </a:defRPr>
            </a:lvl4pPr>
            <a:lvl5pPr lvl="4" rtl="0" algn="l">
              <a:lnSpc>
                <a:spcPct val="115000"/>
              </a:lnSpc>
              <a:spcBef>
                <a:spcPts val="1000"/>
              </a:spcBef>
              <a:spcAft>
                <a:spcPts val="0"/>
              </a:spcAft>
              <a:buClr>
                <a:srgbClr val="FFFFFF"/>
              </a:buClr>
              <a:buSzPts val="1400"/>
              <a:buNone/>
              <a:defRPr b="1">
                <a:solidFill>
                  <a:srgbClr val="FFFFFF"/>
                </a:solidFill>
              </a:defRPr>
            </a:lvl5pPr>
            <a:lvl6pPr lvl="5" rtl="0" algn="l">
              <a:lnSpc>
                <a:spcPct val="115000"/>
              </a:lnSpc>
              <a:spcBef>
                <a:spcPts val="1000"/>
              </a:spcBef>
              <a:spcAft>
                <a:spcPts val="0"/>
              </a:spcAft>
              <a:buClr>
                <a:srgbClr val="FFFFFF"/>
              </a:buClr>
              <a:buSzPts val="1400"/>
              <a:buNone/>
              <a:defRPr b="1">
                <a:solidFill>
                  <a:srgbClr val="FFFFFF"/>
                </a:solidFill>
              </a:defRPr>
            </a:lvl6pPr>
            <a:lvl7pPr lvl="6" rtl="0" algn="l">
              <a:lnSpc>
                <a:spcPct val="115000"/>
              </a:lnSpc>
              <a:spcBef>
                <a:spcPts val="1000"/>
              </a:spcBef>
              <a:spcAft>
                <a:spcPts val="0"/>
              </a:spcAft>
              <a:buClr>
                <a:srgbClr val="FFFFFF"/>
              </a:buClr>
              <a:buSzPts val="1400"/>
              <a:buNone/>
              <a:defRPr b="1">
                <a:solidFill>
                  <a:srgbClr val="FFFFFF"/>
                </a:solidFill>
              </a:defRPr>
            </a:lvl7pPr>
            <a:lvl8pPr lvl="7" rtl="0" algn="l">
              <a:lnSpc>
                <a:spcPct val="115000"/>
              </a:lnSpc>
              <a:spcBef>
                <a:spcPts val="1000"/>
              </a:spcBef>
              <a:spcAft>
                <a:spcPts val="0"/>
              </a:spcAft>
              <a:buClr>
                <a:srgbClr val="FFFFFF"/>
              </a:buClr>
              <a:buSzPts val="1400"/>
              <a:buNone/>
              <a:defRPr b="1">
                <a:solidFill>
                  <a:srgbClr val="FFFFFF"/>
                </a:solidFill>
              </a:defRPr>
            </a:lvl8pPr>
            <a:lvl9pPr lvl="8" rtl="0"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252" name="Shape 252"/>
        <p:cNvGrpSpPr/>
        <p:nvPr/>
      </p:nvGrpSpPr>
      <p:grpSpPr>
        <a:xfrm>
          <a:off x="0" y="0"/>
          <a:ext cx="0" cy="0"/>
          <a:chOff x="0" y="0"/>
          <a:chExt cx="0" cy="0"/>
        </a:xfrm>
      </p:grpSpPr>
      <p:sp>
        <p:nvSpPr>
          <p:cNvPr id="253" name="Google Shape;253;p28"/>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4" name="Google Shape;254;p28"/>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255" name="Google Shape;255;p2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56" name="Google Shape;256;p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57" name="Google Shape;257;p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58" name="Google Shape;258;p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259" name="Shape 259"/>
        <p:cNvGrpSpPr/>
        <p:nvPr/>
      </p:nvGrpSpPr>
      <p:grpSpPr>
        <a:xfrm>
          <a:off x="0" y="0"/>
          <a:ext cx="0" cy="0"/>
          <a:chOff x="0" y="0"/>
          <a:chExt cx="0" cy="0"/>
        </a:xfrm>
      </p:grpSpPr>
      <p:sp>
        <p:nvSpPr>
          <p:cNvPr id="260" name="Google Shape;260;p2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61" name="Google Shape;261;p2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rtl="0" algn="l">
              <a:lnSpc>
                <a:spcPct val="100000"/>
              </a:lnSpc>
              <a:spcBef>
                <a:spcPts val="1000"/>
              </a:spcBef>
              <a:spcAft>
                <a:spcPts val="0"/>
              </a:spcAft>
              <a:buClr>
                <a:schemeClr val="lt1"/>
              </a:buClr>
              <a:buSzPts val="1800"/>
              <a:buChar char="•"/>
              <a:defRPr>
                <a:solidFill>
                  <a:schemeClr val="lt1"/>
                </a:solidFill>
              </a:defRPr>
            </a:lvl2pPr>
            <a:lvl3pPr indent="-342900" lvl="2" marL="1371600" rtl="0" algn="l">
              <a:lnSpc>
                <a:spcPct val="100000"/>
              </a:lnSpc>
              <a:spcBef>
                <a:spcPts val="1000"/>
              </a:spcBef>
              <a:spcAft>
                <a:spcPts val="0"/>
              </a:spcAft>
              <a:buClr>
                <a:schemeClr val="lt1"/>
              </a:buClr>
              <a:buSzPts val="1800"/>
              <a:buChar char="•"/>
              <a:defRPr>
                <a:solidFill>
                  <a:schemeClr val="lt1"/>
                </a:solidFill>
              </a:defRPr>
            </a:lvl3pPr>
            <a:lvl4pPr indent="-342900" lvl="3" marL="1828800" rtl="0" algn="l">
              <a:lnSpc>
                <a:spcPct val="100000"/>
              </a:lnSpc>
              <a:spcBef>
                <a:spcPts val="1000"/>
              </a:spcBef>
              <a:spcAft>
                <a:spcPts val="0"/>
              </a:spcAft>
              <a:buClr>
                <a:schemeClr val="lt1"/>
              </a:buClr>
              <a:buSzPts val="1800"/>
              <a:buChar char="•"/>
              <a:defRPr>
                <a:solidFill>
                  <a:schemeClr val="lt1"/>
                </a:solidFill>
              </a:defRPr>
            </a:lvl4pPr>
            <a:lvl5pPr indent="-342900" lvl="4" marL="2286000" rtl="0" algn="l">
              <a:lnSpc>
                <a:spcPct val="100000"/>
              </a:lnSpc>
              <a:spcBef>
                <a:spcPts val="1000"/>
              </a:spcBef>
              <a:spcAft>
                <a:spcPts val="0"/>
              </a:spcAft>
              <a:buClr>
                <a:schemeClr val="lt1"/>
              </a:buClr>
              <a:buSzPts val="1800"/>
              <a:buChar char="•"/>
              <a:defRPr>
                <a:solidFill>
                  <a:schemeClr val="lt1"/>
                </a:solidFill>
              </a:defRPr>
            </a:lvl5pPr>
            <a:lvl6pPr indent="-342900" lvl="5" marL="2743200" rtl="0" algn="l">
              <a:lnSpc>
                <a:spcPct val="100000"/>
              </a:lnSpc>
              <a:spcBef>
                <a:spcPts val="1000"/>
              </a:spcBef>
              <a:spcAft>
                <a:spcPts val="0"/>
              </a:spcAft>
              <a:buClr>
                <a:schemeClr val="lt1"/>
              </a:buClr>
              <a:buSzPts val="1800"/>
              <a:buChar char="•"/>
              <a:defRPr>
                <a:solidFill>
                  <a:schemeClr val="lt1"/>
                </a:solidFill>
              </a:defRPr>
            </a:lvl6pPr>
            <a:lvl7pPr indent="-342900" lvl="6" marL="3200400" rtl="0" algn="l">
              <a:lnSpc>
                <a:spcPct val="100000"/>
              </a:lnSpc>
              <a:spcBef>
                <a:spcPts val="1000"/>
              </a:spcBef>
              <a:spcAft>
                <a:spcPts val="0"/>
              </a:spcAft>
              <a:buClr>
                <a:schemeClr val="lt1"/>
              </a:buClr>
              <a:buSzPts val="1800"/>
              <a:buChar char="•"/>
              <a:defRPr>
                <a:solidFill>
                  <a:schemeClr val="lt1"/>
                </a:solidFill>
              </a:defRPr>
            </a:lvl7pPr>
            <a:lvl8pPr indent="-342900" lvl="7" marL="3657600" rtl="0" algn="l">
              <a:lnSpc>
                <a:spcPct val="100000"/>
              </a:lnSpc>
              <a:spcBef>
                <a:spcPts val="1000"/>
              </a:spcBef>
              <a:spcAft>
                <a:spcPts val="0"/>
              </a:spcAft>
              <a:buClr>
                <a:schemeClr val="lt1"/>
              </a:buClr>
              <a:buSzPts val="1800"/>
              <a:buChar char="•"/>
              <a:defRPr>
                <a:solidFill>
                  <a:schemeClr val="lt1"/>
                </a:solidFill>
              </a:defRPr>
            </a:lvl8pPr>
            <a:lvl9pPr indent="-342900" lvl="8" marL="4114800" rtl="0" algn="l">
              <a:lnSpc>
                <a:spcPct val="100000"/>
              </a:lnSpc>
              <a:spcBef>
                <a:spcPts val="1000"/>
              </a:spcBef>
              <a:spcAft>
                <a:spcPts val="1000"/>
              </a:spcAft>
              <a:buClr>
                <a:schemeClr val="lt1"/>
              </a:buClr>
              <a:buSzPts val="1800"/>
              <a:buChar char="•"/>
              <a:defRPr>
                <a:solidFill>
                  <a:schemeClr val="lt1"/>
                </a:solidFill>
              </a:defRPr>
            </a:lvl9pPr>
          </a:lstStyle>
          <a:p/>
        </p:txBody>
      </p:sp>
      <p:sp>
        <p:nvSpPr>
          <p:cNvPr id="262" name="Google Shape;262;p29"/>
          <p:cNvSpPr/>
          <p:nvPr/>
        </p:nvSpPr>
        <p:spPr>
          <a:xfrm>
            <a:off x="457201"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63" name="Google Shape;263;p29"/>
          <p:cNvSpPr/>
          <p:nvPr/>
        </p:nvSpPr>
        <p:spPr>
          <a:xfrm>
            <a:off x="5917776" y="1776874"/>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294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264" name="Shape 264"/>
        <p:cNvGrpSpPr/>
        <p:nvPr/>
      </p:nvGrpSpPr>
      <p:grpSpPr>
        <a:xfrm>
          <a:off x="0" y="0"/>
          <a:ext cx="0" cy="0"/>
          <a:chOff x="0" y="0"/>
          <a:chExt cx="0" cy="0"/>
        </a:xfrm>
      </p:grpSpPr>
      <p:sp>
        <p:nvSpPr>
          <p:cNvPr id="265" name="Google Shape;265;p3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66" name="Google Shape;266;p3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rtl="0" algn="l">
              <a:lnSpc>
                <a:spcPct val="100000"/>
              </a:lnSpc>
              <a:spcBef>
                <a:spcPts val="1000"/>
              </a:spcBef>
              <a:spcAft>
                <a:spcPts val="0"/>
              </a:spcAft>
              <a:buClr>
                <a:schemeClr val="lt1"/>
              </a:buClr>
              <a:buSzPts val="1800"/>
              <a:buChar char="•"/>
              <a:defRPr>
                <a:solidFill>
                  <a:schemeClr val="lt1"/>
                </a:solidFill>
              </a:defRPr>
            </a:lvl2pPr>
            <a:lvl3pPr indent="-342900" lvl="2" marL="1371600" rtl="0" algn="l">
              <a:lnSpc>
                <a:spcPct val="100000"/>
              </a:lnSpc>
              <a:spcBef>
                <a:spcPts val="1000"/>
              </a:spcBef>
              <a:spcAft>
                <a:spcPts val="0"/>
              </a:spcAft>
              <a:buClr>
                <a:schemeClr val="lt1"/>
              </a:buClr>
              <a:buSzPts val="1800"/>
              <a:buChar char="•"/>
              <a:defRPr>
                <a:solidFill>
                  <a:schemeClr val="lt1"/>
                </a:solidFill>
              </a:defRPr>
            </a:lvl3pPr>
            <a:lvl4pPr indent="-342900" lvl="3" marL="1828800" rtl="0" algn="l">
              <a:lnSpc>
                <a:spcPct val="100000"/>
              </a:lnSpc>
              <a:spcBef>
                <a:spcPts val="1000"/>
              </a:spcBef>
              <a:spcAft>
                <a:spcPts val="0"/>
              </a:spcAft>
              <a:buClr>
                <a:schemeClr val="lt1"/>
              </a:buClr>
              <a:buSzPts val="1800"/>
              <a:buChar char="•"/>
              <a:defRPr>
                <a:solidFill>
                  <a:schemeClr val="lt1"/>
                </a:solidFill>
              </a:defRPr>
            </a:lvl4pPr>
            <a:lvl5pPr indent="-342900" lvl="4" marL="2286000" rtl="0" algn="l">
              <a:lnSpc>
                <a:spcPct val="100000"/>
              </a:lnSpc>
              <a:spcBef>
                <a:spcPts val="1000"/>
              </a:spcBef>
              <a:spcAft>
                <a:spcPts val="0"/>
              </a:spcAft>
              <a:buClr>
                <a:schemeClr val="lt1"/>
              </a:buClr>
              <a:buSzPts val="1800"/>
              <a:buChar char="•"/>
              <a:defRPr>
                <a:solidFill>
                  <a:schemeClr val="lt1"/>
                </a:solidFill>
              </a:defRPr>
            </a:lvl5pPr>
            <a:lvl6pPr indent="-342900" lvl="5" marL="2743200" rtl="0" algn="l">
              <a:lnSpc>
                <a:spcPct val="100000"/>
              </a:lnSpc>
              <a:spcBef>
                <a:spcPts val="1000"/>
              </a:spcBef>
              <a:spcAft>
                <a:spcPts val="0"/>
              </a:spcAft>
              <a:buClr>
                <a:schemeClr val="lt1"/>
              </a:buClr>
              <a:buSzPts val="1800"/>
              <a:buChar char="•"/>
              <a:defRPr>
                <a:solidFill>
                  <a:schemeClr val="lt1"/>
                </a:solidFill>
              </a:defRPr>
            </a:lvl6pPr>
            <a:lvl7pPr indent="-342900" lvl="6" marL="3200400" rtl="0" algn="l">
              <a:lnSpc>
                <a:spcPct val="100000"/>
              </a:lnSpc>
              <a:spcBef>
                <a:spcPts val="1000"/>
              </a:spcBef>
              <a:spcAft>
                <a:spcPts val="0"/>
              </a:spcAft>
              <a:buClr>
                <a:schemeClr val="lt1"/>
              </a:buClr>
              <a:buSzPts val="1800"/>
              <a:buChar char="•"/>
              <a:defRPr>
                <a:solidFill>
                  <a:schemeClr val="lt1"/>
                </a:solidFill>
              </a:defRPr>
            </a:lvl7pPr>
            <a:lvl8pPr indent="-342900" lvl="7" marL="3657600" rtl="0" algn="l">
              <a:lnSpc>
                <a:spcPct val="100000"/>
              </a:lnSpc>
              <a:spcBef>
                <a:spcPts val="1000"/>
              </a:spcBef>
              <a:spcAft>
                <a:spcPts val="0"/>
              </a:spcAft>
              <a:buClr>
                <a:schemeClr val="lt1"/>
              </a:buClr>
              <a:buSzPts val="1800"/>
              <a:buChar char="•"/>
              <a:defRPr>
                <a:solidFill>
                  <a:schemeClr val="lt1"/>
                </a:solidFill>
              </a:defRPr>
            </a:lvl8pPr>
            <a:lvl9pPr indent="-342900" lvl="8" marL="4114800" rtl="0" algn="l">
              <a:lnSpc>
                <a:spcPct val="100000"/>
              </a:lnSpc>
              <a:spcBef>
                <a:spcPts val="1000"/>
              </a:spcBef>
              <a:spcAft>
                <a:spcPts val="1000"/>
              </a:spcAft>
              <a:buClr>
                <a:schemeClr val="lt1"/>
              </a:buClr>
              <a:buSzPts val="1800"/>
              <a:buChar char="•"/>
              <a:defRPr>
                <a:solidFill>
                  <a:schemeClr val="lt1"/>
                </a:solidFill>
              </a:defRPr>
            </a:lvl9pPr>
          </a:lstStyle>
          <a:p/>
        </p:txBody>
      </p:sp>
      <p:sp>
        <p:nvSpPr>
          <p:cNvPr id="267" name="Google Shape;267;p30"/>
          <p:cNvSpPr/>
          <p:nvPr/>
        </p:nvSpPr>
        <p:spPr>
          <a:xfrm>
            <a:off x="457201"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grpSp>
        <p:nvGrpSpPr>
          <p:cNvPr id="268" name="Google Shape;268;p30"/>
          <p:cNvGrpSpPr/>
          <p:nvPr/>
        </p:nvGrpSpPr>
        <p:grpSpPr>
          <a:xfrm>
            <a:off x="-10" y="3770440"/>
            <a:ext cx="9143997" cy="1371564"/>
            <a:chOff x="-10" y="3735321"/>
            <a:chExt cx="9139427" cy="1408177"/>
          </a:xfrm>
        </p:grpSpPr>
        <p:pic>
          <p:nvPicPr>
            <p:cNvPr id="269" name="Google Shape;269;p30"/>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270" name="Google Shape;270;p3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271" name="Google Shape;271;p3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urple">
  <p:cSld name="Quote - Violet_1_1_1_1">
    <p:bg>
      <p:bgPr>
        <a:solidFill>
          <a:schemeClr val="accent5"/>
        </a:solidFill>
      </p:bgPr>
    </p:bg>
    <p:spTree>
      <p:nvGrpSpPr>
        <p:cNvPr id="272" name="Shape 272"/>
        <p:cNvGrpSpPr/>
        <p:nvPr/>
      </p:nvGrpSpPr>
      <p:grpSpPr>
        <a:xfrm>
          <a:off x="0" y="0"/>
          <a:ext cx="0" cy="0"/>
          <a:chOff x="0" y="0"/>
          <a:chExt cx="0" cy="0"/>
        </a:xfrm>
      </p:grpSpPr>
      <p:sp>
        <p:nvSpPr>
          <p:cNvPr id="273" name="Google Shape;273;p3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00000"/>
              </a:lnSpc>
              <a:spcBef>
                <a:spcPts val="0"/>
              </a:spcBef>
              <a:spcAft>
                <a:spcPts val="0"/>
              </a:spcAft>
              <a:buClr>
                <a:schemeClr val="lt1"/>
              </a:buClr>
              <a:buSzPts val="4200"/>
              <a:buNone/>
              <a:defRPr sz="4200" cap="none">
                <a:solidFill>
                  <a:schemeClr val="lt1"/>
                </a:solidFill>
              </a:defRPr>
            </a:lvl1pPr>
            <a:lvl2pPr indent="-342900" lvl="1" marL="914400" rtl="0" algn="l">
              <a:lnSpc>
                <a:spcPct val="100000"/>
              </a:lnSpc>
              <a:spcBef>
                <a:spcPts val="1000"/>
              </a:spcBef>
              <a:spcAft>
                <a:spcPts val="0"/>
              </a:spcAft>
              <a:buClr>
                <a:schemeClr val="lt1"/>
              </a:buClr>
              <a:buSzPts val="1800"/>
              <a:buChar char="•"/>
              <a:defRPr>
                <a:solidFill>
                  <a:schemeClr val="lt1"/>
                </a:solidFill>
              </a:defRPr>
            </a:lvl2pPr>
            <a:lvl3pPr indent="-342900" lvl="2" marL="1371600" rtl="0" algn="l">
              <a:lnSpc>
                <a:spcPct val="100000"/>
              </a:lnSpc>
              <a:spcBef>
                <a:spcPts val="1000"/>
              </a:spcBef>
              <a:spcAft>
                <a:spcPts val="0"/>
              </a:spcAft>
              <a:buClr>
                <a:schemeClr val="lt1"/>
              </a:buClr>
              <a:buSzPts val="1800"/>
              <a:buChar char="•"/>
              <a:defRPr>
                <a:solidFill>
                  <a:schemeClr val="lt1"/>
                </a:solidFill>
              </a:defRPr>
            </a:lvl3pPr>
            <a:lvl4pPr indent="-342900" lvl="3" marL="1828800" rtl="0" algn="l">
              <a:lnSpc>
                <a:spcPct val="100000"/>
              </a:lnSpc>
              <a:spcBef>
                <a:spcPts val="1000"/>
              </a:spcBef>
              <a:spcAft>
                <a:spcPts val="0"/>
              </a:spcAft>
              <a:buClr>
                <a:schemeClr val="lt1"/>
              </a:buClr>
              <a:buSzPts val="1800"/>
              <a:buChar char="•"/>
              <a:defRPr>
                <a:solidFill>
                  <a:schemeClr val="lt1"/>
                </a:solidFill>
              </a:defRPr>
            </a:lvl4pPr>
            <a:lvl5pPr indent="-342900" lvl="4" marL="2286000" rtl="0" algn="l">
              <a:lnSpc>
                <a:spcPct val="100000"/>
              </a:lnSpc>
              <a:spcBef>
                <a:spcPts val="1000"/>
              </a:spcBef>
              <a:spcAft>
                <a:spcPts val="0"/>
              </a:spcAft>
              <a:buClr>
                <a:schemeClr val="lt1"/>
              </a:buClr>
              <a:buSzPts val="1800"/>
              <a:buChar char="•"/>
              <a:defRPr>
                <a:solidFill>
                  <a:schemeClr val="lt1"/>
                </a:solidFill>
              </a:defRPr>
            </a:lvl5pPr>
            <a:lvl6pPr indent="-342900" lvl="5" marL="2743200" rtl="0" algn="l">
              <a:lnSpc>
                <a:spcPct val="100000"/>
              </a:lnSpc>
              <a:spcBef>
                <a:spcPts val="1000"/>
              </a:spcBef>
              <a:spcAft>
                <a:spcPts val="0"/>
              </a:spcAft>
              <a:buClr>
                <a:schemeClr val="lt1"/>
              </a:buClr>
              <a:buSzPts val="1800"/>
              <a:buChar char="•"/>
              <a:defRPr>
                <a:solidFill>
                  <a:schemeClr val="lt1"/>
                </a:solidFill>
              </a:defRPr>
            </a:lvl6pPr>
            <a:lvl7pPr indent="-342900" lvl="6" marL="3200400" rtl="0" algn="l">
              <a:lnSpc>
                <a:spcPct val="100000"/>
              </a:lnSpc>
              <a:spcBef>
                <a:spcPts val="1000"/>
              </a:spcBef>
              <a:spcAft>
                <a:spcPts val="0"/>
              </a:spcAft>
              <a:buClr>
                <a:schemeClr val="lt1"/>
              </a:buClr>
              <a:buSzPts val="1800"/>
              <a:buChar char="•"/>
              <a:defRPr>
                <a:solidFill>
                  <a:schemeClr val="lt1"/>
                </a:solidFill>
              </a:defRPr>
            </a:lvl7pPr>
            <a:lvl8pPr indent="-342900" lvl="7" marL="3657600" rtl="0" algn="l">
              <a:lnSpc>
                <a:spcPct val="100000"/>
              </a:lnSpc>
              <a:spcBef>
                <a:spcPts val="1000"/>
              </a:spcBef>
              <a:spcAft>
                <a:spcPts val="0"/>
              </a:spcAft>
              <a:buClr>
                <a:schemeClr val="lt1"/>
              </a:buClr>
              <a:buSzPts val="1800"/>
              <a:buChar char="•"/>
              <a:defRPr>
                <a:solidFill>
                  <a:schemeClr val="lt1"/>
                </a:solidFill>
              </a:defRPr>
            </a:lvl8pPr>
            <a:lvl9pPr indent="-342900" lvl="8" marL="4114800" rtl="0" algn="l">
              <a:lnSpc>
                <a:spcPct val="100000"/>
              </a:lnSpc>
              <a:spcBef>
                <a:spcPts val="1000"/>
              </a:spcBef>
              <a:spcAft>
                <a:spcPts val="1000"/>
              </a:spcAft>
              <a:buClr>
                <a:schemeClr val="lt1"/>
              </a:buClr>
              <a:buSzPts val="1800"/>
              <a:buChar char="•"/>
              <a:defRPr>
                <a:solidFill>
                  <a:schemeClr val="lt1"/>
                </a:solidFill>
              </a:defRPr>
            </a:lvl9pPr>
          </a:lstStyle>
          <a:p/>
        </p:txBody>
      </p:sp>
      <p:sp>
        <p:nvSpPr>
          <p:cNvPr id="274" name="Google Shape;274;p3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lang="en" sz="600">
                <a:solidFill>
                  <a:schemeClr val="lt1"/>
                </a:solidFill>
              </a:rPr>
              <a:t>owflake</a:t>
            </a:r>
            <a:r>
              <a:rPr b="0" i="0" lang="en" sz="600" u="none" cap="none" strike="noStrike">
                <a:solidFill>
                  <a:schemeClr val="lt1"/>
                </a:solidFill>
                <a:latin typeface="Arial"/>
                <a:ea typeface="Arial"/>
                <a:cs typeface="Arial"/>
                <a:sym typeface="Arial"/>
              </a:rPr>
              <a:t> Inc. All Rights Reserved</a:t>
            </a:r>
            <a:endParaRPr b="0" i="0" sz="600" u="none" cap="none" strike="noStrike">
              <a:solidFill>
                <a:schemeClr val="lt1"/>
              </a:solidFill>
              <a:latin typeface="Arial"/>
              <a:ea typeface="Arial"/>
              <a:cs typeface="Arial"/>
              <a:sym typeface="Arial"/>
            </a:endParaRPr>
          </a:p>
        </p:txBody>
      </p:sp>
      <p:sp>
        <p:nvSpPr>
          <p:cNvPr id="275" name="Google Shape;275;p3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76" name="Google Shape;276;p3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7" name="Google Shape;277;p31"/>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rtl="0" algn="l">
              <a:lnSpc>
                <a:spcPct val="115000"/>
              </a:lnSpc>
              <a:spcBef>
                <a:spcPts val="0"/>
              </a:spcBef>
              <a:spcAft>
                <a:spcPts val="0"/>
              </a:spcAft>
              <a:buClr>
                <a:srgbClr val="FFFFFF"/>
              </a:buClr>
              <a:buSzPts val="1600"/>
              <a:buNone/>
              <a:defRPr b="1" sz="1600">
                <a:solidFill>
                  <a:srgbClr val="FFFFFF"/>
                </a:solidFill>
              </a:defRPr>
            </a:lvl1pPr>
            <a:lvl2pPr lvl="1" rtl="0" algn="l">
              <a:lnSpc>
                <a:spcPct val="115000"/>
              </a:lnSpc>
              <a:spcBef>
                <a:spcPts val="1000"/>
              </a:spcBef>
              <a:spcAft>
                <a:spcPts val="0"/>
              </a:spcAft>
              <a:buClr>
                <a:srgbClr val="FFFFFF"/>
              </a:buClr>
              <a:buSzPts val="1800"/>
              <a:buNone/>
              <a:defRPr b="1">
                <a:solidFill>
                  <a:srgbClr val="FFFFFF"/>
                </a:solidFill>
              </a:defRPr>
            </a:lvl2pPr>
            <a:lvl3pPr lvl="2" rtl="0" algn="l">
              <a:lnSpc>
                <a:spcPct val="115000"/>
              </a:lnSpc>
              <a:spcBef>
                <a:spcPts val="1000"/>
              </a:spcBef>
              <a:spcAft>
                <a:spcPts val="0"/>
              </a:spcAft>
              <a:buClr>
                <a:srgbClr val="FFFFFF"/>
              </a:buClr>
              <a:buSzPts val="1400"/>
              <a:buNone/>
              <a:defRPr b="1">
                <a:solidFill>
                  <a:srgbClr val="FFFFFF"/>
                </a:solidFill>
              </a:defRPr>
            </a:lvl3pPr>
            <a:lvl4pPr lvl="3" rtl="0" algn="l">
              <a:lnSpc>
                <a:spcPct val="115000"/>
              </a:lnSpc>
              <a:spcBef>
                <a:spcPts val="1000"/>
              </a:spcBef>
              <a:spcAft>
                <a:spcPts val="0"/>
              </a:spcAft>
              <a:buClr>
                <a:srgbClr val="FFFFFF"/>
              </a:buClr>
              <a:buSzPts val="1400"/>
              <a:buNone/>
              <a:defRPr b="1">
                <a:solidFill>
                  <a:srgbClr val="FFFFFF"/>
                </a:solidFill>
              </a:defRPr>
            </a:lvl4pPr>
            <a:lvl5pPr lvl="4" rtl="0" algn="l">
              <a:lnSpc>
                <a:spcPct val="115000"/>
              </a:lnSpc>
              <a:spcBef>
                <a:spcPts val="1000"/>
              </a:spcBef>
              <a:spcAft>
                <a:spcPts val="0"/>
              </a:spcAft>
              <a:buClr>
                <a:srgbClr val="FFFFFF"/>
              </a:buClr>
              <a:buSzPts val="1400"/>
              <a:buNone/>
              <a:defRPr b="1">
                <a:solidFill>
                  <a:srgbClr val="FFFFFF"/>
                </a:solidFill>
              </a:defRPr>
            </a:lvl5pPr>
            <a:lvl6pPr lvl="5" rtl="0" algn="l">
              <a:lnSpc>
                <a:spcPct val="115000"/>
              </a:lnSpc>
              <a:spcBef>
                <a:spcPts val="1000"/>
              </a:spcBef>
              <a:spcAft>
                <a:spcPts val="0"/>
              </a:spcAft>
              <a:buClr>
                <a:srgbClr val="FFFFFF"/>
              </a:buClr>
              <a:buSzPts val="1400"/>
              <a:buNone/>
              <a:defRPr b="1">
                <a:solidFill>
                  <a:srgbClr val="FFFFFF"/>
                </a:solidFill>
              </a:defRPr>
            </a:lvl6pPr>
            <a:lvl7pPr lvl="6" rtl="0" algn="l">
              <a:lnSpc>
                <a:spcPct val="115000"/>
              </a:lnSpc>
              <a:spcBef>
                <a:spcPts val="1000"/>
              </a:spcBef>
              <a:spcAft>
                <a:spcPts val="0"/>
              </a:spcAft>
              <a:buClr>
                <a:srgbClr val="FFFFFF"/>
              </a:buClr>
              <a:buSzPts val="1400"/>
              <a:buNone/>
              <a:defRPr b="1">
                <a:solidFill>
                  <a:srgbClr val="FFFFFF"/>
                </a:solidFill>
              </a:defRPr>
            </a:lvl7pPr>
            <a:lvl8pPr lvl="7" rtl="0" algn="l">
              <a:lnSpc>
                <a:spcPct val="115000"/>
              </a:lnSpc>
              <a:spcBef>
                <a:spcPts val="1000"/>
              </a:spcBef>
              <a:spcAft>
                <a:spcPts val="0"/>
              </a:spcAft>
              <a:buClr>
                <a:srgbClr val="FFFFFF"/>
              </a:buClr>
              <a:buSzPts val="1400"/>
              <a:buNone/>
              <a:defRPr b="1">
                <a:solidFill>
                  <a:srgbClr val="FFFFFF"/>
                </a:solidFill>
              </a:defRPr>
            </a:lvl8pPr>
            <a:lvl9pPr lvl="8" rtl="0" algn="l">
              <a:lnSpc>
                <a:spcPct val="115000"/>
              </a:lnSpc>
              <a:spcBef>
                <a:spcPts val="1000"/>
              </a:spcBef>
              <a:spcAft>
                <a:spcPts val="1000"/>
              </a:spcAft>
              <a:buClr>
                <a:srgbClr val="FFFFFF"/>
              </a:buClr>
              <a:buSzPts val="1400"/>
              <a:buNone/>
              <a:defRPr b="1">
                <a:solidFill>
                  <a:srgbClr val="FFFFFF"/>
                </a:solidFill>
              </a:defRPr>
            </a:lvl9pPr>
          </a:lstStyle>
          <a:p/>
        </p:txBody>
      </p:sp>
      <p:grpSp>
        <p:nvGrpSpPr>
          <p:cNvPr id="278" name="Google Shape;278;p31"/>
          <p:cNvGrpSpPr/>
          <p:nvPr/>
        </p:nvGrpSpPr>
        <p:grpSpPr>
          <a:xfrm>
            <a:off x="457209" y="474129"/>
            <a:ext cx="1177786" cy="857849"/>
            <a:chOff x="865451" y="2114550"/>
            <a:chExt cx="3399093" cy="2475755"/>
          </a:xfrm>
        </p:grpSpPr>
        <p:sp>
          <p:nvSpPr>
            <p:cNvPr id="279" name="Google Shape;279;p31"/>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rgbClr val="FFFFFF">
                <a:alpha val="36080"/>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80" name="Google Shape;280;p31"/>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rgbClr val="FFFFFF">
                <a:alpha val="36080"/>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_2">
    <p:spTree>
      <p:nvGrpSpPr>
        <p:cNvPr id="281" name="Shape 281"/>
        <p:cNvGrpSpPr/>
        <p:nvPr/>
      </p:nvGrpSpPr>
      <p:grpSpPr>
        <a:xfrm>
          <a:off x="0" y="0"/>
          <a:ext cx="0" cy="0"/>
          <a:chOff x="0" y="0"/>
          <a:chExt cx="0" cy="0"/>
        </a:xfrm>
      </p:grpSpPr>
      <p:sp>
        <p:nvSpPr>
          <p:cNvPr id="282" name="Google Shape;282;p32"/>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83" name="Google Shape;283;p32"/>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392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84" name="Google Shape;284;p32"/>
          <p:cNvSpPr/>
          <p:nvPr/>
        </p:nvSpPr>
        <p:spPr>
          <a:xfrm>
            <a:off x="6824193" y="1"/>
            <a:ext cx="2319807"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863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85" name="Google Shape;285;p32"/>
          <p:cNvSpPr txBox="1"/>
          <p:nvPr>
            <p:ph idx="1" type="body"/>
          </p:nvPr>
        </p:nvSpPr>
        <p:spPr>
          <a:xfrm>
            <a:off x="274320" y="231569"/>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286" name="Google Shape;286;p32"/>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287" name="Google Shape;287;p32"/>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9" name="Shape 289"/>
        <p:cNvGrpSpPr/>
        <p:nvPr/>
      </p:nvGrpSpPr>
      <p:grpSpPr>
        <a:xfrm>
          <a:off x="0" y="0"/>
          <a:ext cx="0" cy="0"/>
          <a:chOff x="0" y="0"/>
          <a:chExt cx="0" cy="0"/>
        </a:xfrm>
      </p:grpSpPr>
      <p:sp>
        <p:nvSpPr>
          <p:cNvPr id="290" name="Google Shape;290;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rtl="0" algn="ctr">
              <a:lnSpc>
                <a:spcPct val="8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91" name="Google Shape;291;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42900" lvl="0" marL="457200" rtl="0" algn="l">
              <a:lnSpc>
                <a:spcPct val="90000"/>
              </a:lnSpc>
              <a:spcBef>
                <a:spcPts val="0"/>
              </a:spcBef>
              <a:spcAft>
                <a:spcPts val="0"/>
              </a:spcAft>
              <a:buSzPts val="1800"/>
              <a:buChar char="●"/>
              <a:defRPr/>
            </a:lvl1pPr>
            <a:lvl2pPr indent="-317500" lvl="1" marL="914400" rtl="0" algn="l">
              <a:lnSpc>
                <a:spcPct val="90000"/>
              </a:lnSpc>
              <a:spcBef>
                <a:spcPts val="1600"/>
              </a:spcBef>
              <a:spcAft>
                <a:spcPts val="0"/>
              </a:spcAft>
              <a:buSzPts val="1400"/>
              <a:buChar char="○"/>
              <a:defRPr/>
            </a:lvl2pPr>
            <a:lvl3pPr indent="-317500" lvl="2" marL="1371600" rtl="0" algn="l">
              <a:lnSpc>
                <a:spcPct val="90000"/>
              </a:lnSpc>
              <a:spcBef>
                <a:spcPts val="1600"/>
              </a:spcBef>
              <a:spcAft>
                <a:spcPts val="0"/>
              </a:spcAft>
              <a:buSzPts val="1400"/>
              <a:buChar char="■"/>
              <a:defRPr/>
            </a:lvl3pPr>
            <a:lvl4pPr indent="-317500" lvl="3" marL="1828800" rtl="0" algn="l">
              <a:lnSpc>
                <a:spcPct val="90000"/>
              </a:lnSpc>
              <a:spcBef>
                <a:spcPts val="1600"/>
              </a:spcBef>
              <a:spcAft>
                <a:spcPts val="0"/>
              </a:spcAft>
              <a:buSzPts val="1400"/>
              <a:buChar char="●"/>
              <a:defRPr/>
            </a:lvl4pPr>
            <a:lvl5pPr indent="-317500" lvl="4" marL="2286000" rtl="0" algn="l">
              <a:lnSpc>
                <a:spcPct val="90000"/>
              </a:lnSpc>
              <a:spcBef>
                <a:spcPts val="1600"/>
              </a:spcBef>
              <a:spcAft>
                <a:spcPts val="0"/>
              </a:spcAft>
              <a:buSzPts val="1400"/>
              <a:buChar char="○"/>
              <a:defRPr/>
            </a:lvl5pPr>
            <a:lvl6pPr indent="-317500" lvl="5" marL="2743200" rtl="0" algn="l">
              <a:lnSpc>
                <a:spcPct val="90000"/>
              </a:lnSpc>
              <a:spcBef>
                <a:spcPts val="1600"/>
              </a:spcBef>
              <a:spcAft>
                <a:spcPts val="0"/>
              </a:spcAft>
              <a:buSzPts val="1400"/>
              <a:buChar char="■"/>
              <a:defRPr/>
            </a:lvl6pPr>
            <a:lvl7pPr indent="-317500" lvl="6" marL="3200400" rtl="0" algn="l">
              <a:lnSpc>
                <a:spcPct val="90000"/>
              </a:lnSpc>
              <a:spcBef>
                <a:spcPts val="1600"/>
              </a:spcBef>
              <a:spcAft>
                <a:spcPts val="0"/>
              </a:spcAft>
              <a:buSzPts val="1400"/>
              <a:buChar char="●"/>
              <a:defRPr/>
            </a:lvl7pPr>
            <a:lvl8pPr indent="-317500" lvl="7" marL="3657600" rtl="0" algn="l">
              <a:lnSpc>
                <a:spcPct val="90000"/>
              </a:lnSpc>
              <a:spcBef>
                <a:spcPts val="1600"/>
              </a:spcBef>
              <a:spcAft>
                <a:spcPts val="0"/>
              </a:spcAft>
              <a:buSzPts val="1400"/>
              <a:buChar char="○"/>
              <a:defRPr/>
            </a:lvl8pPr>
            <a:lvl9pPr indent="-317500" lvl="8" marL="4114800" rtl="0" algn="l">
              <a:lnSpc>
                <a:spcPct val="90000"/>
              </a:lnSpc>
              <a:spcBef>
                <a:spcPts val="1600"/>
              </a:spcBef>
              <a:spcAft>
                <a:spcPts val="1600"/>
              </a:spcAft>
              <a:buSzPts val="1400"/>
              <a:buChar char="■"/>
              <a:defRPr/>
            </a:lvl9pPr>
          </a:lstStyle>
          <a:p/>
        </p:txBody>
      </p:sp>
      <p:sp>
        <p:nvSpPr>
          <p:cNvPr id="292" name="Google Shape;292;p33"/>
          <p:cNvSpPr txBox="1"/>
          <p:nvPr>
            <p:ph idx="12" type="sldNum"/>
          </p:nvPr>
        </p:nvSpPr>
        <p:spPr>
          <a:xfrm>
            <a:off x="8472458" y="4663217"/>
            <a:ext cx="548700" cy="3078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3B3B3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93" name="Google Shape;293;p33"/>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294" name="Google Shape;294;p3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3">
    <p:spTree>
      <p:nvGrpSpPr>
        <p:cNvPr id="295" name="Shape 295"/>
        <p:cNvGrpSpPr/>
        <p:nvPr/>
      </p:nvGrpSpPr>
      <p:grpSpPr>
        <a:xfrm>
          <a:off x="0" y="0"/>
          <a:ext cx="0" cy="0"/>
          <a:chOff x="0" y="0"/>
          <a:chExt cx="0" cy="0"/>
        </a:xfrm>
      </p:grpSpPr>
      <p:sp>
        <p:nvSpPr>
          <p:cNvPr id="296" name="Google Shape;296;p34"/>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297" name="Google Shape;297;p34"/>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298" name="Google Shape;298;p3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299" name="Google Shape;299;p34"/>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3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4">
    <p:spTree>
      <p:nvGrpSpPr>
        <p:cNvPr id="301" name="Shape 301"/>
        <p:cNvGrpSpPr/>
        <p:nvPr/>
      </p:nvGrpSpPr>
      <p:grpSpPr>
        <a:xfrm>
          <a:off x="0" y="0"/>
          <a:ext cx="0" cy="0"/>
          <a:chOff x="0" y="0"/>
          <a:chExt cx="0" cy="0"/>
        </a:xfrm>
      </p:grpSpPr>
      <p:sp>
        <p:nvSpPr>
          <p:cNvPr id="302" name="Google Shape;302;p35"/>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03" name="Google Shape;303;p35"/>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04" name="Google Shape;304;p35"/>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05" name="Google Shape;305;p35"/>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p:cSld name="Multi-use layout_5">
    <p:spTree>
      <p:nvGrpSpPr>
        <p:cNvPr id="307" name="Shape 307"/>
        <p:cNvGrpSpPr/>
        <p:nvPr/>
      </p:nvGrpSpPr>
      <p:grpSpPr>
        <a:xfrm>
          <a:off x="0" y="0"/>
          <a:ext cx="0" cy="0"/>
          <a:chOff x="0" y="0"/>
          <a:chExt cx="0" cy="0"/>
        </a:xfrm>
      </p:grpSpPr>
      <p:sp>
        <p:nvSpPr>
          <p:cNvPr id="308" name="Google Shape;308;p36"/>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09" name="Google Shape;309;p36"/>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10" name="Google Shape;310;p36"/>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11" name="Google Shape;311;p36"/>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3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4">
  <p:cSld name="Multi-use layout_6">
    <p:spTree>
      <p:nvGrpSpPr>
        <p:cNvPr id="313" name="Shape 313"/>
        <p:cNvGrpSpPr/>
        <p:nvPr/>
      </p:nvGrpSpPr>
      <p:grpSpPr>
        <a:xfrm>
          <a:off x="0" y="0"/>
          <a:ext cx="0" cy="0"/>
          <a:chOff x="0" y="0"/>
          <a:chExt cx="0" cy="0"/>
        </a:xfrm>
      </p:grpSpPr>
      <p:sp>
        <p:nvSpPr>
          <p:cNvPr id="314" name="Google Shape;314;p37"/>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15" name="Google Shape;315;p37"/>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16" name="Google Shape;316;p37"/>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17" name="Google Shape;317;p37"/>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8" name="Google Shape;318;p3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_0">
  <p:cSld name="Multi-use layout_7">
    <p:bg>
      <p:bgPr>
        <a:solidFill>
          <a:srgbClr val="FFFFFF"/>
        </a:solidFill>
      </p:bgPr>
    </p:bg>
    <p:spTree>
      <p:nvGrpSpPr>
        <p:cNvPr id="319" name="Shape 319"/>
        <p:cNvGrpSpPr/>
        <p:nvPr/>
      </p:nvGrpSpPr>
      <p:grpSpPr>
        <a:xfrm>
          <a:off x="0" y="0"/>
          <a:ext cx="0" cy="0"/>
          <a:chOff x="0" y="0"/>
          <a:chExt cx="0" cy="0"/>
        </a:xfrm>
      </p:grpSpPr>
      <p:sp>
        <p:nvSpPr>
          <p:cNvPr id="320" name="Google Shape;320;p38"/>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21" name="Google Shape;321;p38"/>
          <p:cNvSpPr txBox="1"/>
          <p:nvPr>
            <p:ph idx="2" type="body"/>
          </p:nvPr>
        </p:nvSpPr>
        <p:spPr>
          <a:xfrm>
            <a:off x="345196" y="592574"/>
            <a:ext cx="84492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22" name="Google Shape;322;p38"/>
          <p:cNvSpPr/>
          <p:nvPr/>
        </p:nvSpPr>
        <p:spPr>
          <a:xfrm>
            <a:off x="548640"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323" name="Google Shape;323;p38"/>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4" name="Google Shape;324;p3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5" name="Shape 325"/>
        <p:cNvGrpSpPr/>
        <p:nvPr/>
      </p:nvGrpSpPr>
      <p:grpSpPr>
        <a:xfrm>
          <a:off x="0" y="0"/>
          <a:ext cx="0" cy="0"/>
          <a:chOff x="0" y="0"/>
          <a:chExt cx="0" cy="0"/>
        </a:xfrm>
      </p:grpSpPr>
      <p:sp>
        <p:nvSpPr>
          <p:cNvPr id="326" name="Google Shape;326;p3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8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27" name="Google Shape;327;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8" name="Google Shape;32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5">
  <p:cSld name="Multi-use layout_8">
    <p:spTree>
      <p:nvGrpSpPr>
        <p:cNvPr id="329" name="Shape 329"/>
        <p:cNvGrpSpPr/>
        <p:nvPr/>
      </p:nvGrpSpPr>
      <p:grpSpPr>
        <a:xfrm>
          <a:off x="0" y="0"/>
          <a:ext cx="0" cy="0"/>
          <a:chOff x="0" y="0"/>
          <a:chExt cx="0" cy="0"/>
        </a:xfrm>
      </p:grpSpPr>
      <p:sp>
        <p:nvSpPr>
          <p:cNvPr id="330" name="Google Shape;330;p40"/>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31" name="Google Shape;331;p40"/>
          <p:cNvSpPr txBox="1"/>
          <p:nvPr>
            <p:ph idx="2" type="body"/>
          </p:nvPr>
        </p:nvSpPr>
        <p:spPr>
          <a:xfrm>
            <a:off x="345196" y="592574"/>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32" name="Google Shape;332;p40"/>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33" name="Google Shape;333;p40"/>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34" name="Google Shape;334;p40"/>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6">
  <p:cSld name="Multi-use layout_9">
    <p:bg>
      <p:bgPr>
        <a:solidFill>
          <a:srgbClr val="FFFFFF"/>
        </a:solidFill>
      </p:bgPr>
    </p:bg>
    <p:spTree>
      <p:nvGrpSpPr>
        <p:cNvPr id="335" name="Shape 335"/>
        <p:cNvGrpSpPr/>
        <p:nvPr/>
      </p:nvGrpSpPr>
      <p:grpSpPr>
        <a:xfrm>
          <a:off x="0" y="0"/>
          <a:ext cx="0" cy="0"/>
          <a:chOff x="0" y="0"/>
          <a:chExt cx="0" cy="0"/>
        </a:xfrm>
      </p:grpSpPr>
      <p:sp>
        <p:nvSpPr>
          <p:cNvPr id="336" name="Google Shape;336;p41"/>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37" name="Google Shape;337;p41"/>
          <p:cNvSpPr txBox="1"/>
          <p:nvPr>
            <p:ph idx="2" type="body"/>
          </p:nvPr>
        </p:nvSpPr>
        <p:spPr>
          <a:xfrm>
            <a:off x="345196" y="592573"/>
            <a:ext cx="84492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38" name="Google Shape;338;p41"/>
          <p:cNvSpPr/>
          <p:nvPr/>
        </p:nvSpPr>
        <p:spPr>
          <a:xfrm>
            <a:off x="548640"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339" name="Google Shape;339;p41"/>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40" name="Google Shape;340;p4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7">
  <p:cSld name="Multi-use layout_10">
    <p:spTree>
      <p:nvGrpSpPr>
        <p:cNvPr id="341" name="Shape 341"/>
        <p:cNvGrpSpPr/>
        <p:nvPr/>
      </p:nvGrpSpPr>
      <p:grpSpPr>
        <a:xfrm>
          <a:off x="0" y="0"/>
          <a:ext cx="0" cy="0"/>
          <a:chOff x="0" y="0"/>
          <a:chExt cx="0" cy="0"/>
        </a:xfrm>
      </p:grpSpPr>
      <p:sp>
        <p:nvSpPr>
          <p:cNvPr id="342" name="Google Shape;342;p42"/>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43" name="Google Shape;343;p42"/>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44" name="Google Shape;344;p42"/>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45" name="Google Shape;345;p42"/>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46" name="Google Shape;346;p4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8">
  <p:cSld name="Multi-use layout_11">
    <p:spTree>
      <p:nvGrpSpPr>
        <p:cNvPr id="347" name="Shape 347"/>
        <p:cNvGrpSpPr/>
        <p:nvPr/>
      </p:nvGrpSpPr>
      <p:grpSpPr>
        <a:xfrm>
          <a:off x="0" y="0"/>
          <a:ext cx="0" cy="0"/>
          <a:chOff x="0" y="0"/>
          <a:chExt cx="0" cy="0"/>
        </a:xfrm>
      </p:grpSpPr>
      <p:sp>
        <p:nvSpPr>
          <p:cNvPr id="348" name="Google Shape;348;p43"/>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49" name="Google Shape;349;p43"/>
          <p:cNvSpPr txBox="1"/>
          <p:nvPr>
            <p:ph idx="2" type="body"/>
          </p:nvPr>
        </p:nvSpPr>
        <p:spPr>
          <a:xfrm>
            <a:off x="345196" y="592574"/>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50" name="Google Shape;350;p4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51" name="Google Shape;351;p4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2" name="Google Shape;352;p4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1">
  <p:cSld name="One Column Layout_2">
    <p:spTree>
      <p:nvGrpSpPr>
        <p:cNvPr id="353" name="Shape 353"/>
        <p:cNvGrpSpPr/>
        <p:nvPr/>
      </p:nvGrpSpPr>
      <p:grpSpPr>
        <a:xfrm>
          <a:off x="0" y="0"/>
          <a:ext cx="0" cy="0"/>
          <a:chOff x="0" y="0"/>
          <a:chExt cx="0" cy="0"/>
        </a:xfrm>
      </p:grpSpPr>
      <p:sp>
        <p:nvSpPr>
          <p:cNvPr id="354" name="Google Shape;354;p44"/>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55" name="Google Shape;355;p44"/>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56" name="Google Shape;356;p4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57" name="Google Shape;357;p44"/>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4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9">
  <p:cSld name="Multi-use layout_12">
    <p:spTree>
      <p:nvGrpSpPr>
        <p:cNvPr id="359" name="Shape 359"/>
        <p:cNvGrpSpPr/>
        <p:nvPr/>
      </p:nvGrpSpPr>
      <p:grpSpPr>
        <a:xfrm>
          <a:off x="0" y="0"/>
          <a:ext cx="0" cy="0"/>
          <a:chOff x="0" y="0"/>
          <a:chExt cx="0" cy="0"/>
        </a:xfrm>
      </p:grpSpPr>
      <p:sp>
        <p:nvSpPr>
          <p:cNvPr id="360" name="Google Shape;360;p45"/>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61" name="Google Shape;361;p45"/>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62" name="Google Shape;362;p45"/>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63" name="Google Shape;363;p45"/>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64" name="Google Shape;364;p4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0">
  <p:cSld name="Multi-use layout_13">
    <p:spTree>
      <p:nvGrpSpPr>
        <p:cNvPr id="365" name="Shape 365"/>
        <p:cNvGrpSpPr/>
        <p:nvPr/>
      </p:nvGrpSpPr>
      <p:grpSpPr>
        <a:xfrm>
          <a:off x="0" y="0"/>
          <a:ext cx="0" cy="0"/>
          <a:chOff x="0" y="0"/>
          <a:chExt cx="0" cy="0"/>
        </a:xfrm>
      </p:grpSpPr>
      <p:sp>
        <p:nvSpPr>
          <p:cNvPr id="366" name="Google Shape;366;p46"/>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67" name="Google Shape;367;p46"/>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68" name="Google Shape;368;p46"/>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69" name="Google Shape;369;p46"/>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70" name="Google Shape;370;p4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1">
  <p:cSld name="Multi-use layout_14">
    <p:spTree>
      <p:nvGrpSpPr>
        <p:cNvPr id="371" name="Shape 371"/>
        <p:cNvGrpSpPr/>
        <p:nvPr/>
      </p:nvGrpSpPr>
      <p:grpSpPr>
        <a:xfrm>
          <a:off x="0" y="0"/>
          <a:ext cx="0" cy="0"/>
          <a:chOff x="0" y="0"/>
          <a:chExt cx="0" cy="0"/>
        </a:xfrm>
      </p:grpSpPr>
      <p:sp>
        <p:nvSpPr>
          <p:cNvPr id="372" name="Google Shape;372;p47"/>
          <p:cNvSpPr txBox="1"/>
          <p:nvPr>
            <p:ph idx="1" type="body"/>
          </p:nvPr>
        </p:nvSpPr>
        <p:spPr>
          <a:xfrm>
            <a:off x="274320" y="228600"/>
            <a:ext cx="8595300" cy="685800"/>
          </a:xfrm>
          <a:prstGeom prst="rect">
            <a:avLst/>
          </a:prstGeom>
          <a:noFill/>
          <a:ln>
            <a:noFill/>
          </a:ln>
        </p:spPr>
        <p:txBody>
          <a:bodyPr anchorCtr="0" anchor="ctr"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73" name="Google Shape;373;p47"/>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74" name="Google Shape;374;p47"/>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75" name="Google Shape;375;p47"/>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4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7" name="Shape 377"/>
        <p:cNvGrpSpPr/>
        <p:nvPr/>
      </p:nvGrpSpPr>
      <p:grpSpPr>
        <a:xfrm>
          <a:off x="0" y="0"/>
          <a:ext cx="0" cy="0"/>
          <a:chOff x="0" y="0"/>
          <a:chExt cx="0" cy="0"/>
        </a:xfrm>
      </p:grpSpPr>
      <p:sp>
        <p:nvSpPr>
          <p:cNvPr id="378" name="Google Shape;378;p48"/>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79" name="Google Shape;379;p48"/>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2">
  <p:cSld name="Multi-use layout_15">
    <p:spTree>
      <p:nvGrpSpPr>
        <p:cNvPr id="381" name="Shape 381"/>
        <p:cNvGrpSpPr/>
        <p:nvPr/>
      </p:nvGrpSpPr>
      <p:grpSpPr>
        <a:xfrm>
          <a:off x="0" y="0"/>
          <a:ext cx="0" cy="0"/>
          <a:chOff x="0" y="0"/>
          <a:chExt cx="0" cy="0"/>
        </a:xfrm>
      </p:grpSpPr>
      <p:sp>
        <p:nvSpPr>
          <p:cNvPr id="382" name="Google Shape;382;p49"/>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83" name="Google Shape;383;p49"/>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84" name="Google Shape;384;p49"/>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85" name="Google Shape;385;p49"/>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6" name="Google Shape;386;p4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3">
  <p:cSld name="Multi-use layout_16">
    <p:spTree>
      <p:nvGrpSpPr>
        <p:cNvPr id="387" name="Shape 387"/>
        <p:cNvGrpSpPr/>
        <p:nvPr/>
      </p:nvGrpSpPr>
      <p:grpSpPr>
        <a:xfrm>
          <a:off x="0" y="0"/>
          <a:ext cx="0" cy="0"/>
          <a:chOff x="0" y="0"/>
          <a:chExt cx="0" cy="0"/>
        </a:xfrm>
      </p:grpSpPr>
      <p:sp>
        <p:nvSpPr>
          <p:cNvPr id="388" name="Google Shape;388;p50"/>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89" name="Google Shape;389;p50"/>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390" name="Google Shape;390;p50"/>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391" name="Google Shape;391;p50"/>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92" name="Google Shape;392;p50"/>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_3">
    <p:spTree>
      <p:nvGrpSpPr>
        <p:cNvPr id="393" name="Shape 393"/>
        <p:cNvGrpSpPr/>
        <p:nvPr/>
      </p:nvGrpSpPr>
      <p:grpSpPr>
        <a:xfrm>
          <a:off x="0" y="0"/>
          <a:ext cx="0" cy="0"/>
          <a:chOff x="0" y="0"/>
          <a:chExt cx="0" cy="0"/>
        </a:xfrm>
      </p:grpSpPr>
      <p:sp>
        <p:nvSpPr>
          <p:cNvPr id="394" name="Google Shape;394;p51"/>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95" name="Google Shape;395;p51"/>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392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396" name="Google Shape;396;p51"/>
          <p:cNvSpPr/>
          <p:nvPr/>
        </p:nvSpPr>
        <p:spPr>
          <a:xfrm>
            <a:off x="6762749" y="1"/>
            <a:ext cx="2443530"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824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97" name="Google Shape;397;p51"/>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398" name="Google Shape;398;p5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99" name="Google Shape;399;p51"/>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400" name="Google Shape;400;p51"/>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4">
  <p:cSld name="Multi-use layout_17">
    <p:spTree>
      <p:nvGrpSpPr>
        <p:cNvPr id="401" name="Shape 401"/>
        <p:cNvGrpSpPr/>
        <p:nvPr/>
      </p:nvGrpSpPr>
      <p:grpSpPr>
        <a:xfrm>
          <a:off x="0" y="0"/>
          <a:ext cx="0" cy="0"/>
          <a:chOff x="0" y="0"/>
          <a:chExt cx="0" cy="0"/>
        </a:xfrm>
      </p:grpSpPr>
      <p:sp>
        <p:nvSpPr>
          <p:cNvPr id="402" name="Google Shape;402;p52"/>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03" name="Google Shape;403;p52"/>
          <p:cNvSpPr txBox="1"/>
          <p:nvPr>
            <p:ph idx="2" type="body"/>
          </p:nvPr>
        </p:nvSpPr>
        <p:spPr>
          <a:xfrm>
            <a:off x="345196" y="731520"/>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04" name="Google Shape;404;p52"/>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05" name="Google Shape;405;p52"/>
          <p:cNvSpPr/>
          <p:nvPr/>
        </p:nvSpPr>
        <p:spPr>
          <a:xfrm>
            <a:off x="565326" y="4898925"/>
            <a:ext cx="321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grpSp>
        <p:nvGrpSpPr>
          <p:cNvPr id="406" name="Google Shape;406;p52"/>
          <p:cNvGrpSpPr/>
          <p:nvPr/>
        </p:nvGrpSpPr>
        <p:grpSpPr>
          <a:xfrm>
            <a:off x="345152" y="4876022"/>
            <a:ext cx="135124" cy="133368"/>
            <a:chOff x="2940050" y="1514475"/>
            <a:chExt cx="4643437" cy="4583110"/>
          </a:xfrm>
        </p:grpSpPr>
        <p:sp>
          <p:nvSpPr>
            <p:cNvPr id="407" name="Google Shape;407;p5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08" name="Google Shape;408;p5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09" name="Google Shape;409;p5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0" name="Google Shape;410;p5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1" name="Google Shape;411;p5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2" name="Google Shape;412;p5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3" name="Google Shape;413;p5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14" name="Shape 414"/>
        <p:cNvGrpSpPr/>
        <p:nvPr/>
      </p:nvGrpSpPr>
      <p:grpSpPr>
        <a:xfrm>
          <a:off x="0" y="0"/>
          <a:ext cx="0" cy="0"/>
          <a:chOff x="0" y="0"/>
          <a:chExt cx="0" cy="0"/>
        </a:xfrm>
      </p:grpSpPr>
      <p:sp>
        <p:nvSpPr>
          <p:cNvPr id="415" name="Google Shape;415;p53"/>
          <p:cNvSpPr txBox="1"/>
          <p:nvPr>
            <p:ph type="title"/>
          </p:nvPr>
        </p:nvSpPr>
        <p:spPr>
          <a:xfrm>
            <a:off x="427800" y="206825"/>
            <a:ext cx="8520600" cy="572700"/>
          </a:xfrm>
          <a:prstGeom prst="rect">
            <a:avLst/>
          </a:prstGeom>
          <a:noFill/>
          <a:ln>
            <a:noFill/>
          </a:ln>
        </p:spPr>
        <p:txBody>
          <a:bodyPr anchorCtr="0" anchor="t" bIns="91425" lIns="91425" spcFirstLastPara="1" rIns="91425" wrap="square" tIns="91425">
            <a:spAutoFit/>
          </a:bodyPr>
          <a:lstStyle>
            <a:lvl1pPr lvl="0" rtl="0" algn="l">
              <a:lnSpc>
                <a:spcPct val="105000"/>
              </a:lnSpc>
              <a:spcBef>
                <a:spcPts val="0"/>
              </a:spcBef>
              <a:spcAft>
                <a:spcPts val="0"/>
              </a:spcAft>
              <a:buSzPts val="2600"/>
              <a:buNone/>
              <a:defRPr b="1"/>
            </a:lvl1pPr>
            <a:lvl2pPr lvl="1" rtl="0" algn="l">
              <a:lnSpc>
                <a:spcPct val="105000"/>
              </a:lnSpc>
              <a:spcBef>
                <a:spcPts val="1000"/>
              </a:spcBef>
              <a:spcAft>
                <a:spcPts val="0"/>
              </a:spcAft>
              <a:buSzPts val="1400"/>
              <a:buNone/>
              <a:defRPr b="1"/>
            </a:lvl2pPr>
            <a:lvl3pPr lvl="2" rtl="0" algn="l">
              <a:lnSpc>
                <a:spcPct val="105000"/>
              </a:lnSpc>
              <a:spcBef>
                <a:spcPts val="1000"/>
              </a:spcBef>
              <a:spcAft>
                <a:spcPts val="0"/>
              </a:spcAft>
              <a:buSzPts val="1400"/>
              <a:buNone/>
              <a:defRPr b="1"/>
            </a:lvl3pPr>
            <a:lvl4pPr lvl="3" rtl="0" algn="l">
              <a:lnSpc>
                <a:spcPct val="105000"/>
              </a:lnSpc>
              <a:spcBef>
                <a:spcPts val="1000"/>
              </a:spcBef>
              <a:spcAft>
                <a:spcPts val="0"/>
              </a:spcAft>
              <a:buSzPts val="1400"/>
              <a:buNone/>
              <a:defRPr b="1"/>
            </a:lvl4pPr>
            <a:lvl5pPr lvl="4" rtl="0" algn="l">
              <a:lnSpc>
                <a:spcPct val="105000"/>
              </a:lnSpc>
              <a:spcBef>
                <a:spcPts val="1000"/>
              </a:spcBef>
              <a:spcAft>
                <a:spcPts val="0"/>
              </a:spcAft>
              <a:buSzPts val="1400"/>
              <a:buNone/>
              <a:defRPr b="1"/>
            </a:lvl5pPr>
            <a:lvl6pPr lvl="5" rtl="0" algn="l">
              <a:lnSpc>
                <a:spcPct val="105000"/>
              </a:lnSpc>
              <a:spcBef>
                <a:spcPts val="1000"/>
              </a:spcBef>
              <a:spcAft>
                <a:spcPts val="0"/>
              </a:spcAft>
              <a:buSzPts val="1400"/>
              <a:buNone/>
              <a:defRPr b="1"/>
            </a:lvl6pPr>
            <a:lvl7pPr lvl="6" rtl="0" algn="l">
              <a:lnSpc>
                <a:spcPct val="105000"/>
              </a:lnSpc>
              <a:spcBef>
                <a:spcPts val="1000"/>
              </a:spcBef>
              <a:spcAft>
                <a:spcPts val="0"/>
              </a:spcAft>
              <a:buSzPts val="1400"/>
              <a:buNone/>
              <a:defRPr b="1"/>
            </a:lvl7pPr>
            <a:lvl8pPr lvl="7" rtl="0" algn="l">
              <a:lnSpc>
                <a:spcPct val="105000"/>
              </a:lnSpc>
              <a:spcBef>
                <a:spcPts val="1000"/>
              </a:spcBef>
              <a:spcAft>
                <a:spcPts val="0"/>
              </a:spcAft>
              <a:buSzPts val="1400"/>
              <a:buNone/>
              <a:defRPr b="1"/>
            </a:lvl8pPr>
            <a:lvl9pPr lvl="8" rtl="0" algn="l">
              <a:lnSpc>
                <a:spcPct val="105000"/>
              </a:lnSpc>
              <a:spcBef>
                <a:spcPts val="1000"/>
              </a:spcBef>
              <a:spcAft>
                <a:spcPts val="1000"/>
              </a:spcAft>
              <a:buSzPts val="1400"/>
              <a:buNone/>
              <a:defRPr b="1"/>
            </a:lvl9pPr>
          </a:lstStyle>
          <a:p/>
        </p:txBody>
      </p:sp>
      <p:sp>
        <p:nvSpPr>
          <p:cNvPr id="416" name="Google Shape;416;p53"/>
          <p:cNvSpPr txBox="1"/>
          <p:nvPr>
            <p:ph idx="12" type="sldNum"/>
          </p:nvPr>
        </p:nvSpPr>
        <p:spPr>
          <a:xfrm>
            <a:off x="8472458" y="4663217"/>
            <a:ext cx="548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417" name="Google Shape;417;p53"/>
          <p:cNvGrpSpPr/>
          <p:nvPr/>
        </p:nvGrpSpPr>
        <p:grpSpPr>
          <a:xfrm>
            <a:off x="223777" y="4876022"/>
            <a:ext cx="135124" cy="133368"/>
            <a:chOff x="2940050" y="1514475"/>
            <a:chExt cx="4643437" cy="4583110"/>
          </a:xfrm>
        </p:grpSpPr>
        <p:sp>
          <p:nvSpPr>
            <p:cNvPr id="418" name="Google Shape;418;p53"/>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19" name="Google Shape;419;p53"/>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20" name="Google Shape;420;p53"/>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21" name="Google Shape;421;p53"/>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22" name="Google Shape;422;p53"/>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23" name="Google Shape;423;p53"/>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424" name="Google Shape;424;p53"/>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grpSp>
      <p:sp>
        <p:nvSpPr>
          <p:cNvPr id="425" name="Google Shape;425;p53"/>
          <p:cNvSpPr/>
          <p:nvPr/>
        </p:nvSpPr>
        <p:spPr>
          <a:xfrm>
            <a:off x="355636"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2"/>
                </a:solidFill>
                <a:latin typeface="Arial"/>
                <a:ea typeface="Arial"/>
                <a:cs typeface="Arial"/>
                <a:sym typeface="Arial"/>
              </a:rPr>
              <a:t>© </a:t>
            </a:r>
            <a:r>
              <a:rPr lang="en" sz="600">
                <a:solidFill>
                  <a:schemeClr val="dk2"/>
                </a:solidFill>
              </a:rPr>
              <a:t>2026</a:t>
            </a:r>
            <a:r>
              <a:rPr b="0" i="0" lang="en" sz="600" u="none" cap="none" strike="noStrike">
                <a:solidFill>
                  <a:schemeClr val="dk2"/>
                </a:solidFill>
                <a:latin typeface="Arial"/>
                <a:ea typeface="Arial"/>
                <a:cs typeface="Arial"/>
                <a:sym typeface="Arial"/>
              </a:rPr>
              <a:t> Snowflake Inc. All Rights Reserved</a:t>
            </a:r>
            <a:endParaRPr b="0" i="0" sz="600" u="none" cap="none" strike="noStrike">
              <a:solidFill>
                <a:schemeClr val="dk2"/>
              </a:solidFill>
              <a:latin typeface="Arial"/>
              <a:ea typeface="Arial"/>
              <a:cs typeface="Arial"/>
              <a:sym typeface="Arial"/>
            </a:endParaRPr>
          </a:p>
        </p:txBody>
      </p:sp>
      <p:pic>
        <p:nvPicPr>
          <p:cNvPr id="426" name="Google Shape;426;p53"/>
          <p:cNvPicPr preferRelativeResize="0"/>
          <p:nvPr/>
        </p:nvPicPr>
        <p:blipFill rotWithShape="1">
          <a:blip r:embed="rId2">
            <a:alphaModFix/>
          </a:blip>
          <a:srcRect b="0" l="0" r="0" t="0"/>
          <a:stretch/>
        </p:blipFill>
        <p:spPr>
          <a:xfrm>
            <a:off x="8156750" y="-8"/>
            <a:ext cx="864400" cy="865025"/>
          </a:xfrm>
          <a:prstGeom prst="rect">
            <a:avLst/>
          </a:prstGeom>
          <a:noFill/>
          <a:ln>
            <a:noFill/>
          </a:ln>
        </p:spPr>
      </p:pic>
      <p:pic>
        <p:nvPicPr>
          <p:cNvPr id="427" name="Google Shape;427;p53"/>
          <p:cNvPicPr preferRelativeResize="0"/>
          <p:nvPr/>
        </p:nvPicPr>
        <p:blipFill rotWithShape="1">
          <a:blip r:embed="rId3">
            <a:alphaModFix/>
          </a:blip>
          <a:srcRect b="0" l="22726" r="0" t="0"/>
          <a:stretch/>
        </p:blipFill>
        <p:spPr>
          <a:xfrm>
            <a:off x="-4125" y="558825"/>
            <a:ext cx="1168325" cy="1599448"/>
          </a:xfrm>
          <a:prstGeom prst="rect">
            <a:avLst/>
          </a:prstGeom>
          <a:noFill/>
          <a:ln>
            <a:noFill/>
          </a:ln>
        </p:spPr>
      </p:pic>
      <p:pic>
        <p:nvPicPr>
          <p:cNvPr id="428" name="Google Shape;428;p53"/>
          <p:cNvPicPr preferRelativeResize="0"/>
          <p:nvPr/>
        </p:nvPicPr>
        <p:blipFill rotWithShape="1">
          <a:blip r:embed="rId3">
            <a:alphaModFix/>
          </a:blip>
          <a:srcRect b="0" l="22726" r="0" t="0"/>
          <a:stretch/>
        </p:blipFill>
        <p:spPr>
          <a:xfrm flipH="1">
            <a:off x="7746950" y="3211850"/>
            <a:ext cx="1411000" cy="1931649"/>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1">
  <p:cSld name="Split Layout_1">
    <p:spTree>
      <p:nvGrpSpPr>
        <p:cNvPr id="429" name="Shape 429"/>
        <p:cNvGrpSpPr/>
        <p:nvPr/>
      </p:nvGrpSpPr>
      <p:grpSpPr>
        <a:xfrm>
          <a:off x="0" y="0"/>
          <a:ext cx="0" cy="0"/>
          <a:chOff x="0" y="0"/>
          <a:chExt cx="0" cy="0"/>
        </a:xfrm>
      </p:grpSpPr>
      <p:sp>
        <p:nvSpPr>
          <p:cNvPr id="430" name="Google Shape;430;p5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31" name="Google Shape;431;p5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432" name="Google Shape;432;p54"/>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33" name="Google Shape;433;p5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34" name="Google Shape;434;p5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435" name="Google Shape;435;p5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36" name="Google Shape;436;p5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437" name="Google Shape;437;p54"/>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38" name="Google Shape;438;p5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39" name="Google Shape;439;p54"/>
          <p:cNvSpPr txBox="1"/>
          <p:nvPr>
            <p:ph idx="1" type="body"/>
          </p:nvPr>
        </p:nvSpPr>
        <p:spPr>
          <a:xfrm>
            <a:off x="4819650" y="904875"/>
            <a:ext cx="4048200" cy="39147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800"/>
              </a:spcBef>
              <a:spcAft>
                <a:spcPts val="0"/>
              </a:spcAft>
              <a:buClr>
                <a:schemeClr val="lt1"/>
              </a:buClr>
              <a:buSzPts val="1400"/>
              <a:buFont typeface="Arial"/>
              <a:buNone/>
              <a:defRPr sz="1400">
                <a:solidFill>
                  <a:schemeClr val="lt1"/>
                </a:solidFill>
              </a:defRPr>
            </a:lvl1pPr>
            <a:lvl2pPr indent="-228600" lvl="1" marL="914400" rtl="0" algn="l">
              <a:lnSpc>
                <a:spcPct val="90000"/>
              </a:lnSpc>
              <a:spcBef>
                <a:spcPts val="1000"/>
              </a:spcBef>
              <a:spcAft>
                <a:spcPts val="0"/>
              </a:spcAft>
              <a:buClr>
                <a:schemeClr val="lt1"/>
              </a:buClr>
              <a:buSzPts val="1400"/>
              <a:buFont typeface="Arial"/>
              <a:buNone/>
              <a:defRPr>
                <a:solidFill>
                  <a:schemeClr val="lt1"/>
                </a:solidFill>
              </a:defRPr>
            </a:lvl2pPr>
            <a:lvl3pPr indent="-228600" lvl="2" marL="1371600" rtl="0" algn="l">
              <a:lnSpc>
                <a:spcPct val="90000"/>
              </a:lnSpc>
              <a:spcBef>
                <a:spcPts val="1000"/>
              </a:spcBef>
              <a:spcAft>
                <a:spcPts val="0"/>
              </a:spcAft>
              <a:buClr>
                <a:schemeClr val="lt1"/>
              </a:buClr>
              <a:buSzPts val="1200"/>
              <a:buFont typeface="Arial"/>
              <a:buNone/>
              <a:defRPr>
                <a:solidFill>
                  <a:schemeClr val="lt1"/>
                </a:solidFill>
              </a:defRPr>
            </a:lvl3pPr>
            <a:lvl4pPr indent="-228600" lvl="3" marL="1828800" rtl="0" algn="l">
              <a:lnSpc>
                <a:spcPct val="90000"/>
              </a:lnSpc>
              <a:spcBef>
                <a:spcPts val="1000"/>
              </a:spcBef>
              <a:spcAft>
                <a:spcPts val="0"/>
              </a:spcAft>
              <a:buClr>
                <a:schemeClr val="lt1"/>
              </a:buClr>
              <a:buSzPts val="1200"/>
              <a:buFont typeface="Arial"/>
              <a:buNone/>
              <a:defRPr>
                <a:solidFill>
                  <a:schemeClr val="lt1"/>
                </a:solidFill>
              </a:defRPr>
            </a:lvl4pPr>
            <a:lvl5pPr indent="-228600" lvl="4" marL="2286000" rtl="0" algn="l">
              <a:lnSpc>
                <a:spcPct val="90000"/>
              </a:lnSpc>
              <a:spcBef>
                <a:spcPts val="1000"/>
              </a:spcBef>
              <a:spcAft>
                <a:spcPts val="0"/>
              </a:spcAft>
              <a:buClr>
                <a:schemeClr val="lt1"/>
              </a:buClr>
              <a:buSzPts val="1200"/>
              <a:buFont typeface="Arial"/>
              <a:buNone/>
              <a:defRPr>
                <a:solidFill>
                  <a:schemeClr val="lt1"/>
                </a:solidFill>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40" name="Google Shape;440;p5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441" name="Google Shape;441;p54"/>
          <p:cNvSpPr txBox="1"/>
          <p:nvPr>
            <p:ph idx="2" type="body"/>
          </p:nvPr>
        </p:nvSpPr>
        <p:spPr>
          <a:xfrm>
            <a:off x="302895" y="226036"/>
            <a:ext cx="3997500" cy="543000"/>
          </a:xfrm>
          <a:prstGeom prst="rect">
            <a:avLst/>
          </a:prstGeom>
          <a:noFill/>
          <a:ln>
            <a:noFill/>
          </a:ln>
        </p:spPr>
        <p:txBody>
          <a:bodyPr anchorCtr="0" anchor="t" bIns="45700" lIns="91425" spcFirstLastPara="1" rIns="91425" wrap="square" tIns="45700">
            <a:spAutoFit/>
          </a:bodyPr>
          <a:lstStyle>
            <a:lvl1pPr indent="-228600" lvl="0" marL="457200" rtl="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42" name="Google Shape;442;p5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443" name="Google Shape;443;p54"/>
          <p:cNvSpPr txBox="1"/>
          <p:nvPr/>
        </p:nvSpPr>
        <p:spPr>
          <a:xfrm>
            <a:off x="8390386" y="4898914"/>
            <a:ext cx="473700" cy="92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444" name="Google Shape;444;p5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45" name="Google Shape;445;p54"/>
          <p:cNvSpPr txBox="1"/>
          <p:nvPr>
            <p:ph idx="3" type="body"/>
          </p:nvPr>
        </p:nvSpPr>
        <p:spPr>
          <a:xfrm>
            <a:off x="302895" y="731520"/>
            <a:ext cx="4021500" cy="2949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5">
  <p:cSld name="Multi-use layout_18">
    <p:spTree>
      <p:nvGrpSpPr>
        <p:cNvPr id="446" name="Shape 446"/>
        <p:cNvGrpSpPr/>
        <p:nvPr/>
      </p:nvGrpSpPr>
      <p:grpSpPr>
        <a:xfrm>
          <a:off x="0" y="0"/>
          <a:ext cx="0" cy="0"/>
          <a:chOff x="0" y="0"/>
          <a:chExt cx="0" cy="0"/>
        </a:xfrm>
      </p:grpSpPr>
      <p:sp>
        <p:nvSpPr>
          <p:cNvPr id="447" name="Google Shape;447;p55"/>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48" name="Google Shape;448;p55"/>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49" name="Google Shape;449;p55"/>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50" name="Google Shape;450;p55"/>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51" name="Google Shape;451;p5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6">
  <p:cSld name="Multi-use layout_19">
    <p:spTree>
      <p:nvGrpSpPr>
        <p:cNvPr id="452" name="Shape 452"/>
        <p:cNvGrpSpPr/>
        <p:nvPr/>
      </p:nvGrpSpPr>
      <p:grpSpPr>
        <a:xfrm>
          <a:off x="0" y="0"/>
          <a:ext cx="0" cy="0"/>
          <a:chOff x="0" y="0"/>
          <a:chExt cx="0" cy="0"/>
        </a:xfrm>
      </p:grpSpPr>
      <p:sp>
        <p:nvSpPr>
          <p:cNvPr id="453" name="Google Shape;453;p56"/>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54" name="Google Shape;454;p56"/>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55" name="Google Shape;455;p56"/>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56" name="Google Shape;456;p56"/>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57" name="Google Shape;457;p5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7">
  <p:cSld name="Multi-use layout_20">
    <p:spTree>
      <p:nvGrpSpPr>
        <p:cNvPr id="458" name="Shape 458"/>
        <p:cNvGrpSpPr/>
        <p:nvPr/>
      </p:nvGrpSpPr>
      <p:grpSpPr>
        <a:xfrm>
          <a:off x="0" y="0"/>
          <a:ext cx="0" cy="0"/>
          <a:chOff x="0" y="0"/>
          <a:chExt cx="0" cy="0"/>
        </a:xfrm>
      </p:grpSpPr>
      <p:sp>
        <p:nvSpPr>
          <p:cNvPr id="459" name="Google Shape;459;p57"/>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60" name="Google Shape;460;p57"/>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61" name="Google Shape;461;p57"/>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62" name="Google Shape;462;p57"/>
          <p:cNvSpPr txBox="1"/>
          <p:nvPr>
            <p:ph idx="12" type="sldNum"/>
          </p:nvPr>
        </p:nvSpPr>
        <p:spPr>
          <a:xfrm>
            <a:off x="8390386" y="4898914"/>
            <a:ext cx="473700" cy="924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5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8">
  <p:cSld name="Multi-use layout_21">
    <p:spTree>
      <p:nvGrpSpPr>
        <p:cNvPr id="464" name="Shape 464"/>
        <p:cNvGrpSpPr/>
        <p:nvPr/>
      </p:nvGrpSpPr>
      <p:grpSpPr>
        <a:xfrm>
          <a:off x="0" y="0"/>
          <a:ext cx="0" cy="0"/>
          <a:chOff x="0" y="0"/>
          <a:chExt cx="0" cy="0"/>
        </a:xfrm>
      </p:grpSpPr>
      <p:sp>
        <p:nvSpPr>
          <p:cNvPr id="465" name="Google Shape;465;p58"/>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66" name="Google Shape;466;p58"/>
          <p:cNvSpPr txBox="1"/>
          <p:nvPr>
            <p:ph idx="2" type="body"/>
          </p:nvPr>
        </p:nvSpPr>
        <p:spPr>
          <a:xfrm>
            <a:off x="345196" y="592574"/>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67" name="Google Shape;467;p5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68" name="Google Shape;468;p58"/>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
  <p:cSld name="1_Agenda">
    <p:spTree>
      <p:nvGrpSpPr>
        <p:cNvPr id="470" name="Shape 470"/>
        <p:cNvGrpSpPr/>
        <p:nvPr/>
      </p:nvGrpSpPr>
      <p:grpSpPr>
        <a:xfrm>
          <a:off x="0" y="0"/>
          <a:ext cx="0" cy="0"/>
          <a:chOff x="0" y="0"/>
          <a:chExt cx="0" cy="0"/>
        </a:xfrm>
      </p:grpSpPr>
      <p:sp>
        <p:nvSpPr>
          <p:cNvPr id="471" name="Google Shape;471;p59"/>
          <p:cNvSpPr txBox="1"/>
          <p:nvPr>
            <p:ph idx="1" type="body"/>
          </p:nvPr>
        </p:nvSpPr>
        <p:spPr>
          <a:xfrm>
            <a:off x="288036" y="384572"/>
            <a:ext cx="8572500" cy="541800"/>
          </a:xfrm>
          <a:prstGeom prst="rect">
            <a:avLst/>
          </a:prstGeom>
          <a:noFill/>
          <a:ln>
            <a:noFill/>
          </a:ln>
        </p:spPr>
        <p:txBody>
          <a:bodyPr anchorCtr="0" anchor="b" bIns="45700" lIns="91425" spcFirstLastPara="1" rIns="91425" wrap="square" tIns="45700">
            <a:noAutofit/>
          </a:bodyPr>
          <a:lstStyle>
            <a:lvl1pPr indent="-228600" lvl="0" marL="457200" rtl="0" algn="ctr">
              <a:lnSpc>
                <a:spcPct val="90000"/>
              </a:lnSpc>
              <a:spcBef>
                <a:spcPts val="80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72" name="Google Shape;472;p59"/>
          <p:cNvSpPr txBox="1"/>
          <p:nvPr>
            <p:ph idx="12" type="sldNum"/>
          </p:nvPr>
        </p:nvSpPr>
        <p:spPr>
          <a:xfrm>
            <a:off x="8657902" y="4755220"/>
            <a:ext cx="257100" cy="276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73" name="Google Shape;473;p59"/>
          <p:cNvSpPr/>
          <p:nvPr/>
        </p:nvSpPr>
        <p:spPr>
          <a:xfrm>
            <a:off x="345196" y="4876043"/>
            <a:ext cx="143191" cy="130301"/>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74" name="Google Shape;474;p59"/>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75" name="Google Shape;475;p5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9">
  <p:cSld name="Multi-use layout_22">
    <p:spTree>
      <p:nvGrpSpPr>
        <p:cNvPr id="476" name="Shape 476"/>
        <p:cNvGrpSpPr/>
        <p:nvPr/>
      </p:nvGrpSpPr>
      <p:grpSpPr>
        <a:xfrm>
          <a:off x="0" y="0"/>
          <a:ext cx="0" cy="0"/>
          <a:chOff x="0" y="0"/>
          <a:chExt cx="0" cy="0"/>
        </a:xfrm>
      </p:grpSpPr>
      <p:sp>
        <p:nvSpPr>
          <p:cNvPr id="477" name="Google Shape;477;p60"/>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78" name="Google Shape;478;p60"/>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79" name="Google Shape;479;p60"/>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80" name="Google Shape;480;p60"/>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81" name="Google Shape;481;p60"/>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0">
  <p:cSld name="Multi-use layout_23">
    <p:spTree>
      <p:nvGrpSpPr>
        <p:cNvPr id="482" name="Shape 482"/>
        <p:cNvGrpSpPr/>
        <p:nvPr/>
      </p:nvGrpSpPr>
      <p:grpSpPr>
        <a:xfrm>
          <a:off x="0" y="0"/>
          <a:ext cx="0" cy="0"/>
          <a:chOff x="0" y="0"/>
          <a:chExt cx="0" cy="0"/>
        </a:xfrm>
      </p:grpSpPr>
      <p:sp>
        <p:nvSpPr>
          <p:cNvPr id="483" name="Google Shape;483;p61"/>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84" name="Google Shape;484;p61"/>
          <p:cNvSpPr txBox="1"/>
          <p:nvPr>
            <p:ph idx="2" type="body"/>
          </p:nvPr>
        </p:nvSpPr>
        <p:spPr>
          <a:xfrm>
            <a:off x="345196" y="592574"/>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85" name="Google Shape;485;p61"/>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86" name="Google Shape;486;p61"/>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6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1">
  <p:cSld name="Multi-use layout_24">
    <p:spTree>
      <p:nvGrpSpPr>
        <p:cNvPr id="488" name="Shape 488"/>
        <p:cNvGrpSpPr/>
        <p:nvPr/>
      </p:nvGrpSpPr>
      <p:grpSpPr>
        <a:xfrm>
          <a:off x="0" y="0"/>
          <a:ext cx="0" cy="0"/>
          <a:chOff x="0" y="0"/>
          <a:chExt cx="0" cy="0"/>
        </a:xfrm>
      </p:grpSpPr>
      <p:sp>
        <p:nvSpPr>
          <p:cNvPr id="489" name="Google Shape;489;p62"/>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90" name="Google Shape;490;p62"/>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91" name="Google Shape;491;p62"/>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92" name="Google Shape;492;p62"/>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93" name="Google Shape;493;p6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2">
  <p:cSld name="Multi-use layout_25">
    <p:spTree>
      <p:nvGrpSpPr>
        <p:cNvPr id="494" name="Shape 494"/>
        <p:cNvGrpSpPr/>
        <p:nvPr/>
      </p:nvGrpSpPr>
      <p:grpSpPr>
        <a:xfrm>
          <a:off x="0" y="0"/>
          <a:ext cx="0" cy="0"/>
          <a:chOff x="0" y="0"/>
          <a:chExt cx="0" cy="0"/>
        </a:xfrm>
      </p:grpSpPr>
      <p:sp>
        <p:nvSpPr>
          <p:cNvPr id="495" name="Google Shape;495;p63"/>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96" name="Google Shape;496;p63"/>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497" name="Google Shape;497;p63"/>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498" name="Google Shape;498;p63"/>
          <p:cNvSpPr txBox="1"/>
          <p:nvPr>
            <p:ph idx="12" type="sldNum"/>
          </p:nvPr>
        </p:nvSpPr>
        <p:spPr>
          <a:xfrm>
            <a:off x="8390386" y="4898914"/>
            <a:ext cx="473700" cy="924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99" name="Google Shape;499;p6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2">
  <p:cSld name="One Column Layout_3">
    <p:spTree>
      <p:nvGrpSpPr>
        <p:cNvPr id="500" name="Shape 500"/>
        <p:cNvGrpSpPr/>
        <p:nvPr/>
      </p:nvGrpSpPr>
      <p:grpSpPr>
        <a:xfrm>
          <a:off x="0" y="0"/>
          <a:ext cx="0" cy="0"/>
          <a:chOff x="0" y="0"/>
          <a:chExt cx="0" cy="0"/>
        </a:xfrm>
      </p:grpSpPr>
      <p:sp>
        <p:nvSpPr>
          <p:cNvPr id="501" name="Google Shape;501;p64"/>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02" name="Google Shape;502;p64"/>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03" name="Google Shape;503;p6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04" name="Google Shape;504;p64"/>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05" name="Google Shape;505;p6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3">
  <p:cSld name="Multi-use layout_26">
    <p:spTree>
      <p:nvGrpSpPr>
        <p:cNvPr id="506" name="Shape 506"/>
        <p:cNvGrpSpPr/>
        <p:nvPr/>
      </p:nvGrpSpPr>
      <p:grpSpPr>
        <a:xfrm>
          <a:off x="0" y="0"/>
          <a:ext cx="0" cy="0"/>
          <a:chOff x="0" y="0"/>
          <a:chExt cx="0" cy="0"/>
        </a:xfrm>
      </p:grpSpPr>
      <p:sp>
        <p:nvSpPr>
          <p:cNvPr id="507" name="Google Shape;507;p65"/>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08" name="Google Shape;508;p65"/>
          <p:cNvSpPr txBox="1"/>
          <p:nvPr>
            <p:ph idx="2" type="body"/>
          </p:nvPr>
        </p:nvSpPr>
        <p:spPr>
          <a:xfrm>
            <a:off x="345196" y="592573"/>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09" name="Google Shape;509;p65"/>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10" name="Google Shape;510;p65"/>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6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3">
  <p:cSld name="One Column Layout_4">
    <p:spTree>
      <p:nvGrpSpPr>
        <p:cNvPr id="512" name="Shape 512"/>
        <p:cNvGrpSpPr/>
        <p:nvPr/>
      </p:nvGrpSpPr>
      <p:grpSpPr>
        <a:xfrm>
          <a:off x="0" y="0"/>
          <a:ext cx="0" cy="0"/>
          <a:chOff x="0" y="0"/>
          <a:chExt cx="0" cy="0"/>
        </a:xfrm>
      </p:grpSpPr>
      <p:sp>
        <p:nvSpPr>
          <p:cNvPr id="513" name="Google Shape;513;p66"/>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14" name="Google Shape;514;p66"/>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15" name="Google Shape;515;p66"/>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16" name="Google Shape;516;p66"/>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17" name="Google Shape;517;p6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4">
  <p:cSld name="Multi-use layout_27">
    <p:spTree>
      <p:nvGrpSpPr>
        <p:cNvPr id="518" name="Shape 518"/>
        <p:cNvGrpSpPr/>
        <p:nvPr/>
      </p:nvGrpSpPr>
      <p:grpSpPr>
        <a:xfrm>
          <a:off x="0" y="0"/>
          <a:ext cx="0" cy="0"/>
          <a:chOff x="0" y="0"/>
          <a:chExt cx="0" cy="0"/>
        </a:xfrm>
      </p:grpSpPr>
      <p:sp>
        <p:nvSpPr>
          <p:cNvPr id="519" name="Google Shape;519;p67"/>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20" name="Google Shape;520;p67"/>
          <p:cNvSpPr txBox="1"/>
          <p:nvPr>
            <p:ph idx="2" type="body"/>
          </p:nvPr>
        </p:nvSpPr>
        <p:spPr>
          <a:xfrm>
            <a:off x="345196" y="592573"/>
            <a:ext cx="84492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21" name="Google Shape;521;p67"/>
          <p:cNvSpPr/>
          <p:nvPr/>
        </p:nvSpPr>
        <p:spPr>
          <a:xfrm>
            <a:off x="548640"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22" name="Google Shape;522;p67"/>
          <p:cNvSpPr/>
          <p:nvPr/>
        </p:nvSpPr>
        <p:spPr>
          <a:xfrm>
            <a:off x="345200" y="4878326"/>
            <a:ext cx="127959" cy="128973"/>
          </a:xfrm>
          <a:custGeom>
            <a:rect b="b" l="l" r="r" t="t"/>
            <a:pathLst>
              <a:path extrusionOk="0" h="1322795" w="1312396">
                <a:moveTo>
                  <a:pt x="1271290" y="571270"/>
                </a:moveTo>
                <a:lnTo>
                  <a:pt x="1115929" y="661350"/>
                </a:lnTo>
                <a:lnTo>
                  <a:pt x="1271290" y="751146"/>
                </a:lnTo>
                <a:cubicBezTo>
                  <a:pt x="1310553" y="773817"/>
                  <a:pt x="1324049" y="824102"/>
                  <a:pt x="1301433" y="863461"/>
                </a:cubicBezTo>
                <a:cubicBezTo>
                  <a:pt x="1278817" y="902820"/>
                  <a:pt x="1228654" y="916349"/>
                  <a:pt x="1189391" y="893678"/>
                </a:cubicBezTo>
                <a:lnTo>
                  <a:pt x="911183" y="732141"/>
                </a:lnTo>
                <a:cubicBezTo>
                  <a:pt x="893321" y="721813"/>
                  <a:pt x="880039" y="705068"/>
                  <a:pt x="874025" y="685296"/>
                </a:cubicBezTo>
                <a:cubicBezTo>
                  <a:pt x="871331" y="676663"/>
                  <a:pt x="870113" y="667635"/>
                  <a:pt x="870423" y="658595"/>
                </a:cubicBezTo>
                <a:cubicBezTo>
                  <a:pt x="870566" y="652165"/>
                  <a:pt x="871521" y="645779"/>
                  <a:pt x="873267" y="639590"/>
                </a:cubicBezTo>
                <a:cubicBezTo>
                  <a:pt x="879006" y="618848"/>
                  <a:pt x="892615" y="601181"/>
                  <a:pt x="911183" y="590369"/>
                </a:cubicBezTo>
                <a:lnTo>
                  <a:pt x="1189391" y="429403"/>
                </a:lnTo>
                <a:cubicBezTo>
                  <a:pt x="1228655" y="406732"/>
                  <a:pt x="1278817" y="420260"/>
                  <a:pt x="1301433" y="459619"/>
                </a:cubicBezTo>
                <a:cubicBezTo>
                  <a:pt x="1324049" y="498979"/>
                  <a:pt x="1310553" y="549264"/>
                  <a:pt x="1271290" y="571935"/>
                </a:cubicBezTo>
                <a:close/>
                <a:moveTo>
                  <a:pt x="1124176" y="1007704"/>
                </a:moveTo>
                <a:lnTo>
                  <a:pt x="846062" y="846927"/>
                </a:lnTo>
                <a:cubicBezTo>
                  <a:pt x="831745" y="838539"/>
                  <a:pt x="815192" y="834788"/>
                  <a:pt x="798667" y="836190"/>
                </a:cubicBezTo>
                <a:cubicBezTo>
                  <a:pt x="755909" y="839327"/>
                  <a:pt x="722821" y="875026"/>
                  <a:pt x="722836" y="918004"/>
                </a:cubicBezTo>
                <a:lnTo>
                  <a:pt x="722836" y="1239937"/>
                </a:lnTo>
                <a:cubicBezTo>
                  <a:pt x="722836" y="1285279"/>
                  <a:pt x="759503" y="1322035"/>
                  <a:pt x="804734" y="1322035"/>
                </a:cubicBezTo>
                <a:cubicBezTo>
                  <a:pt x="849965" y="1322035"/>
                  <a:pt x="886632" y="1285279"/>
                  <a:pt x="886632" y="1239937"/>
                </a:cubicBezTo>
                <a:lnTo>
                  <a:pt x="886632" y="1059396"/>
                </a:lnTo>
                <a:lnTo>
                  <a:pt x="1042751" y="1150236"/>
                </a:lnTo>
                <a:cubicBezTo>
                  <a:pt x="1082015" y="1172881"/>
                  <a:pt x="1132156" y="1159331"/>
                  <a:pt x="1154746" y="1119972"/>
                </a:cubicBezTo>
                <a:cubicBezTo>
                  <a:pt x="1177335" y="1080613"/>
                  <a:pt x="1163818" y="1030349"/>
                  <a:pt x="1124555" y="1007704"/>
                </a:cubicBezTo>
                <a:close/>
                <a:moveTo>
                  <a:pt x="803217" y="692802"/>
                </a:moveTo>
                <a:lnTo>
                  <a:pt x="687574" y="808159"/>
                </a:lnTo>
                <a:cubicBezTo>
                  <a:pt x="683632" y="811891"/>
                  <a:pt x="678487" y="814082"/>
                  <a:pt x="673071" y="814335"/>
                </a:cubicBezTo>
                <a:lnTo>
                  <a:pt x="639136" y="814335"/>
                </a:lnTo>
                <a:cubicBezTo>
                  <a:pt x="633704" y="814032"/>
                  <a:pt x="628545" y="811849"/>
                  <a:pt x="624538" y="808159"/>
                </a:cubicBezTo>
                <a:lnTo>
                  <a:pt x="508990" y="692802"/>
                </a:lnTo>
                <a:cubicBezTo>
                  <a:pt x="505424" y="688805"/>
                  <a:pt x="503318" y="683713"/>
                  <a:pt x="503018" y="678359"/>
                </a:cubicBezTo>
                <a:lnTo>
                  <a:pt x="503018" y="644246"/>
                </a:lnTo>
                <a:cubicBezTo>
                  <a:pt x="503283" y="638828"/>
                  <a:pt x="505391" y="633664"/>
                  <a:pt x="508990" y="629613"/>
                </a:cubicBezTo>
                <a:lnTo>
                  <a:pt x="624538" y="513592"/>
                </a:lnTo>
                <a:cubicBezTo>
                  <a:pt x="628554" y="509929"/>
                  <a:pt x="633714" y="507780"/>
                  <a:pt x="639136" y="507510"/>
                </a:cubicBezTo>
                <a:lnTo>
                  <a:pt x="673071" y="507510"/>
                </a:lnTo>
                <a:cubicBezTo>
                  <a:pt x="678472" y="507745"/>
                  <a:pt x="683614" y="509901"/>
                  <a:pt x="687574" y="513592"/>
                </a:cubicBezTo>
                <a:lnTo>
                  <a:pt x="803217" y="629328"/>
                </a:lnTo>
                <a:cubicBezTo>
                  <a:pt x="806816" y="633379"/>
                  <a:pt x="808924" y="638543"/>
                  <a:pt x="809189" y="643961"/>
                </a:cubicBezTo>
                <a:lnTo>
                  <a:pt x="809189" y="678074"/>
                </a:lnTo>
                <a:cubicBezTo>
                  <a:pt x="808953" y="683527"/>
                  <a:pt x="806843" y="688730"/>
                  <a:pt x="803217" y="692802"/>
                </a:cubicBezTo>
                <a:close/>
                <a:moveTo>
                  <a:pt x="710987" y="660685"/>
                </a:moveTo>
                <a:cubicBezTo>
                  <a:pt x="710615" y="655245"/>
                  <a:pt x="708486" y="650075"/>
                  <a:pt x="704920" y="645957"/>
                </a:cubicBezTo>
                <a:lnTo>
                  <a:pt x="671175" y="612604"/>
                </a:lnTo>
                <a:cubicBezTo>
                  <a:pt x="667218" y="608969"/>
                  <a:pt x="662126" y="606820"/>
                  <a:pt x="656767" y="606523"/>
                </a:cubicBezTo>
                <a:lnTo>
                  <a:pt x="655440" y="606523"/>
                </a:lnTo>
                <a:cubicBezTo>
                  <a:pt x="650080" y="606820"/>
                  <a:pt x="644989" y="608969"/>
                  <a:pt x="641032" y="612604"/>
                </a:cubicBezTo>
                <a:lnTo>
                  <a:pt x="607571" y="645957"/>
                </a:lnTo>
                <a:cubicBezTo>
                  <a:pt x="603959" y="650037"/>
                  <a:pt x="601851" y="655235"/>
                  <a:pt x="601599" y="660685"/>
                </a:cubicBezTo>
                <a:lnTo>
                  <a:pt x="601599" y="661920"/>
                </a:lnTo>
                <a:cubicBezTo>
                  <a:pt x="601838" y="667288"/>
                  <a:pt x="603952" y="672401"/>
                  <a:pt x="607571" y="676364"/>
                </a:cubicBezTo>
                <a:lnTo>
                  <a:pt x="641032" y="709906"/>
                </a:lnTo>
                <a:cubicBezTo>
                  <a:pt x="645002" y="713522"/>
                  <a:pt x="650086" y="715668"/>
                  <a:pt x="655440" y="715988"/>
                </a:cubicBezTo>
                <a:lnTo>
                  <a:pt x="656767" y="715988"/>
                </a:lnTo>
                <a:cubicBezTo>
                  <a:pt x="662126" y="715691"/>
                  <a:pt x="667218" y="713542"/>
                  <a:pt x="671175" y="709906"/>
                </a:cubicBezTo>
                <a:lnTo>
                  <a:pt x="704731" y="676364"/>
                </a:lnTo>
                <a:cubicBezTo>
                  <a:pt x="708374" y="672390"/>
                  <a:pt x="710578" y="667302"/>
                  <a:pt x="710987" y="661920"/>
                </a:cubicBezTo>
                <a:close/>
                <a:moveTo>
                  <a:pt x="188031" y="314616"/>
                </a:moveTo>
                <a:lnTo>
                  <a:pt x="466239" y="475583"/>
                </a:lnTo>
                <a:cubicBezTo>
                  <a:pt x="505562" y="498307"/>
                  <a:pt x="555815" y="484773"/>
                  <a:pt x="578483" y="445354"/>
                </a:cubicBezTo>
                <a:cubicBezTo>
                  <a:pt x="585645" y="432901"/>
                  <a:pt x="589431" y="418786"/>
                  <a:pt x="589466" y="404412"/>
                </a:cubicBezTo>
                <a:lnTo>
                  <a:pt x="589466" y="82479"/>
                </a:lnTo>
                <a:cubicBezTo>
                  <a:pt x="589466" y="37137"/>
                  <a:pt x="552799" y="380"/>
                  <a:pt x="507568" y="380"/>
                </a:cubicBezTo>
                <a:cubicBezTo>
                  <a:pt x="462337" y="380"/>
                  <a:pt x="425669" y="37137"/>
                  <a:pt x="425669" y="82479"/>
                </a:cubicBezTo>
                <a:lnTo>
                  <a:pt x="425669" y="263020"/>
                </a:lnTo>
                <a:lnTo>
                  <a:pt x="269835" y="172464"/>
                </a:lnTo>
                <a:cubicBezTo>
                  <a:pt x="230572" y="149820"/>
                  <a:pt x="180430" y="163369"/>
                  <a:pt x="157841" y="202729"/>
                </a:cubicBezTo>
                <a:cubicBezTo>
                  <a:pt x="135251" y="242088"/>
                  <a:pt x="148768" y="292352"/>
                  <a:pt x="188031" y="314997"/>
                </a:cubicBezTo>
                <a:close/>
                <a:moveTo>
                  <a:pt x="798667" y="486320"/>
                </a:moveTo>
                <a:cubicBezTo>
                  <a:pt x="815189" y="487672"/>
                  <a:pt x="831727" y="483926"/>
                  <a:pt x="846062" y="475583"/>
                </a:cubicBezTo>
                <a:lnTo>
                  <a:pt x="1124176" y="314616"/>
                </a:lnTo>
                <a:cubicBezTo>
                  <a:pt x="1163439" y="291972"/>
                  <a:pt x="1176956" y="241708"/>
                  <a:pt x="1154366" y="202348"/>
                </a:cubicBezTo>
                <a:cubicBezTo>
                  <a:pt x="1131777" y="162989"/>
                  <a:pt x="1081635" y="149439"/>
                  <a:pt x="1042372" y="172084"/>
                </a:cubicBezTo>
                <a:lnTo>
                  <a:pt x="886632" y="262640"/>
                </a:lnTo>
                <a:lnTo>
                  <a:pt x="886632" y="82099"/>
                </a:lnTo>
                <a:cubicBezTo>
                  <a:pt x="886632" y="36757"/>
                  <a:pt x="849965" y="0"/>
                  <a:pt x="804734" y="0"/>
                </a:cubicBezTo>
                <a:cubicBezTo>
                  <a:pt x="759503" y="0"/>
                  <a:pt x="722836" y="36757"/>
                  <a:pt x="722836" y="82099"/>
                </a:cubicBezTo>
                <a:lnTo>
                  <a:pt x="722836" y="404412"/>
                </a:lnTo>
                <a:cubicBezTo>
                  <a:pt x="722817" y="447408"/>
                  <a:pt x="755894" y="483136"/>
                  <a:pt x="798667" y="486320"/>
                </a:cubicBezTo>
                <a:close/>
                <a:moveTo>
                  <a:pt x="513729" y="836665"/>
                </a:moveTo>
                <a:cubicBezTo>
                  <a:pt x="497205" y="835264"/>
                  <a:pt x="480652" y="839014"/>
                  <a:pt x="466334" y="847402"/>
                </a:cubicBezTo>
                <a:lnTo>
                  <a:pt x="188031" y="1007704"/>
                </a:lnTo>
                <a:cubicBezTo>
                  <a:pt x="148768" y="1030349"/>
                  <a:pt x="135251" y="1080613"/>
                  <a:pt x="157841" y="1119972"/>
                </a:cubicBezTo>
                <a:cubicBezTo>
                  <a:pt x="180430" y="1159331"/>
                  <a:pt x="230572" y="1172881"/>
                  <a:pt x="269835" y="1150236"/>
                </a:cubicBezTo>
                <a:lnTo>
                  <a:pt x="425669" y="1060156"/>
                </a:lnTo>
                <a:lnTo>
                  <a:pt x="425669" y="1240697"/>
                </a:lnTo>
                <a:cubicBezTo>
                  <a:pt x="425669" y="1286039"/>
                  <a:pt x="462337" y="1322796"/>
                  <a:pt x="507568" y="1322796"/>
                </a:cubicBezTo>
                <a:cubicBezTo>
                  <a:pt x="552799" y="1322796"/>
                  <a:pt x="589466" y="1286039"/>
                  <a:pt x="589466" y="1240697"/>
                </a:cubicBezTo>
                <a:lnTo>
                  <a:pt x="589466" y="918004"/>
                </a:lnTo>
                <a:cubicBezTo>
                  <a:pt x="589238" y="875243"/>
                  <a:pt x="556269" y="839836"/>
                  <a:pt x="513729" y="836665"/>
                </a:cubicBezTo>
                <a:close/>
                <a:moveTo>
                  <a:pt x="437897" y="685866"/>
                </a:moveTo>
                <a:cubicBezTo>
                  <a:pt x="440622" y="677238"/>
                  <a:pt x="441872" y="668210"/>
                  <a:pt x="441594" y="659165"/>
                </a:cubicBezTo>
                <a:cubicBezTo>
                  <a:pt x="441330" y="652739"/>
                  <a:pt x="440345" y="646364"/>
                  <a:pt x="438656" y="640160"/>
                </a:cubicBezTo>
                <a:cubicBezTo>
                  <a:pt x="433020" y="619367"/>
                  <a:pt x="419383" y="601664"/>
                  <a:pt x="400740" y="590939"/>
                </a:cubicBezTo>
                <a:lnTo>
                  <a:pt x="123290" y="429117"/>
                </a:lnTo>
                <a:cubicBezTo>
                  <a:pt x="84026" y="406447"/>
                  <a:pt x="33864" y="419975"/>
                  <a:pt x="11248" y="459334"/>
                </a:cubicBezTo>
                <a:cubicBezTo>
                  <a:pt x="-11368" y="498694"/>
                  <a:pt x="2128" y="548979"/>
                  <a:pt x="41391" y="571650"/>
                </a:cubicBezTo>
                <a:lnTo>
                  <a:pt x="196752" y="661730"/>
                </a:lnTo>
                <a:lnTo>
                  <a:pt x="41012" y="751146"/>
                </a:lnTo>
                <a:cubicBezTo>
                  <a:pt x="1749" y="773922"/>
                  <a:pt x="-11662" y="824292"/>
                  <a:pt x="11059" y="863651"/>
                </a:cubicBezTo>
                <a:cubicBezTo>
                  <a:pt x="33779" y="903010"/>
                  <a:pt x="84026" y="916454"/>
                  <a:pt x="123290" y="893678"/>
                </a:cubicBezTo>
                <a:lnTo>
                  <a:pt x="400929" y="732141"/>
                </a:lnTo>
                <a:cubicBezTo>
                  <a:pt x="418870" y="721902"/>
                  <a:pt x="432230" y="705178"/>
                  <a:pt x="438276" y="68539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5">
  <p:cSld name="Multi-use layout_28">
    <p:spTree>
      <p:nvGrpSpPr>
        <p:cNvPr id="523" name="Shape 523"/>
        <p:cNvGrpSpPr/>
        <p:nvPr/>
      </p:nvGrpSpPr>
      <p:grpSpPr>
        <a:xfrm>
          <a:off x="0" y="0"/>
          <a:ext cx="0" cy="0"/>
          <a:chOff x="0" y="0"/>
          <a:chExt cx="0" cy="0"/>
        </a:xfrm>
      </p:grpSpPr>
      <p:sp>
        <p:nvSpPr>
          <p:cNvPr id="524" name="Google Shape;524;p68"/>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25" name="Google Shape;525;p68"/>
          <p:cNvSpPr txBox="1"/>
          <p:nvPr>
            <p:ph idx="2" type="body"/>
          </p:nvPr>
        </p:nvSpPr>
        <p:spPr>
          <a:xfrm>
            <a:off x="345196" y="592573"/>
            <a:ext cx="84492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26" name="Google Shape;526;p68"/>
          <p:cNvSpPr/>
          <p:nvPr/>
        </p:nvSpPr>
        <p:spPr>
          <a:xfrm>
            <a:off x="548640"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27" name="Google Shape;527;p68"/>
          <p:cNvSpPr/>
          <p:nvPr/>
        </p:nvSpPr>
        <p:spPr>
          <a:xfrm>
            <a:off x="345200" y="4878326"/>
            <a:ext cx="127959" cy="128973"/>
          </a:xfrm>
          <a:custGeom>
            <a:rect b="b" l="l" r="r" t="t"/>
            <a:pathLst>
              <a:path extrusionOk="0" h="1322795" w="1312396">
                <a:moveTo>
                  <a:pt x="1271290" y="571270"/>
                </a:moveTo>
                <a:lnTo>
                  <a:pt x="1115929" y="661350"/>
                </a:lnTo>
                <a:lnTo>
                  <a:pt x="1271290" y="751146"/>
                </a:lnTo>
                <a:cubicBezTo>
                  <a:pt x="1310553" y="773817"/>
                  <a:pt x="1324049" y="824102"/>
                  <a:pt x="1301433" y="863461"/>
                </a:cubicBezTo>
                <a:cubicBezTo>
                  <a:pt x="1278817" y="902820"/>
                  <a:pt x="1228654" y="916349"/>
                  <a:pt x="1189391" y="893678"/>
                </a:cubicBezTo>
                <a:lnTo>
                  <a:pt x="911183" y="732141"/>
                </a:lnTo>
                <a:cubicBezTo>
                  <a:pt x="893321" y="721813"/>
                  <a:pt x="880039" y="705068"/>
                  <a:pt x="874025" y="685296"/>
                </a:cubicBezTo>
                <a:cubicBezTo>
                  <a:pt x="871331" y="676663"/>
                  <a:pt x="870113" y="667635"/>
                  <a:pt x="870423" y="658595"/>
                </a:cubicBezTo>
                <a:cubicBezTo>
                  <a:pt x="870566" y="652165"/>
                  <a:pt x="871521" y="645779"/>
                  <a:pt x="873267" y="639590"/>
                </a:cubicBezTo>
                <a:cubicBezTo>
                  <a:pt x="879006" y="618848"/>
                  <a:pt x="892615" y="601181"/>
                  <a:pt x="911183" y="590369"/>
                </a:cubicBezTo>
                <a:lnTo>
                  <a:pt x="1189391" y="429403"/>
                </a:lnTo>
                <a:cubicBezTo>
                  <a:pt x="1228655" y="406732"/>
                  <a:pt x="1278817" y="420260"/>
                  <a:pt x="1301433" y="459619"/>
                </a:cubicBezTo>
                <a:cubicBezTo>
                  <a:pt x="1324049" y="498979"/>
                  <a:pt x="1310553" y="549264"/>
                  <a:pt x="1271290" y="571935"/>
                </a:cubicBezTo>
                <a:close/>
                <a:moveTo>
                  <a:pt x="1124176" y="1007704"/>
                </a:moveTo>
                <a:lnTo>
                  <a:pt x="846062" y="846927"/>
                </a:lnTo>
                <a:cubicBezTo>
                  <a:pt x="831745" y="838539"/>
                  <a:pt x="815192" y="834788"/>
                  <a:pt x="798667" y="836190"/>
                </a:cubicBezTo>
                <a:cubicBezTo>
                  <a:pt x="755909" y="839327"/>
                  <a:pt x="722821" y="875026"/>
                  <a:pt x="722836" y="918004"/>
                </a:cubicBezTo>
                <a:lnTo>
                  <a:pt x="722836" y="1239937"/>
                </a:lnTo>
                <a:cubicBezTo>
                  <a:pt x="722836" y="1285279"/>
                  <a:pt x="759503" y="1322035"/>
                  <a:pt x="804734" y="1322035"/>
                </a:cubicBezTo>
                <a:cubicBezTo>
                  <a:pt x="849965" y="1322035"/>
                  <a:pt x="886632" y="1285279"/>
                  <a:pt x="886632" y="1239937"/>
                </a:cubicBezTo>
                <a:lnTo>
                  <a:pt x="886632" y="1059396"/>
                </a:lnTo>
                <a:lnTo>
                  <a:pt x="1042751" y="1150236"/>
                </a:lnTo>
                <a:cubicBezTo>
                  <a:pt x="1082015" y="1172881"/>
                  <a:pt x="1132156" y="1159331"/>
                  <a:pt x="1154746" y="1119972"/>
                </a:cubicBezTo>
                <a:cubicBezTo>
                  <a:pt x="1177335" y="1080613"/>
                  <a:pt x="1163818" y="1030349"/>
                  <a:pt x="1124555" y="1007704"/>
                </a:cubicBezTo>
                <a:close/>
                <a:moveTo>
                  <a:pt x="803217" y="692802"/>
                </a:moveTo>
                <a:lnTo>
                  <a:pt x="687574" y="808159"/>
                </a:lnTo>
                <a:cubicBezTo>
                  <a:pt x="683632" y="811891"/>
                  <a:pt x="678487" y="814082"/>
                  <a:pt x="673071" y="814335"/>
                </a:cubicBezTo>
                <a:lnTo>
                  <a:pt x="639136" y="814335"/>
                </a:lnTo>
                <a:cubicBezTo>
                  <a:pt x="633704" y="814032"/>
                  <a:pt x="628545" y="811849"/>
                  <a:pt x="624538" y="808159"/>
                </a:cubicBezTo>
                <a:lnTo>
                  <a:pt x="508990" y="692802"/>
                </a:lnTo>
                <a:cubicBezTo>
                  <a:pt x="505424" y="688805"/>
                  <a:pt x="503318" y="683713"/>
                  <a:pt x="503018" y="678359"/>
                </a:cubicBezTo>
                <a:lnTo>
                  <a:pt x="503018" y="644246"/>
                </a:lnTo>
                <a:cubicBezTo>
                  <a:pt x="503283" y="638828"/>
                  <a:pt x="505391" y="633664"/>
                  <a:pt x="508990" y="629613"/>
                </a:cubicBezTo>
                <a:lnTo>
                  <a:pt x="624538" y="513592"/>
                </a:lnTo>
                <a:cubicBezTo>
                  <a:pt x="628554" y="509929"/>
                  <a:pt x="633714" y="507780"/>
                  <a:pt x="639136" y="507510"/>
                </a:cubicBezTo>
                <a:lnTo>
                  <a:pt x="673071" y="507510"/>
                </a:lnTo>
                <a:cubicBezTo>
                  <a:pt x="678472" y="507745"/>
                  <a:pt x="683614" y="509901"/>
                  <a:pt x="687574" y="513592"/>
                </a:cubicBezTo>
                <a:lnTo>
                  <a:pt x="803217" y="629328"/>
                </a:lnTo>
                <a:cubicBezTo>
                  <a:pt x="806816" y="633379"/>
                  <a:pt x="808924" y="638543"/>
                  <a:pt x="809189" y="643961"/>
                </a:cubicBezTo>
                <a:lnTo>
                  <a:pt x="809189" y="678074"/>
                </a:lnTo>
                <a:cubicBezTo>
                  <a:pt x="808953" y="683527"/>
                  <a:pt x="806843" y="688730"/>
                  <a:pt x="803217" y="692802"/>
                </a:cubicBezTo>
                <a:close/>
                <a:moveTo>
                  <a:pt x="710987" y="660685"/>
                </a:moveTo>
                <a:cubicBezTo>
                  <a:pt x="710615" y="655245"/>
                  <a:pt x="708486" y="650075"/>
                  <a:pt x="704920" y="645957"/>
                </a:cubicBezTo>
                <a:lnTo>
                  <a:pt x="671175" y="612604"/>
                </a:lnTo>
                <a:cubicBezTo>
                  <a:pt x="667218" y="608969"/>
                  <a:pt x="662126" y="606820"/>
                  <a:pt x="656767" y="606523"/>
                </a:cubicBezTo>
                <a:lnTo>
                  <a:pt x="655440" y="606523"/>
                </a:lnTo>
                <a:cubicBezTo>
                  <a:pt x="650080" y="606820"/>
                  <a:pt x="644989" y="608969"/>
                  <a:pt x="641032" y="612604"/>
                </a:cubicBezTo>
                <a:lnTo>
                  <a:pt x="607571" y="645957"/>
                </a:lnTo>
                <a:cubicBezTo>
                  <a:pt x="603959" y="650037"/>
                  <a:pt x="601851" y="655235"/>
                  <a:pt x="601599" y="660685"/>
                </a:cubicBezTo>
                <a:lnTo>
                  <a:pt x="601599" y="661920"/>
                </a:lnTo>
                <a:cubicBezTo>
                  <a:pt x="601838" y="667288"/>
                  <a:pt x="603952" y="672401"/>
                  <a:pt x="607571" y="676364"/>
                </a:cubicBezTo>
                <a:lnTo>
                  <a:pt x="641032" y="709906"/>
                </a:lnTo>
                <a:cubicBezTo>
                  <a:pt x="645002" y="713522"/>
                  <a:pt x="650086" y="715668"/>
                  <a:pt x="655440" y="715988"/>
                </a:cubicBezTo>
                <a:lnTo>
                  <a:pt x="656767" y="715988"/>
                </a:lnTo>
                <a:cubicBezTo>
                  <a:pt x="662126" y="715691"/>
                  <a:pt x="667218" y="713542"/>
                  <a:pt x="671175" y="709906"/>
                </a:cubicBezTo>
                <a:lnTo>
                  <a:pt x="704731" y="676364"/>
                </a:lnTo>
                <a:cubicBezTo>
                  <a:pt x="708374" y="672390"/>
                  <a:pt x="710578" y="667302"/>
                  <a:pt x="710987" y="661920"/>
                </a:cubicBezTo>
                <a:close/>
                <a:moveTo>
                  <a:pt x="188031" y="314616"/>
                </a:moveTo>
                <a:lnTo>
                  <a:pt x="466239" y="475583"/>
                </a:lnTo>
                <a:cubicBezTo>
                  <a:pt x="505562" y="498307"/>
                  <a:pt x="555815" y="484773"/>
                  <a:pt x="578483" y="445354"/>
                </a:cubicBezTo>
                <a:cubicBezTo>
                  <a:pt x="585645" y="432901"/>
                  <a:pt x="589431" y="418786"/>
                  <a:pt x="589466" y="404412"/>
                </a:cubicBezTo>
                <a:lnTo>
                  <a:pt x="589466" y="82479"/>
                </a:lnTo>
                <a:cubicBezTo>
                  <a:pt x="589466" y="37137"/>
                  <a:pt x="552799" y="380"/>
                  <a:pt x="507568" y="380"/>
                </a:cubicBezTo>
                <a:cubicBezTo>
                  <a:pt x="462337" y="380"/>
                  <a:pt x="425669" y="37137"/>
                  <a:pt x="425669" y="82479"/>
                </a:cubicBezTo>
                <a:lnTo>
                  <a:pt x="425669" y="263020"/>
                </a:lnTo>
                <a:lnTo>
                  <a:pt x="269835" y="172464"/>
                </a:lnTo>
                <a:cubicBezTo>
                  <a:pt x="230572" y="149820"/>
                  <a:pt x="180430" y="163369"/>
                  <a:pt x="157841" y="202729"/>
                </a:cubicBezTo>
                <a:cubicBezTo>
                  <a:pt x="135251" y="242088"/>
                  <a:pt x="148768" y="292352"/>
                  <a:pt x="188031" y="314997"/>
                </a:cubicBezTo>
                <a:close/>
                <a:moveTo>
                  <a:pt x="798667" y="486320"/>
                </a:moveTo>
                <a:cubicBezTo>
                  <a:pt x="815189" y="487672"/>
                  <a:pt x="831727" y="483926"/>
                  <a:pt x="846062" y="475583"/>
                </a:cubicBezTo>
                <a:lnTo>
                  <a:pt x="1124176" y="314616"/>
                </a:lnTo>
                <a:cubicBezTo>
                  <a:pt x="1163439" y="291972"/>
                  <a:pt x="1176956" y="241708"/>
                  <a:pt x="1154366" y="202348"/>
                </a:cubicBezTo>
                <a:cubicBezTo>
                  <a:pt x="1131777" y="162989"/>
                  <a:pt x="1081635" y="149439"/>
                  <a:pt x="1042372" y="172084"/>
                </a:cubicBezTo>
                <a:lnTo>
                  <a:pt x="886632" y="262640"/>
                </a:lnTo>
                <a:lnTo>
                  <a:pt x="886632" y="82099"/>
                </a:lnTo>
                <a:cubicBezTo>
                  <a:pt x="886632" y="36757"/>
                  <a:pt x="849965" y="0"/>
                  <a:pt x="804734" y="0"/>
                </a:cubicBezTo>
                <a:cubicBezTo>
                  <a:pt x="759503" y="0"/>
                  <a:pt x="722836" y="36757"/>
                  <a:pt x="722836" y="82099"/>
                </a:cubicBezTo>
                <a:lnTo>
                  <a:pt x="722836" y="404412"/>
                </a:lnTo>
                <a:cubicBezTo>
                  <a:pt x="722817" y="447408"/>
                  <a:pt x="755894" y="483136"/>
                  <a:pt x="798667" y="486320"/>
                </a:cubicBezTo>
                <a:close/>
                <a:moveTo>
                  <a:pt x="513729" y="836665"/>
                </a:moveTo>
                <a:cubicBezTo>
                  <a:pt x="497205" y="835264"/>
                  <a:pt x="480652" y="839014"/>
                  <a:pt x="466334" y="847402"/>
                </a:cubicBezTo>
                <a:lnTo>
                  <a:pt x="188031" y="1007704"/>
                </a:lnTo>
                <a:cubicBezTo>
                  <a:pt x="148768" y="1030349"/>
                  <a:pt x="135251" y="1080613"/>
                  <a:pt x="157841" y="1119972"/>
                </a:cubicBezTo>
                <a:cubicBezTo>
                  <a:pt x="180430" y="1159331"/>
                  <a:pt x="230572" y="1172881"/>
                  <a:pt x="269835" y="1150236"/>
                </a:cubicBezTo>
                <a:lnTo>
                  <a:pt x="425669" y="1060156"/>
                </a:lnTo>
                <a:lnTo>
                  <a:pt x="425669" y="1240697"/>
                </a:lnTo>
                <a:cubicBezTo>
                  <a:pt x="425669" y="1286039"/>
                  <a:pt x="462337" y="1322796"/>
                  <a:pt x="507568" y="1322796"/>
                </a:cubicBezTo>
                <a:cubicBezTo>
                  <a:pt x="552799" y="1322796"/>
                  <a:pt x="589466" y="1286039"/>
                  <a:pt x="589466" y="1240697"/>
                </a:cubicBezTo>
                <a:lnTo>
                  <a:pt x="589466" y="918004"/>
                </a:lnTo>
                <a:cubicBezTo>
                  <a:pt x="589238" y="875243"/>
                  <a:pt x="556269" y="839836"/>
                  <a:pt x="513729" y="836665"/>
                </a:cubicBezTo>
                <a:close/>
                <a:moveTo>
                  <a:pt x="437897" y="685866"/>
                </a:moveTo>
                <a:cubicBezTo>
                  <a:pt x="440622" y="677238"/>
                  <a:pt x="441872" y="668210"/>
                  <a:pt x="441594" y="659165"/>
                </a:cubicBezTo>
                <a:cubicBezTo>
                  <a:pt x="441330" y="652739"/>
                  <a:pt x="440345" y="646364"/>
                  <a:pt x="438656" y="640160"/>
                </a:cubicBezTo>
                <a:cubicBezTo>
                  <a:pt x="433020" y="619367"/>
                  <a:pt x="419383" y="601664"/>
                  <a:pt x="400740" y="590939"/>
                </a:cubicBezTo>
                <a:lnTo>
                  <a:pt x="123290" y="429117"/>
                </a:lnTo>
                <a:cubicBezTo>
                  <a:pt x="84026" y="406447"/>
                  <a:pt x="33864" y="419975"/>
                  <a:pt x="11248" y="459334"/>
                </a:cubicBezTo>
                <a:cubicBezTo>
                  <a:pt x="-11368" y="498694"/>
                  <a:pt x="2128" y="548979"/>
                  <a:pt x="41391" y="571650"/>
                </a:cubicBezTo>
                <a:lnTo>
                  <a:pt x="196752" y="661730"/>
                </a:lnTo>
                <a:lnTo>
                  <a:pt x="41012" y="751146"/>
                </a:lnTo>
                <a:cubicBezTo>
                  <a:pt x="1749" y="773922"/>
                  <a:pt x="-11662" y="824292"/>
                  <a:pt x="11059" y="863651"/>
                </a:cubicBezTo>
                <a:cubicBezTo>
                  <a:pt x="33779" y="903010"/>
                  <a:pt x="84026" y="916454"/>
                  <a:pt x="123290" y="893678"/>
                </a:cubicBezTo>
                <a:lnTo>
                  <a:pt x="400929" y="732141"/>
                </a:lnTo>
                <a:cubicBezTo>
                  <a:pt x="418870" y="721902"/>
                  <a:pt x="432230" y="705178"/>
                  <a:pt x="438276" y="68539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6">
  <p:cSld name="Multi-use layout_29">
    <p:spTree>
      <p:nvGrpSpPr>
        <p:cNvPr id="528" name="Shape 528"/>
        <p:cNvGrpSpPr/>
        <p:nvPr/>
      </p:nvGrpSpPr>
      <p:grpSpPr>
        <a:xfrm>
          <a:off x="0" y="0"/>
          <a:ext cx="0" cy="0"/>
          <a:chOff x="0" y="0"/>
          <a:chExt cx="0" cy="0"/>
        </a:xfrm>
      </p:grpSpPr>
      <p:sp>
        <p:nvSpPr>
          <p:cNvPr id="529" name="Google Shape;529;p69"/>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30" name="Google Shape;530;p69"/>
          <p:cNvSpPr txBox="1"/>
          <p:nvPr>
            <p:ph idx="2" type="body"/>
          </p:nvPr>
        </p:nvSpPr>
        <p:spPr>
          <a:xfrm>
            <a:off x="345196" y="592573"/>
            <a:ext cx="84492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31" name="Google Shape;531;p69"/>
          <p:cNvSpPr/>
          <p:nvPr/>
        </p:nvSpPr>
        <p:spPr>
          <a:xfrm>
            <a:off x="548640"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32" name="Google Shape;532;p69"/>
          <p:cNvSpPr/>
          <p:nvPr/>
        </p:nvSpPr>
        <p:spPr>
          <a:xfrm>
            <a:off x="345200" y="4878326"/>
            <a:ext cx="127959" cy="128973"/>
          </a:xfrm>
          <a:custGeom>
            <a:rect b="b" l="l" r="r" t="t"/>
            <a:pathLst>
              <a:path extrusionOk="0" h="1322795" w="1312396">
                <a:moveTo>
                  <a:pt x="1271290" y="571270"/>
                </a:moveTo>
                <a:lnTo>
                  <a:pt x="1115929" y="661350"/>
                </a:lnTo>
                <a:lnTo>
                  <a:pt x="1271290" y="751146"/>
                </a:lnTo>
                <a:cubicBezTo>
                  <a:pt x="1310553" y="773817"/>
                  <a:pt x="1324049" y="824102"/>
                  <a:pt x="1301433" y="863461"/>
                </a:cubicBezTo>
                <a:cubicBezTo>
                  <a:pt x="1278817" y="902820"/>
                  <a:pt x="1228654" y="916349"/>
                  <a:pt x="1189391" y="893678"/>
                </a:cubicBezTo>
                <a:lnTo>
                  <a:pt x="911183" y="732141"/>
                </a:lnTo>
                <a:cubicBezTo>
                  <a:pt x="893321" y="721813"/>
                  <a:pt x="880039" y="705068"/>
                  <a:pt x="874025" y="685296"/>
                </a:cubicBezTo>
                <a:cubicBezTo>
                  <a:pt x="871331" y="676663"/>
                  <a:pt x="870113" y="667635"/>
                  <a:pt x="870423" y="658595"/>
                </a:cubicBezTo>
                <a:cubicBezTo>
                  <a:pt x="870566" y="652165"/>
                  <a:pt x="871521" y="645779"/>
                  <a:pt x="873267" y="639590"/>
                </a:cubicBezTo>
                <a:cubicBezTo>
                  <a:pt x="879006" y="618848"/>
                  <a:pt x="892615" y="601181"/>
                  <a:pt x="911183" y="590369"/>
                </a:cubicBezTo>
                <a:lnTo>
                  <a:pt x="1189391" y="429403"/>
                </a:lnTo>
                <a:cubicBezTo>
                  <a:pt x="1228655" y="406732"/>
                  <a:pt x="1278817" y="420260"/>
                  <a:pt x="1301433" y="459619"/>
                </a:cubicBezTo>
                <a:cubicBezTo>
                  <a:pt x="1324049" y="498979"/>
                  <a:pt x="1310553" y="549264"/>
                  <a:pt x="1271290" y="571935"/>
                </a:cubicBezTo>
                <a:close/>
                <a:moveTo>
                  <a:pt x="1124176" y="1007704"/>
                </a:moveTo>
                <a:lnTo>
                  <a:pt x="846062" y="846927"/>
                </a:lnTo>
                <a:cubicBezTo>
                  <a:pt x="831745" y="838539"/>
                  <a:pt x="815192" y="834788"/>
                  <a:pt x="798667" y="836190"/>
                </a:cubicBezTo>
                <a:cubicBezTo>
                  <a:pt x="755909" y="839327"/>
                  <a:pt x="722821" y="875026"/>
                  <a:pt x="722836" y="918004"/>
                </a:cubicBezTo>
                <a:lnTo>
                  <a:pt x="722836" y="1239937"/>
                </a:lnTo>
                <a:cubicBezTo>
                  <a:pt x="722836" y="1285279"/>
                  <a:pt x="759503" y="1322035"/>
                  <a:pt x="804734" y="1322035"/>
                </a:cubicBezTo>
                <a:cubicBezTo>
                  <a:pt x="849965" y="1322035"/>
                  <a:pt x="886632" y="1285279"/>
                  <a:pt x="886632" y="1239937"/>
                </a:cubicBezTo>
                <a:lnTo>
                  <a:pt x="886632" y="1059396"/>
                </a:lnTo>
                <a:lnTo>
                  <a:pt x="1042751" y="1150236"/>
                </a:lnTo>
                <a:cubicBezTo>
                  <a:pt x="1082015" y="1172881"/>
                  <a:pt x="1132156" y="1159331"/>
                  <a:pt x="1154746" y="1119972"/>
                </a:cubicBezTo>
                <a:cubicBezTo>
                  <a:pt x="1177335" y="1080613"/>
                  <a:pt x="1163818" y="1030349"/>
                  <a:pt x="1124555" y="1007704"/>
                </a:cubicBezTo>
                <a:close/>
                <a:moveTo>
                  <a:pt x="803217" y="692802"/>
                </a:moveTo>
                <a:lnTo>
                  <a:pt x="687574" y="808159"/>
                </a:lnTo>
                <a:cubicBezTo>
                  <a:pt x="683632" y="811891"/>
                  <a:pt x="678487" y="814082"/>
                  <a:pt x="673071" y="814335"/>
                </a:cubicBezTo>
                <a:lnTo>
                  <a:pt x="639136" y="814335"/>
                </a:lnTo>
                <a:cubicBezTo>
                  <a:pt x="633704" y="814032"/>
                  <a:pt x="628545" y="811849"/>
                  <a:pt x="624538" y="808159"/>
                </a:cubicBezTo>
                <a:lnTo>
                  <a:pt x="508990" y="692802"/>
                </a:lnTo>
                <a:cubicBezTo>
                  <a:pt x="505424" y="688805"/>
                  <a:pt x="503318" y="683713"/>
                  <a:pt x="503018" y="678359"/>
                </a:cubicBezTo>
                <a:lnTo>
                  <a:pt x="503018" y="644246"/>
                </a:lnTo>
                <a:cubicBezTo>
                  <a:pt x="503283" y="638828"/>
                  <a:pt x="505391" y="633664"/>
                  <a:pt x="508990" y="629613"/>
                </a:cubicBezTo>
                <a:lnTo>
                  <a:pt x="624538" y="513592"/>
                </a:lnTo>
                <a:cubicBezTo>
                  <a:pt x="628554" y="509929"/>
                  <a:pt x="633714" y="507780"/>
                  <a:pt x="639136" y="507510"/>
                </a:cubicBezTo>
                <a:lnTo>
                  <a:pt x="673071" y="507510"/>
                </a:lnTo>
                <a:cubicBezTo>
                  <a:pt x="678472" y="507745"/>
                  <a:pt x="683614" y="509901"/>
                  <a:pt x="687574" y="513592"/>
                </a:cubicBezTo>
                <a:lnTo>
                  <a:pt x="803217" y="629328"/>
                </a:lnTo>
                <a:cubicBezTo>
                  <a:pt x="806816" y="633379"/>
                  <a:pt x="808924" y="638543"/>
                  <a:pt x="809189" y="643961"/>
                </a:cubicBezTo>
                <a:lnTo>
                  <a:pt x="809189" y="678074"/>
                </a:lnTo>
                <a:cubicBezTo>
                  <a:pt x="808953" y="683527"/>
                  <a:pt x="806843" y="688730"/>
                  <a:pt x="803217" y="692802"/>
                </a:cubicBezTo>
                <a:close/>
                <a:moveTo>
                  <a:pt x="710987" y="660685"/>
                </a:moveTo>
                <a:cubicBezTo>
                  <a:pt x="710615" y="655245"/>
                  <a:pt x="708486" y="650075"/>
                  <a:pt x="704920" y="645957"/>
                </a:cubicBezTo>
                <a:lnTo>
                  <a:pt x="671175" y="612604"/>
                </a:lnTo>
                <a:cubicBezTo>
                  <a:pt x="667218" y="608969"/>
                  <a:pt x="662126" y="606820"/>
                  <a:pt x="656767" y="606523"/>
                </a:cubicBezTo>
                <a:lnTo>
                  <a:pt x="655440" y="606523"/>
                </a:lnTo>
                <a:cubicBezTo>
                  <a:pt x="650080" y="606820"/>
                  <a:pt x="644989" y="608969"/>
                  <a:pt x="641032" y="612604"/>
                </a:cubicBezTo>
                <a:lnTo>
                  <a:pt x="607571" y="645957"/>
                </a:lnTo>
                <a:cubicBezTo>
                  <a:pt x="603959" y="650037"/>
                  <a:pt x="601851" y="655235"/>
                  <a:pt x="601599" y="660685"/>
                </a:cubicBezTo>
                <a:lnTo>
                  <a:pt x="601599" y="661920"/>
                </a:lnTo>
                <a:cubicBezTo>
                  <a:pt x="601838" y="667288"/>
                  <a:pt x="603952" y="672401"/>
                  <a:pt x="607571" y="676364"/>
                </a:cubicBezTo>
                <a:lnTo>
                  <a:pt x="641032" y="709906"/>
                </a:lnTo>
                <a:cubicBezTo>
                  <a:pt x="645002" y="713522"/>
                  <a:pt x="650086" y="715668"/>
                  <a:pt x="655440" y="715988"/>
                </a:cubicBezTo>
                <a:lnTo>
                  <a:pt x="656767" y="715988"/>
                </a:lnTo>
                <a:cubicBezTo>
                  <a:pt x="662126" y="715691"/>
                  <a:pt x="667218" y="713542"/>
                  <a:pt x="671175" y="709906"/>
                </a:cubicBezTo>
                <a:lnTo>
                  <a:pt x="704731" y="676364"/>
                </a:lnTo>
                <a:cubicBezTo>
                  <a:pt x="708374" y="672390"/>
                  <a:pt x="710578" y="667302"/>
                  <a:pt x="710987" y="661920"/>
                </a:cubicBezTo>
                <a:close/>
                <a:moveTo>
                  <a:pt x="188031" y="314616"/>
                </a:moveTo>
                <a:lnTo>
                  <a:pt x="466239" y="475583"/>
                </a:lnTo>
                <a:cubicBezTo>
                  <a:pt x="505562" y="498307"/>
                  <a:pt x="555815" y="484773"/>
                  <a:pt x="578483" y="445354"/>
                </a:cubicBezTo>
                <a:cubicBezTo>
                  <a:pt x="585645" y="432901"/>
                  <a:pt x="589431" y="418786"/>
                  <a:pt x="589466" y="404412"/>
                </a:cubicBezTo>
                <a:lnTo>
                  <a:pt x="589466" y="82479"/>
                </a:lnTo>
                <a:cubicBezTo>
                  <a:pt x="589466" y="37137"/>
                  <a:pt x="552799" y="380"/>
                  <a:pt x="507568" y="380"/>
                </a:cubicBezTo>
                <a:cubicBezTo>
                  <a:pt x="462337" y="380"/>
                  <a:pt x="425669" y="37137"/>
                  <a:pt x="425669" y="82479"/>
                </a:cubicBezTo>
                <a:lnTo>
                  <a:pt x="425669" y="263020"/>
                </a:lnTo>
                <a:lnTo>
                  <a:pt x="269835" y="172464"/>
                </a:lnTo>
                <a:cubicBezTo>
                  <a:pt x="230572" y="149820"/>
                  <a:pt x="180430" y="163369"/>
                  <a:pt x="157841" y="202729"/>
                </a:cubicBezTo>
                <a:cubicBezTo>
                  <a:pt x="135251" y="242088"/>
                  <a:pt x="148768" y="292352"/>
                  <a:pt x="188031" y="314997"/>
                </a:cubicBezTo>
                <a:close/>
                <a:moveTo>
                  <a:pt x="798667" y="486320"/>
                </a:moveTo>
                <a:cubicBezTo>
                  <a:pt x="815189" y="487672"/>
                  <a:pt x="831727" y="483926"/>
                  <a:pt x="846062" y="475583"/>
                </a:cubicBezTo>
                <a:lnTo>
                  <a:pt x="1124176" y="314616"/>
                </a:lnTo>
                <a:cubicBezTo>
                  <a:pt x="1163439" y="291972"/>
                  <a:pt x="1176956" y="241708"/>
                  <a:pt x="1154366" y="202348"/>
                </a:cubicBezTo>
                <a:cubicBezTo>
                  <a:pt x="1131777" y="162989"/>
                  <a:pt x="1081635" y="149439"/>
                  <a:pt x="1042372" y="172084"/>
                </a:cubicBezTo>
                <a:lnTo>
                  <a:pt x="886632" y="262640"/>
                </a:lnTo>
                <a:lnTo>
                  <a:pt x="886632" y="82099"/>
                </a:lnTo>
                <a:cubicBezTo>
                  <a:pt x="886632" y="36757"/>
                  <a:pt x="849965" y="0"/>
                  <a:pt x="804734" y="0"/>
                </a:cubicBezTo>
                <a:cubicBezTo>
                  <a:pt x="759503" y="0"/>
                  <a:pt x="722836" y="36757"/>
                  <a:pt x="722836" y="82099"/>
                </a:cubicBezTo>
                <a:lnTo>
                  <a:pt x="722836" y="404412"/>
                </a:lnTo>
                <a:cubicBezTo>
                  <a:pt x="722817" y="447408"/>
                  <a:pt x="755894" y="483136"/>
                  <a:pt x="798667" y="486320"/>
                </a:cubicBezTo>
                <a:close/>
                <a:moveTo>
                  <a:pt x="513729" y="836665"/>
                </a:moveTo>
                <a:cubicBezTo>
                  <a:pt x="497205" y="835264"/>
                  <a:pt x="480652" y="839014"/>
                  <a:pt x="466334" y="847402"/>
                </a:cubicBezTo>
                <a:lnTo>
                  <a:pt x="188031" y="1007704"/>
                </a:lnTo>
                <a:cubicBezTo>
                  <a:pt x="148768" y="1030349"/>
                  <a:pt x="135251" y="1080613"/>
                  <a:pt x="157841" y="1119972"/>
                </a:cubicBezTo>
                <a:cubicBezTo>
                  <a:pt x="180430" y="1159331"/>
                  <a:pt x="230572" y="1172881"/>
                  <a:pt x="269835" y="1150236"/>
                </a:cubicBezTo>
                <a:lnTo>
                  <a:pt x="425669" y="1060156"/>
                </a:lnTo>
                <a:lnTo>
                  <a:pt x="425669" y="1240697"/>
                </a:lnTo>
                <a:cubicBezTo>
                  <a:pt x="425669" y="1286039"/>
                  <a:pt x="462337" y="1322796"/>
                  <a:pt x="507568" y="1322796"/>
                </a:cubicBezTo>
                <a:cubicBezTo>
                  <a:pt x="552799" y="1322796"/>
                  <a:pt x="589466" y="1286039"/>
                  <a:pt x="589466" y="1240697"/>
                </a:cubicBezTo>
                <a:lnTo>
                  <a:pt x="589466" y="918004"/>
                </a:lnTo>
                <a:cubicBezTo>
                  <a:pt x="589238" y="875243"/>
                  <a:pt x="556269" y="839836"/>
                  <a:pt x="513729" y="836665"/>
                </a:cubicBezTo>
                <a:close/>
                <a:moveTo>
                  <a:pt x="437897" y="685866"/>
                </a:moveTo>
                <a:cubicBezTo>
                  <a:pt x="440622" y="677238"/>
                  <a:pt x="441872" y="668210"/>
                  <a:pt x="441594" y="659165"/>
                </a:cubicBezTo>
                <a:cubicBezTo>
                  <a:pt x="441330" y="652739"/>
                  <a:pt x="440345" y="646364"/>
                  <a:pt x="438656" y="640160"/>
                </a:cubicBezTo>
                <a:cubicBezTo>
                  <a:pt x="433020" y="619367"/>
                  <a:pt x="419383" y="601664"/>
                  <a:pt x="400740" y="590939"/>
                </a:cubicBezTo>
                <a:lnTo>
                  <a:pt x="123290" y="429117"/>
                </a:lnTo>
                <a:cubicBezTo>
                  <a:pt x="84026" y="406447"/>
                  <a:pt x="33864" y="419975"/>
                  <a:pt x="11248" y="459334"/>
                </a:cubicBezTo>
                <a:cubicBezTo>
                  <a:pt x="-11368" y="498694"/>
                  <a:pt x="2128" y="548979"/>
                  <a:pt x="41391" y="571650"/>
                </a:cubicBezTo>
                <a:lnTo>
                  <a:pt x="196752" y="661730"/>
                </a:lnTo>
                <a:lnTo>
                  <a:pt x="41012" y="751146"/>
                </a:lnTo>
                <a:cubicBezTo>
                  <a:pt x="1749" y="773922"/>
                  <a:pt x="-11662" y="824292"/>
                  <a:pt x="11059" y="863651"/>
                </a:cubicBezTo>
                <a:cubicBezTo>
                  <a:pt x="33779" y="903010"/>
                  <a:pt x="84026" y="916454"/>
                  <a:pt x="123290" y="893678"/>
                </a:cubicBezTo>
                <a:lnTo>
                  <a:pt x="400929" y="732141"/>
                </a:lnTo>
                <a:cubicBezTo>
                  <a:pt x="418870" y="721902"/>
                  <a:pt x="432230" y="705178"/>
                  <a:pt x="438276" y="68539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7">
  <p:cSld name="Multi-use layout_30">
    <p:spTree>
      <p:nvGrpSpPr>
        <p:cNvPr id="533" name="Shape 533"/>
        <p:cNvGrpSpPr/>
        <p:nvPr/>
      </p:nvGrpSpPr>
      <p:grpSpPr>
        <a:xfrm>
          <a:off x="0" y="0"/>
          <a:ext cx="0" cy="0"/>
          <a:chOff x="0" y="0"/>
          <a:chExt cx="0" cy="0"/>
        </a:xfrm>
      </p:grpSpPr>
      <p:sp>
        <p:nvSpPr>
          <p:cNvPr id="534" name="Google Shape;534;p70"/>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35" name="Google Shape;535;p70"/>
          <p:cNvSpPr txBox="1"/>
          <p:nvPr>
            <p:ph idx="2" type="body"/>
          </p:nvPr>
        </p:nvSpPr>
        <p:spPr>
          <a:xfrm>
            <a:off x="345196" y="592573"/>
            <a:ext cx="84492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36" name="Google Shape;536;p70"/>
          <p:cNvSpPr/>
          <p:nvPr/>
        </p:nvSpPr>
        <p:spPr>
          <a:xfrm>
            <a:off x="548640"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37" name="Google Shape;537;p70"/>
          <p:cNvSpPr/>
          <p:nvPr/>
        </p:nvSpPr>
        <p:spPr>
          <a:xfrm>
            <a:off x="345200" y="4878326"/>
            <a:ext cx="127959" cy="128973"/>
          </a:xfrm>
          <a:custGeom>
            <a:rect b="b" l="l" r="r" t="t"/>
            <a:pathLst>
              <a:path extrusionOk="0" h="1322795" w="1312396">
                <a:moveTo>
                  <a:pt x="1271290" y="571270"/>
                </a:moveTo>
                <a:lnTo>
                  <a:pt x="1115929" y="661350"/>
                </a:lnTo>
                <a:lnTo>
                  <a:pt x="1271290" y="751146"/>
                </a:lnTo>
                <a:cubicBezTo>
                  <a:pt x="1310553" y="773817"/>
                  <a:pt x="1324049" y="824102"/>
                  <a:pt x="1301433" y="863461"/>
                </a:cubicBezTo>
                <a:cubicBezTo>
                  <a:pt x="1278817" y="902820"/>
                  <a:pt x="1228654" y="916349"/>
                  <a:pt x="1189391" y="893678"/>
                </a:cubicBezTo>
                <a:lnTo>
                  <a:pt x="911183" y="732141"/>
                </a:lnTo>
                <a:cubicBezTo>
                  <a:pt x="893321" y="721813"/>
                  <a:pt x="880039" y="705068"/>
                  <a:pt x="874025" y="685296"/>
                </a:cubicBezTo>
                <a:cubicBezTo>
                  <a:pt x="871331" y="676663"/>
                  <a:pt x="870113" y="667635"/>
                  <a:pt x="870423" y="658595"/>
                </a:cubicBezTo>
                <a:cubicBezTo>
                  <a:pt x="870566" y="652165"/>
                  <a:pt x="871521" y="645779"/>
                  <a:pt x="873267" y="639590"/>
                </a:cubicBezTo>
                <a:cubicBezTo>
                  <a:pt x="879006" y="618848"/>
                  <a:pt x="892615" y="601181"/>
                  <a:pt x="911183" y="590369"/>
                </a:cubicBezTo>
                <a:lnTo>
                  <a:pt x="1189391" y="429403"/>
                </a:lnTo>
                <a:cubicBezTo>
                  <a:pt x="1228655" y="406732"/>
                  <a:pt x="1278817" y="420260"/>
                  <a:pt x="1301433" y="459619"/>
                </a:cubicBezTo>
                <a:cubicBezTo>
                  <a:pt x="1324049" y="498979"/>
                  <a:pt x="1310553" y="549264"/>
                  <a:pt x="1271290" y="571935"/>
                </a:cubicBezTo>
                <a:close/>
                <a:moveTo>
                  <a:pt x="1124176" y="1007704"/>
                </a:moveTo>
                <a:lnTo>
                  <a:pt x="846062" y="846927"/>
                </a:lnTo>
                <a:cubicBezTo>
                  <a:pt x="831745" y="838539"/>
                  <a:pt x="815192" y="834788"/>
                  <a:pt x="798667" y="836190"/>
                </a:cubicBezTo>
                <a:cubicBezTo>
                  <a:pt x="755909" y="839327"/>
                  <a:pt x="722821" y="875026"/>
                  <a:pt x="722836" y="918004"/>
                </a:cubicBezTo>
                <a:lnTo>
                  <a:pt x="722836" y="1239937"/>
                </a:lnTo>
                <a:cubicBezTo>
                  <a:pt x="722836" y="1285279"/>
                  <a:pt x="759503" y="1322035"/>
                  <a:pt x="804734" y="1322035"/>
                </a:cubicBezTo>
                <a:cubicBezTo>
                  <a:pt x="849965" y="1322035"/>
                  <a:pt x="886632" y="1285279"/>
                  <a:pt x="886632" y="1239937"/>
                </a:cubicBezTo>
                <a:lnTo>
                  <a:pt x="886632" y="1059396"/>
                </a:lnTo>
                <a:lnTo>
                  <a:pt x="1042751" y="1150236"/>
                </a:lnTo>
                <a:cubicBezTo>
                  <a:pt x="1082015" y="1172881"/>
                  <a:pt x="1132156" y="1159331"/>
                  <a:pt x="1154746" y="1119972"/>
                </a:cubicBezTo>
                <a:cubicBezTo>
                  <a:pt x="1177335" y="1080613"/>
                  <a:pt x="1163818" y="1030349"/>
                  <a:pt x="1124555" y="1007704"/>
                </a:cubicBezTo>
                <a:close/>
                <a:moveTo>
                  <a:pt x="803217" y="692802"/>
                </a:moveTo>
                <a:lnTo>
                  <a:pt x="687574" y="808159"/>
                </a:lnTo>
                <a:cubicBezTo>
                  <a:pt x="683632" y="811891"/>
                  <a:pt x="678487" y="814082"/>
                  <a:pt x="673071" y="814335"/>
                </a:cubicBezTo>
                <a:lnTo>
                  <a:pt x="639136" y="814335"/>
                </a:lnTo>
                <a:cubicBezTo>
                  <a:pt x="633704" y="814032"/>
                  <a:pt x="628545" y="811849"/>
                  <a:pt x="624538" y="808159"/>
                </a:cubicBezTo>
                <a:lnTo>
                  <a:pt x="508990" y="692802"/>
                </a:lnTo>
                <a:cubicBezTo>
                  <a:pt x="505424" y="688805"/>
                  <a:pt x="503318" y="683713"/>
                  <a:pt x="503018" y="678359"/>
                </a:cubicBezTo>
                <a:lnTo>
                  <a:pt x="503018" y="644246"/>
                </a:lnTo>
                <a:cubicBezTo>
                  <a:pt x="503283" y="638828"/>
                  <a:pt x="505391" y="633664"/>
                  <a:pt x="508990" y="629613"/>
                </a:cubicBezTo>
                <a:lnTo>
                  <a:pt x="624538" y="513592"/>
                </a:lnTo>
                <a:cubicBezTo>
                  <a:pt x="628554" y="509929"/>
                  <a:pt x="633714" y="507780"/>
                  <a:pt x="639136" y="507510"/>
                </a:cubicBezTo>
                <a:lnTo>
                  <a:pt x="673071" y="507510"/>
                </a:lnTo>
                <a:cubicBezTo>
                  <a:pt x="678472" y="507745"/>
                  <a:pt x="683614" y="509901"/>
                  <a:pt x="687574" y="513592"/>
                </a:cubicBezTo>
                <a:lnTo>
                  <a:pt x="803217" y="629328"/>
                </a:lnTo>
                <a:cubicBezTo>
                  <a:pt x="806816" y="633379"/>
                  <a:pt x="808924" y="638543"/>
                  <a:pt x="809189" y="643961"/>
                </a:cubicBezTo>
                <a:lnTo>
                  <a:pt x="809189" y="678074"/>
                </a:lnTo>
                <a:cubicBezTo>
                  <a:pt x="808953" y="683527"/>
                  <a:pt x="806843" y="688730"/>
                  <a:pt x="803217" y="692802"/>
                </a:cubicBezTo>
                <a:close/>
                <a:moveTo>
                  <a:pt x="710987" y="660685"/>
                </a:moveTo>
                <a:cubicBezTo>
                  <a:pt x="710615" y="655245"/>
                  <a:pt x="708486" y="650075"/>
                  <a:pt x="704920" y="645957"/>
                </a:cubicBezTo>
                <a:lnTo>
                  <a:pt x="671175" y="612604"/>
                </a:lnTo>
                <a:cubicBezTo>
                  <a:pt x="667218" y="608969"/>
                  <a:pt x="662126" y="606820"/>
                  <a:pt x="656767" y="606523"/>
                </a:cubicBezTo>
                <a:lnTo>
                  <a:pt x="655440" y="606523"/>
                </a:lnTo>
                <a:cubicBezTo>
                  <a:pt x="650080" y="606820"/>
                  <a:pt x="644989" y="608969"/>
                  <a:pt x="641032" y="612604"/>
                </a:cubicBezTo>
                <a:lnTo>
                  <a:pt x="607571" y="645957"/>
                </a:lnTo>
                <a:cubicBezTo>
                  <a:pt x="603959" y="650037"/>
                  <a:pt x="601851" y="655235"/>
                  <a:pt x="601599" y="660685"/>
                </a:cubicBezTo>
                <a:lnTo>
                  <a:pt x="601599" y="661920"/>
                </a:lnTo>
                <a:cubicBezTo>
                  <a:pt x="601838" y="667288"/>
                  <a:pt x="603952" y="672401"/>
                  <a:pt x="607571" y="676364"/>
                </a:cubicBezTo>
                <a:lnTo>
                  <a:pt x="641032" y="709906"/>
                </a:lnTo>
                <a:cubicBezTo>
                  <a:pt x="645002" y="713522"/>
                  <a:pt x="650086" y="715668"/>
                  <a:pt x="655440" y="715988"/>
                </a:cubicBezTo>
                <a:lnTo>
                  <a:pt x="656767" y="715988"/>
                </a:lnTo>
                <a:cubicBezTo>
                  <a:pt x="662126" y="715691"/>
                  <a:pt x="667218" y="713542"/>
                  <a:pt x="671175" y="709906"/>
                </a:cubicBezTo>
                <a:lnTo>
                  <a:pt x="704731" y="676364"/>
                </a:lnTo>
                <a:cubicBezTo>
                  <a:pt x="708374" y="672390"/>
                  <a:pt x="710578" y="667302"/>
                  <a:pt x="710987" y="661920"/>
                </a:cubicBezTo>
                <a:close/>
                <a:moveTo>
                  <a:pt x="188031" y="314616"/>
                </a:moveTo>
                <a:lnTo>
                  <a:pt x="466239" y="475583"/>
                </a:lnTo>
                <a:cubicBezTo>
                  <a:pt x="505562" y="498307"/>
                  <a:pt x="555815" y="484773"/>
                  <a:pt x="578483" y="445354"/>
                </a:cubicBezTo>
                <a:cubicBezTo>
                  <a:pt x="585645" y="432901"/>
                  <a:pt x="589431" y="418786"/>
                  <a:pt x="589466" y="404412"/>
                </a:cubicBezTo>
                <a:lnTo>
                  <a:pt x="589466" y="82479"/>
                </a:lnTo>
                <a:cubicBezTo>
                  <a:pt x="589466" y="37137"/>
                  <a:pt x="552799" y="380"/>
                  <a:pt x="507568" y="380"/>
                </a:cubicBezTo>
                <a:cubicBezTo>
                  <a:pt x="462337" y="380"/>
                  <a:pt x="425669" y="37137"/>
                  <a:pt x="425669" y="82479"/>
                </a:cubicBezTo>
                <a:lnTo>
                  <a:pt x="425669" y="263020"/>
                </a:lnTo>
                <a:lnTo>
                  <a:pt x="269835" y="172464"/>
                </a:lnTo>
                <a:cubicBezTo>
                  <a:pt x="230572" y="149820"/>
                  <a:pt x="180430" y="163369"/>
                  <a:pt x="157841" y="202729"/>
                </a:cubicBezTo>
                <a:cubicBezTo>
                  <a:pt x="135251" y="242088"/>
                  <a:pt x="148768" y="292352"/>
                  <a:pt x="188031" y="314997"/>
                </a:cubicBezTo>
                <a:close/>
                <a:moveTo>
                  <a:pt x="798667" y="486320"/>
                </a:moveTo>
                <a:cubicBezTo>
                  <a:pt x="815189" y="487672"/>
                  <a:pt x="831727" y="483926"/>
                  <a:pt x="846062" y="475583"/>
                </a:cubicBezTo>
                <a:lnTo>
                  <a:pt x="1124176" y="314616"/>
                </a:lnTo>
                <a:cubicBezTo>
                  <a:pt x="1163439" y="291972"/>
                  <a:pt x="1176956" y="241708"/>
                  <a:pt x="1154366" y="202348"/>
                </a:cubicBezTo>
                <a:cubicBezTo>
                  <a:pt x="1131777" y="162989"/>
                  <a:pt x="1081635" y="149439"/>
                  <a:pt x="1042372" y="172084"/>
                </a:cubicBezTo>
                <a:lnTo>
                  <a:pt x="886632" y="262640"/>
                </a:lnTo>
                <a:lnTo>
                  <a:pt x="886632" y="82099"/>
                </a:lnTo>
                <a:cubicBezTo>
                  <a:pt x="886632" y="36757"/>
                  <a:pt x="849965" y="0"/>
                  <a:pt x="804734" y="0"/>
                </a:cubicBezTo>
                <a:cubicBezTo>
                  <a:pt x="759503" y="0"/>
                  <a:pt x="722836" y="36757"/>
                  <a:pt x="722836" y="82099"/>
                </a:cubicBezTo>
                <a:lnTo>
                  <a:pt x="722836" y="404412"/>
                </a:lnTo>
                <a:cubicBezTo>
                  <a:pt x="722817" y="447408"/>
                  <a:pt x="755894" y="483136"/>
                  <a:pt x="798667" y="486320"/>
                </a:cubicBezTo>
                <a:close/>
                <a:moveTo>
                  <a:pt x="513729" y="836665"/>
                </a:moveTo>
                <a:cubicBezTo>
                  <a:pt x="497205" y="835264"/>
                  <a:pt x="480652" y="839014"/>
                  <a:pt x="466334" y="847402"/>
                </a:cubicBezTo>
                <a:lnTo>
                  <a:pt x="188031" y="1007704"/>
                </a:lnTo>
                <a:cubicBezTo>
                  <a:pt x="148768" y="1030349"/>
                  <a:pt x="135251" y="1080613"/>
                  <a:pt x="157841" y="1119972"/>
                </a:cubicBezTo>
                <a:cubicBezTo>
                  <a:pt x="180430" y="1159331"/>
                  <a:pt x="230572" y="1172881"/>
                  <a:pt x="269835" y="1150236"/>
                </a:cubicBezTo>
                <a:lnTo>
                  <a:pt x="425669" y="1060156"/>
                </a:lnTo>
                <a:lnTo>
                  <a:pt x="425669" y="1240697"/>
                </a:lnTo>
                <a:cubicBezTo>
                  <a:pt x="425669" y="1286039"/>
                  <a:pt x="462337" y="1322796"/>
                  <a:pt x="507568" y="1322796"/>
                </a:cubicBezTo>
                <a:cubicBezTo>
                  <a:pt x="552799" y="1322796"/>
                  <a:pt x="589466" y="1286039"/>
                  <a:pt x="589466" y="1240697"/>
                </a:cubicBezTo>
                <a:lnTo>
                  <a:pt x="589466" y="918004"/>
                </a:lnTo>
                <a:cubicBezTo>
                  <a:pt x="589238" y="875243"/>
                  <a:pt x="556269" y="839836"/>
                  <a:pt x="513729" y="836665"/>
                </a:cubicBezTo>
                <a:close/>
                <a:moveTo>
                  <a:pt x="437897" y="685866"/>
                </a:moveTo>
                <a:cubicBezTo>
                  <a:pt x="440622" y="677238"/>
                  <a:pt x="441872" y="668210"/>
                  <a:pt x="441594" y="659165"/>
                </a:cubicBezTo>
                <a:cubicBezTo>
                  <a:pt x="441330" y="652739"/>
                  <a:pt x="440345" y="646364"/>
                  <a:pt x="438656" y="640160"/>
                </a:cubicBezTo>
                <a:cubicBezTo>
                  <a:pt x="433020" y="619367"/>
                  <a:pt x="419383" y="601664"/>
                  <a:pt x="400740" y="590939"/>
                </a:cubicBezTo>
                <a:lnTo>
                  <a:pt x="123290" y="429117"/>
                </a:lnTo>
                <a:cubicBezTo>
                  <a:pt x="84026" y="406447"/>
                  <a:pt x="33864" y="419975"/>
                  <a:pt x="11248" y="459334"/>
                </a:cubicBezTo>
                <a:cubicBezTo>
                  <a:pt x="-11368" y="498694"/>
                  <a:pt x="2128" y="548979"/>
                  <a:pt x="41391" y="571650"/>
                </a:cubicBezTo>
                <a:lnTo>
                  <a:pt x="196752" y="661730"/>
                </a:lnTo>
                <a:lnTo>
                  <a:pt x="41012" y="751146"/>
                </a:lnTo>
                <a:cubicBezTo>
                  <a:pt x="1749" y="773922"/>
                  <a:pt x="-11662" y="824292"/>
                  <a:pt x="11059" y="863651"/>
                </a:cubicBezTo>
                <a:cubicBezTo>
                  <a:pt x="33779" y="903010"/>
                  <a:pt x="84026" y="916454"/>
                  <a:pt x="123290" y="893678"/>
                </a:cubicBezTo>
                <a:lnTo>
                  <a:pt x="400929" y="732141"/>
                </a:lnTo>
                <a:cubicBezTo>
                  <a:pt x="418870" y="721902"/>
                  <a:pt x="432230" y="705178"/>
                  <a:pt x="438276" y="685391"/>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8">
  <p:cSld name="Multi-use layout_31">
    <p:spTree>
      <p:nvGrpSpPr>
        <p:cNvPr id="538" name="Shape 538"/>
        <p:cNvGrpSpPr/>
        <p:nvPr/>
      </p:nvGrpSpPr>
      <p:grpSpPr>
        <a:xfrm>
          <a:off x="0" y="0"/>
          <a:ext cx="0" cy="0"/>
          <a:chOff x="0" y="0"/>
          <a:chExt cx="0" cy="0"/>
        </a:xfrm>
      </p:grpSpPr>
      <p:sp>
        <p:nvSpPr>
          <p:cNvPr id="539" name="Google Shape;539;p71"/>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40" name="Google Shape;540;p71"/>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41" name="Google Shape;541;p71"/>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542" name="Google Shape;542;p71"/>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7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9">
  <p:cSld name="Multi-use layout_32">
    <p:spTree>
      <p:nvGrpSpPr>
        <p:cNvPr id="544" name="Shape 544"/>
        <p:cNvGrpSpPr/>
        <p:nvPr/>
      </p:nvGrpSpPr>
      <p:grpSpPr>
        <a:xfrm>
          <a:off x="0" y="0"/>
          <a:ext cx="0" cy="0"/>
          <a:chOff x="0" y="0"/>
          <a:chExt cx="0" cy="0"/>
        </a:xfrm>
      </p:grpSpPr>
      <p:sp>
        <p:nvSpPr>
          <p:cNvPr id="545" name="Google Shape;545;p72"/>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46" name="Google Shape;546;p72"/>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47" name="Google Shape;547;p72"/>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548" name="Google Shape;548;p72"/>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9" name="Google Shape;549;p7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0">
  <p:cSld name="Multi-use layout_33">
    <p:spTree>
      <p:nvGrpSpPr>
        <p:cNvPr id="550" name="Shape 550"/>
        <p:cNvGrpSpPr/>
        <p:nvPr/>
      </p:nvGrpSpPr>
      <p:grpSpPr>
        <a:xfrm>
          <a:off x="0" y="0"/>
          <a:ext cx="0" cy="0"/>
          <a:chOff x="0" y="0"/>
          <a:chExt cx="0" cy="0"/>
        </a:xfrm>
      </p:grpSpPr>
      <p:sp>
        <p:nvSpPr>
          <p:cNvPr id="551" name="Google Shape;551;p73"/>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52" name="Google Shape;552;p73"/>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53" name="Google Shape;553;p73"/>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554" name="Google Shape;554;p73"/>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55" name="Google Shape;555;p7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1">
  <p:cSld name="Multi-use layout_34">
    <p:spTree>
      <p:nvGrpSpPr>
        <p:cNvPr id="556" name="Shape 556"/>
        <p:cNvGrpSpPr/>
        <p:nvPr/>
      </p:nvGrpSpPr>
      <p:grpSpPr>
        <a:xfrm>
          <a:off x="0" y="0"/>
          <a:ext cx="0" cy="0"/>
          <a:chOff x="0" y="0"/>
          <a:chExt cx="0" cy="0"/>
        </a:xfrm>
      </p:grpSpPr>
      <p:sp>
        <p:nvSpPr>
          <p:cNvPr id="557" name="Google Shape;557;p74"/>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58" name="Google Shape;558;p74"/>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59" name="Google Shape;559;p7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560" name="Google Shape;560;p74"/>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61" name="Google Shape;561;p7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2">
  <p:cSld name="Split Layout_2">
    <p:spTree>
      <p:nvGrpSpPr>
        <p:cNvPr id="562" name="Shape 562"/>
        <p:cNvGrpSpPr/>
        <p:nvPr/>
      </p:nvGrpSpPr>
      <p:grpSpPr>
        <a:xfrm>
          <a:off x="0" y="0"/>
          <a:ext cx="0" cy="0"/>
          <a:chOff x="0" y="0"/>
          <a:chExt cx="0" cy="0"/>
        </a:xfrm>
      </p:grpSpPr>
      <p:sp>
        <p:nvSpPr>
          <p:cNvPr id="563" name="Google Shape;563;p75"/>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564" name="Google Shape;564;p75"/>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565" name="Google Shape;565;p75"/>
          <p:cNvSpPr/>
          <p:nvPr/>
        </p:nvSpPr>
        <p:spPr>
          <a:xfrm>
            <a:off x="45743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566" name="Google Shape;566;p75"/>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567" name="Google Shape;567;p75"/>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3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568" name="Google Shape;568;p75"/>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569" name="Google Shape;569;p75"/>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570" name="Google Shape;570;p75"/>
          <p:cNvSpPr/>
          <p:nvPr/>
        </p:nvSpPr>
        <p:spPr>
          <a:xfrm>
            <a:off x="45743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571" name="Google Shape;571;p75"/>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572" name="Google Shape;572;p75"/>
          <p:cNvSpPr txBox="1"/>
          <p:nvPr>
            <p:ph idx="1" type="body"/>
          </p:nvPr>
        </p:nvSpPr>
        <p:spPr>
          <a:xfrm>
            <a:off x="4819650" y="904875"/>
            <a:ext cx="4048200" cy="39147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800"/>
              </a:spcBef>
              <a:spcAft>
                <a:spcPts val="0"/>
              </a:spcAft>
              <a:buClr>
                <a:schemeClr val="lt1"/>
              </a:buClr>
              <a:buSzPts val="1400"/>
              <a:buFont typeface="Arial"/>
              <a:buNone/>
              <a:defRPr sz="1400">
                <a:solidFill>
                  <a:schemeClr val="lt1"/>
                </a:solidFill>
              </a:defRPr>
            </a:lvl1pPr>
            <a:lvl2pPr indent="-228600" lvl="1" marL="914400" rtl="0" algn="l">
              <a:lnSpc>
                <a:spcPct val="90000"/>
              </a:lnSpc>
              <a:spcBef>
                <a:spcPts val="400"/>
              </a:spcBef>
              <a:spcAft>
                <a:spcPts val="0"/>
              </a:spcAft>
              <a:buClr>
                <a:schemeClr val="lt1"/>
              </a:buClr>
              <a:buSzPts val="1400"/>
              <a:buFont typeface="Arial"/>
              <a:buNone/>
              <a:defRPr>
                <a:solidFill>
                  <a:schemeClr val="lt1"/>
                </a:solidFill>
              </a:defRPr>
            </a:lvl2pPr>
            <a:lvl3pPr indent="-228600" lvl="2" marL="1371600" rtl="0" algn="l">
              <a:lnSpc>
                <a:spcPct val="90000"/>
              </a:lnSpc>
              <a:spcBef>
                <a:spcPts val="400"/>
              </a:spcBef>
              <a:spcAft>
                <a:spcPts val="0"/>
              </a:spcAft>
              <a:buClr>
                <a:schemeClr val="lt1"/>
              </a:buClr>
              <a:buSzPts val="1200"/>
              <a:buFont typeface="Arial"/>
              <a:buNone/>
              <a:defRPr>
                <a:solidFill>
                  <a:schemeClr val="lt1"/>
                </a:solidFill>
              </a:defRPr>
            </a:lvl3pPr>
            <a:lvl4pPr indent="-228600" lvl="3" marL="1828800" rtl="0" algn="l">
              <a:lnSpc>
                <a:spcPct val="90000"/>
              </a:lnSpc>
              <a:spcBef>
                <a:spcPts val="400"/>
              </a:spcBef>
              <a:spcAft>
                <a:spcPts val="0"/>
              </a:spcAft>
              <a:buClr>
                <a:schemeClr val="lt1"/>
              </a:buClr>
              <a:buSzPts val="1200"/>
              <a:buFont typeface="Arial"/>
              <a:buNone/>
              <a:defRPr>
                <a:solidFill>
                  <a:schemeClr val="lt1"/>
                </a:solidFill>
              </a:defRPr>
            </a:lvl4pPr>
            <a:lvl5pPr indent="-228600" lvl="4" marL="2286000" rtl="0" algn="l">
              <a:lnSpc>
                <a:spcPct val="90000"/>
              </a:lnSpc>
              <a:spcBef>
                <a:spcPts val="400"/>
              </a:spcBef>
              <a:spcAft>
                <a:spcPts val="0"/>
              </a:spcAft>
              <a:buClr>
                <a:schemeClr val="lt1"/>
              </a:buClr>
              <a:buSzPts val="1200"/>
              <a:buFont typeface="Arial"/>
              <a:buNone/>
              <a:defRPr>
                <a:solidFill>
                  <a:schemeClr val="lt1"/>
                </a:solidFill>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573" name="Google Shape;573;p75"/>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3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574" name="Google Shape;574;p75"/>
          <p:cNvSpPr txBox="1"/>
          <p:nvPr>
            <p:ph idx="2" type="body"/>
          </p:nvPr>
        </p:nvSpPr>
        <p:spPr>
          <a:xfrm>
            <a:off x="302895" y="226036"/>
            <a:ext cx="3997500" cy="543000"/>
          </a:xfrm>
          <a:prstGeom prst="rect">
            <a:avLst/>
          </a:prstGeom>
          <a:noFill/>
          <a:ln>
            <a:noFill/>
          </a:ln>
        </p:spPr>
        <p:txBody>
          <a:bodyPr anchorCtr="0" anchor="t" bIns="45700" lIns="91425" spcFirstLastPara="1" rIns="91425" wrap="square" tIns="45700">
            <a:noAutofit/>
          </a:bodyPr>
          <a:lstStyle>
            <a:lvl1pPr indent="-228600" lvl="0" marL="457200" rtl="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575" name="Google Shape;575;p75"/>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576" name="Google Shape;576;p75"/>
          <p:cNvSpPr txBox="1"/>
          <p:nvPr/>
        </p:nvSpPr>
        <p:spPr>
          <a:xfrm>
            <a:off x="8390386" y="4898914"/>
            <a:ext cx="473700" cy="92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577" name="Google Shape;577;p7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78" name="Google Shape;578;p75"/>
          <p:cNvSpPr txBox="1"/>
          <p:nvPr>
            <p:ph idx="3" type="body"/>
          </p:nvPr>
        </p:nvSpPr>
        <p:spPr>
          <a:xfrm>
            <a:off x="302895" y="731520"/>
            <a:ext cx="4021500" cy="2949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2">
  <p:cSld name="Multi-use layout_35">
    <p:spTree>
      <p:nvGrpSpPr>
        <p:cNvPr id="579" name="Shape 579"/>
        <p:cNvGrpSpPr/>
        <p:nvPr/>
      </p:nvGrpSpPr>
      <p:grpSpPr>
        <a:xfrm>
          <a:off x="0" y="0"/>
          <a:ext cx="0" cy="0"/>
          <a:chOff x="0" y="0"/>
          <a:chExt cx="0" cy="0"/>
        </a:xfrm>
      </p:grpSpPr>
      <p:sp>
        <p:nvSpPr>
          <p:cNvPr id="580" name="Google Shape;580;p76"/>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81" name="Google Shape;581;p76"/>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82" name="Google Shape;582;p76"/>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83" name="Google Shape;583;p76"/>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7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3">
  <p:cSld name="Multi-use layout_36">
    <p:spTree>
      <p:nvGrpSpPr>
        <p:cNvPr id="585" name="Shape 585"/>
        <p:cNvGrpSpPr/>
        <p:nvPr/>
      </p:nvGrpSpPr>
      <p:grpSpPr>
        <a:xfrm>
          <a:off x="0" y="0"/>
          <a:ext cx="0" cy="0"/>
          <a:chOff x="0" y="0"/>
          <a:chExt cx="0" cy="0"/>
        </a:xfrm>
      </p:grpSpPr>
      <p:sp>
        <p:nvSpPr>
          <p:cNvPr id="586" name="Google Shape;586;p77"/>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87" name="Google Shape;587;p77"/>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588" name="Google Shape;588;p77"/>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lang="en" sz="600">
                <a:solidFill>
                  <a:srgbClr val="929292"/>
                </a:solidFill>
              </a:rPr>
              <a:t>owflake</a:t>
            </a:r>
            <a:r>
              <a:rPr b="0" i="0" lang="en" sz="600" u="none" cap="none" strike="noStrike">
                <a:solidFill>
                  <a:srgbClr val="929292"/>
                </a:solidFill>
                <a:latin typeface="Arial"/>
                <a:ea typeface="Arial"/>
                <a:cs typeface="Arial"/>
                <a:sym typeface="Arial"/>
              </a:rPr>
              <a:t> Inc. All Rights Reserved</a:t>
            </a:r>
            <a:endParaRPr b="0" i="0" sz="600" u="none" cap="none" strike="noStrike">
              <a:solidFill>
                <a:srgbClr val="929292"/>
              </a:solidFill>
              <a:latin typeface="Arial"/>
              <a:ea typeface="Arial"/>
              <a:cs typeface="Arial"/>
              <a:sym typeface="Arial"/>
            </a:endParaRPr>
          </a:p>
        </p:txBody>
      </p:sp>
      <p:sp>
        <p:nvSpPr>
          <p:cNvPr id="589" name="Google Shape;589;p77"/>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90" name="Google Shape;590;p7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591" name="Shape 591"/>
        <p:cNvGrpSpPr/>
        <p:nvPr/>
      </p:nvGrpSpPr>
      <p:grpSpPr>
        <a:xfrm>
          <a:off x="0" y="0"/>
          <a:ext cx="0" cy="0"/>
          <a:chOff x="0" y="0"/>
          <a:chExt cx="0" cy="0"/>
        </a:xfrm>
      </p:grpSpPr>
      <p:pic>
        <p:nvPicPr>
          <p:cNvPr descr="A picture containing sitting, hill, black, large&#10;&#10;Description automatically generated" id="592" name="Google Shape;592;p78"/>
          <p:cNvPicPr preferRelativeResize="0"/>
          <p:nvPr/>
        </p:nvPicPr>
        <p:blipFill rotWithShape="1">
          <a:blip r:embed="rId2">
            <a:alphaModFix/>
          </a:blip>
          <a:srcRect b="0" l="0" r="0" t="0"/>
          <a:stretch/>
        </p:blipFill>
        <p:spPr>
          <a:xfrm>
            <a:off x="0" y="713225"/>
            <a:ext cx="9143625" cy="4334816"/>
          </a:xfrm>
          <a:prstGeom prst="rect">
            <a:avLst/>
          </a:prstGeom>
          <a:noFill/>
          <a:ln>
            <a:noFill/>
          </a:ln>
        </p:spPr>
      </p:pic>
      <p:sp>
        <p:nvSpPr>
          <p:cNvPr id="593" name="Google Shape;593;p78"/>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594" name="Google Shape;594;p7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95" name="Google Shape;595;p78"/>
          <p:cNvSpPr txBox="1"/>
          <p:nvPr>
            <p:ph idx="12" type="sldNum"/>
          </p:nvPr>
        </p:nvSpPr>
        <p:spPr>
          <a:xfrm>
            <a:off x="8390386" y="4898914"/>
            <a:ext cx="473700" cy="924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4">
  <p:cSld name="Multi-use layout_37">
    <p:spTree>
      <p:nvGrpSpPr>
        <p:cNvPr id="596" name="Shape 596"/>
        <p:cNvGrpSpPr/>
        <p:nvPr/>
      </p:nvGrpSpPr>
      <p:grpSpPr>
        <a:xfrm>
          <a:off x="0" y="0"/>
          <a:ext cx="0" cy="0"/>
          <a:chOff x="0" y="0"/>
          <a:chExt cx="0" cy="0"/>
        </a:xfrm>
      </p:grpSpPr>
      <p:sp>
        <p:nvSpPr>
          <p:cNvPr id="597" name="Google Shape;597;p79"/>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598" name="Google Shape;598;p79"/>
          <p:cNvSpPr txBox="1"/>
          <p:nvPr>
            <p:ph idx="2" type="body"/>
          </p:nvPr>
        </p:nvSpPr>
        <p:spPr>
          <a:xfrm>
            <a:off x="345196" y="592574"/>
            <a:ext cx="84537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800"/>
              </a:spcBef>
              <a:spcAft>
                <a:spcPts val="0"/>
              </a:spcAft>
              <a:buClr>
                <a:srgbClr val="5B5B5B"/>
              </a:buClr>
              <a:buSzPts val="1600"/>
              <a:buNone/>
              <a:defRPr sz="1600">
                <a:solidFill>
                  <a:srgbClr val="5B5B5B"/>
                </a:solidFill>
              </a:defRPr>
            </a:lvl1pPr>
            <a:lvl2pPr indent="-342900" lvl="1" marL="914400" rtl="0" algn="l">
              <a:lnSpc>
                <a:spcPct val="90000"/>
              </a:lnSpc>
              <a:spcBef>
                <a:spcPts val="400"/>
              </a:spcBef>
              <a:spcAft>
                <a:spcPts val="0"/>
              </a:spcAft>
              <a:buClr>
                <a:schemeClr val="dk1"/>
              </a:buClr>
              <a:buSzPts val="1800"/>
              <a:buChar char="•"/>
              <a:defRPr/>
            </a:lvl2pPr>
            <a:lvl3pPr indent="-342900" lvl="2" marL="1371600" rtl="0" algn="l">
              <a:lnSpc>
                <a:spcPct val="90000"/>
              </a:lnSpc>
              <a:spcBef>
                <a:spcPts val="400"/>
              </a:spcBef>
              <a:spcAft>
                <a:spcPts val="0"/>
              </a:spcAft>
              <a:buClr>
                <a:schemeClr val="dk1"/>
              </a:buClr>
              <a:buSzPts val="1800"/>
              <a:buChar char="•"/>
              <a:defRPr/>
            </a:lvl3pPr>
            <a:lvl4pPr indent="-342900" lvl="3" marL="1828800" rtl="0" algn="l">
              <a:lnSpc>
                <a:spcPct val="90000"/>
              </a:lnSpc>
              <a:spcBef>
                <a:spcPts val="400"/>
              </a:spcBef>
              <a:spcAft>
                <a:spcPts val="0"/>
              </a:spcAft>
              <a:buClr>
                <a:schemeClr val="dk1"/>
              </a:buClr>
              <a:buSzPts val="1800"/>
              <a:buChar char="•"/>
              <a:defRPr/>
            </a:lvl4pPr>
            <a:lvl5pPr indent="-342900" lvl="4" marL="2286000" rtl="0" algn="l">
              <a:lnSpc>
                <a:spcPct val="90000"/>
              </a:lnSpc>
              <a:spcBef>
                <a:spcPts val="400"/>
              </a:spcBef>
              <a:spcAft>
                <a:spcPts val="0"/>
              </a:spcAft>
              <a:buClr>
                <a:schemeClr val="dk1"/>
              </a:buClr>
              <a:buSzPts val="1800"/>
              <a:buChar char="•"/>
              <a:defRPr/>
            </a:lvl5pPr>
            <a:lvl6pPr indent="-342900" lvl="5" marL="2743200" rtl="0" algn="l">
              <a:lnSpc>
                <a:spcPct val="90000"/>
              </a:lnSpc>
              <a:spcBef>
                <a:spcPts val="400"/>
              </a:spcBef>
              <a:spcAft>
                <a:spcPts val="0"/>
              </a:spcAft>
              <a:buClr>
                <a:schemeClr val="dk1"/>
              </a:buClr>
              <a:buSzPts val="1800"/>
              <a:buChar char="•"/>
              <a:defRPr/>
            </a:lvl6pPr>
            <a:lvl7pPr indent="-342900" lvl="6" marL="3200400" rtl="0" algn="l">
              <a:lnSpc>
                <a:spcPct val="90000"/>
              </a:lnSpc>
              <a:spcBef>
                <a:spcPts val="400"/>
              </a:spcBef>
              <a:spcAft>
                <a:spcPts val="0"/>
              </a:spcAft>
              <a:buClr>
                <a:schemeClr val="dk1"/>
              </a:buClr>
              <a:buSzPts val="1800"/>
              <a:buChar char="•"/>
              <a:defRPr/>
            </a:lvl7pPr>
            <a:lvl8pPr indent="-342900" lvl="7" marL="3657600" rtl="0" algn="l">
              <a:lnSpc>
                <a:spcPct val="90000"/>
              </a:lnSpc>
              <a:spcBef>
                <a:spcPts val="400"/>
              </a:spcBef>
              <a:spcAft>
                <a:spcPts val="0"/>
              </a:spcAft>
              <a:buClr>
                <a:schemeClr val="dk1"/>
              </a:buClr>
              <a:buSzPts val="1800"/>
              <a:buChar char="•"/>
              <a:defRPr/>
            </a:lvl8pPr>
            <a:lvl9pPr indent="-342900" lvl="8" marL="4114800" rtl="0" algn="l">
              <a:lnSpc>
                <a:spcPct val="90000"/>
              </a:lnSpc>
              <a:spcBef>
                <a:spcPts val="400"/>
              </a:spcBef>
              <a:spcAft>
                <a:spcPts val="0"/>
              </a:spcAft>
              <a:buClr>
                <a:schemeClr val="dk1"/>
              </a:buClr>
              <a:buSzPts val="1800"/>
              <a:buChar char="•"/>
              <a:defRPr/>
            </a:lvl9pPr>
          </a:lstStyle>
          <a:p/>
        </p:txBody>
      </p:sp>
      <p:sp>
        <p:nvSpPr>
          <p:cNvPr id="599" name="Google Shape;599;p79"/>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600" name="Google Shape;600;p79"/>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01" name="Google Shape;601;p7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SF Blue">
  <p:cSld name="Quote - SF Blue">
    <p:bg>
      <p:bgPr>
        <a:solidFill>
          <a:schemeClr val="accent1"/>
        </a:solidFill>
      </p:bgPr>
    </p:bg>
    <p:spTree>
      <p:nvGrpSpPr>
        <p:cNvPr id="602" name="Shape 602"/>
        <p:cNvGrpSpPr/>
        <p:nvPr/>
      </p:nvGrpSpPr>
      <p:grpSpPr>
        <a:xfrm>
          <a:off x="0" y="0"/>
          <a:ext cx="0" cy="0"/>
          <a:chOff x="0" y="0"/>
          <a:chExt cx="0" cy="0"/>
        </a:xfrm>
      </p:grpSpPr>
      <p:grpSp>
        <p:nvGrpSpPr>
          <p:cNvPr id="603" name="Google Shape;603;p80"/>
          <p:cNvGrpSpPr/>
          <p:nvPr/>
        </p:nvGrpSpPr>
        <p:grpSpPr>
          <a:xfrm>
            <a:off x="566775" y="0"/>
            <a:ext cx="8010525" cy="5143575"/>
            <a:chOff x="755700" y="0"/>
            <a:chExt cx="10680700" cy="6858100"/>
          </a:xfrm>
        </p:grpSpPr>
        <p:grpSp>
          <p:nvGrpSpPr>
            <p:cNvPr id="604" name="Google Shape;604;p80"/>
            <p:cNvGrpSpPr/>
            <p:nvPr/>
          </p:nvGrpSpPr>
          <p:grpSpPr>
            <a:xfrm>
              <a:off x="6096000" y="0"/>
              <a:ext cx="0" cy="6858100"/>
              <a:chOff x="6134100" y="0"/>
              <a:chExt cx="0" cy="6858100"/>
            </a:xfrm>
          </p:grpSpPr>
          <p:cxnSp>
            <p:nvCxnSpPr>
              <p:cNvPr id="605" name="Google Shape;605;p80"/>
              <p:cNvCxnSpPr/>
              <p:nvPr/>
            </p:nvCxnSpPr>
            <p:spPr>
              <a:xfrm>
                <a:off x="6134100" y="0"/>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cxnSp>
            <p:nvCxnSpPr>
              <p:cNvPr id="606" name="Google Shape;606;p80"/>
              <p:cNvCxnSpPr/>
              <p:nvPr/>
            </p:nvCxnSpPr>
            <p:spPr>
              <a:xfrm>
                <a:off x="6134100" y="5346700"/>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grpSp>
        <p:grpSp>
          <p:nvGrpSpPr>
            <p:cNvPr id="607" name="Google Shape;607;p80"/>
            <p:cNvGrpSpPr/>
            <p:nvPr/>
          </p:nvGrpSpPr>
          <p:grpSpPr>
            <a:xfrm>
              <a:off x="755700" y="2679649"/>
              <a:ext cx="10680700" cy="1511401"/>
              <a:chOff x="755700" y="2679649"/>
              <a:chExt cx="10680700" cy="1511401"/>
            </a:xfrm>
          </p:grpSpPr>
          <p:cxnSp>
            <p:nvCxnSpPr>
              <p:cNvPr id="608" name="Google Shape;608;p80"/>
              <p:cNvCxnSpPr/>
              <p:nvPr/>
            </p:nvCxnSpPr>
            <p:spPr>
              <a:xfrm rot="10800000">
                <a:off x="755700" y="2679650"/>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cxnSp>
            <p:nvCxnSpPr>
              <p:cNvPr id="609" name="Google Shape;609;p80"/>
              <p:cNvCxnSpPr/>
              <p:nvPr/>
            </p:nvCxnSpPr>
            <p:spPr>
              <a:xfrm rot="10800000">
                <a:off x="11436400" y="2679649"/>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grpSp>
      </p:grpSp>
      <p:sp>
        <p:nvSpPr>
          <p:cNvPr id="610" name="Google Shape;610;p80"/>
          <p:cNvSpPr txBox="1"/>
          <p:nvPr>
            <p:ph idx="1" type="body"/>
          </p:nvPr>
        </p:nvSpPr>
        <p:spPr>
          <a:xfrm>
            <a:off x="1314450" y="1214438"/>
            <a:ext cx="6515100" cy="2714700"/>
          </a:xfrm>
          <a:prstGeom prst="rect">
            <a:avLst/>
          </a:prstGeom>
          <a:noFill/>
          <a:ln>
            <a:noFill/>
          </a:ln>
        </p:spPr>
        <p:txBody>
          <a:bodyPr anchorCtr="0" anchor="ctr" bIns="34300" lIns="68625" spcFirstLastPara="1" rIns="68625" wrap="square" tIns="34300">
            <a:spAutoFit/>
          </a:bodyPr>
          <a:lstStyle>
            <a:lvl1pPr indent="-228600" lvl="0" marL="457200" marR="0" rtl="0" algn="ctr">
              <a:lnSpc>
                <a:spcPct val="80000"/>
              </a:lnSpc>
              <a:spcBef>
                <a:spcPts val="800"/>
              </a:spcBef>
              <a:spcAft>
                <a:spcPts val="0"/>
              </a:spcAft>
              <a:buClr>
                <a:schemeClr val="lt1"/>
              </a:buClr>
              <a:buSzPts val="4100"/>
              <a:buFont typeface="Arial"/>
              <a:buNone/>
              <a:defRPr b="1" i="0" sz="4100" u="none" cap="none" strike="noStrike">
                <a:solidFill>
                  <a:schemeClr val="lt1"/>
                </a:solidFill>
                <a:latin typeface="Arial"/>
                <a:ea typeface="Arial"/>
                <a:cs typeface="Arial"/>
                <a:sym typeface="Arial"/>
              </a:defRPr>
            </a:lvl1pPr>
            <a:lvl2pPr indent="-304800" lvl="1" marL="9144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611" name="Google Shape;611;p80"/>
          <p:cNvGrpSpPr/>
          <p:nvPr/>
        </p:nvGrpSpPr>
        <p:grpSpPr>
          <a:xfrm>
            <a:off x="345152" y="4876022"/>
            <a:ext cx="135124" cy="133368"/>
            <a:chOff x="2940050" y="1514475"/>
            <a:chExt cx="4643437" cy="4583110"/>
          </a:xfrm>
        </p:grpSpPr>
        <p:sp>
          <p:nvSpPr>
            <p:cNvPr id="612" name="Google Shape;612;p80"/>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3" name="Google Shape;613;p80"/>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4" name="Google Shape;614;p80"/>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5" name="Google Shape;615;p80"/>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6" name="Google Shape;616;p80"/>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7" name="Google Shape;617;p80"/>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18" name="Google Shape;618;p80"/>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619" name="Google Shape;619;p80"/>
          <p:cNvGrpSpPr/>
          <p:nvPr/>
        </p:nvGrpSpPr>
        <p:grpSpPr>
          <a:xfrm>
            <a:off x="566775" y="0"/>
            <a:ext cx="8010525" cy="5143575"/>
            <a:chOff x="755700" y="0"/>
            <a:chExt cx="10680700" cy="6858100"/>
          </a:xfrm>
        </p:grpSpPr>
        <p:grpSp>
          <p:nvGrpSpPr>
            <p:cNvPr id="620" name="Google Shape;620;p80"/>
            <p:cNvGrpSpPr/>
            <p:nvPr/>
          </p:nvGrpSpPr>
          <p:grpSpPr>
            <a:xfrm>
              <a:off x="6096000" y="0"/>
              <a:ext cx="0" cy="6858100"/>
              <a:chOff x="6134100" y="0"/>
              <a:chExt cx="0" cy="6858100"/>
            </a:xfrm>
          </p:grpSpPr>
          <p:cxnSp>
            <p:nvCxnSpPr>
              <p:cNvPr id="621" name="Google Shape;621;p80"/>
              <p:cNvCxnSpPr/>
              <p:nvPr/>
            </p:nvCxnSpPr>
            <p:spPr>
              <a:xfrm>
                <a:off x="6134100" y="0"/>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cxnSp>
            <p:nvCxnSpPr>
              <p:cNvPr id="622" name="Google Shape;622;p80"/>
              <p:cNvCxnSpPr/>
              <p:nvPr/>
            </p:nvCxnSpPr>
            <p:spPr>
              <a:xfrm>
                <a:off x="6134100" y="5346700"/>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grpSp>
        <p:grpSp>
          <p:nvGrpSpPr>
            <p:cNvPr id="623" name="Google Shape;623;p80"/>
            <p:cNvGrpSpPr/>
            <p:nvPr/>
          </p:nvGrpSpPr>
          <p:grpSpPr>
            <a:xfrm>
              <a:off x="755700" y="2679649"/>
              <a:ext cx="10680700" cy="1511401"/>
              <a:chOff x="755700" y="2679649"/>
              <a:chExt cx="10680700" cy="1511401"/>
            </a:xfrm>
          </p:grpSpPr>
          <p:cxnSp>
            <p:nvCxnSpPr>
              <p:cNvPr id="624" name="Google Shape;624;p80"/>
              <p:cNvCxnSpPr/>
              <p:nvPr/>
            </p:nvCxnSpPr>
            <p:spPr>
              <a:xfrm rot="10800000">
                <a:off x="755700" y="2679650"/>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cxnSp>
            <p:nvCxnSpPr>
              <p:cNvPr id="625" name="Google Shape;625;p80"/>
              <p:cNvCxnSpPr/>
              <p:nvPr/>
            </p:nvCxnSpPr>
            <p:spPr>
              <a:xfrm rot="10800000">
                <a:off x="11436400" y="2679649"/>
                <a:ext cx="0" cy="1511400"/>
              </a:xfrm>
              <a:prstGeom prst="straightConnector1">
                <a:avLst/>
              </a:prstGeom>
              <a:noFill/>
              <a:ln cap="flat" cmpd="sng" w="28575">
                <a:solidFill>
                  <a:schemeClr val="lt1">
                    <a:alpha val="47450"/>
                  </a:schemeClr>
                </a:solidFill>
                <a:prstDash val="solid"/>
                <a:miter lim="800000"/>
                <a:headEnd len="sm" w="sm" type="none"/>
                <a:tailEnd len="sm" w="sm" type="none"/>
              </a:ln>
            </p:spPr>
          </p:cxnSp>
        </p:grpSp>
      </p:grpSp>
      <p:grpSp>
        <p:nvGrpSpPr>
          <p:cNvPr id="626" name="Google Shape;626;p80"/>
          <p:cNvGrpSpPr/>
          <p:nvPr/>
        </p:nvGrpSpPr>
        <p:grpSpPr>
          <a:xfrm>
            <a:off x="345152" y="4876022"/>
            <a:ext cx="135124" cy="133368"/>
            <a:chOff x="2940050" y="1514475"/>
            <a:chExt cx="4643437" cy="4583110"/>
          </a:xfrm>
        </p:grpSpPr>
        <p:sp>
          <p:nvSpPr>
            <p:cNvPr id="627" name="Google Shape;627;p80"/>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28" name="Google Shape;628;p80"/>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29" name="Google Shape;629;p80"/>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30" name="Google Shape;630;p80"/>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31" name="Google Shape;631;p80"/>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32" name="Google Shape;632;p80"/>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33" name="Google Shape;633;p80"/>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300" lIns="68625" spcFirstLastPara="1" rIns="68625" wrap="square" tIns="34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634" name="Google Shape;634;p80"/>
          <p:cNvSpPr/>
          <p:nvPr/>
        </p:nvSpPr>
        <p:spPr>
          <a:xfrm>
            <a:off x="477011" y="4868510"/>
            <a:ext cx="2031900" cy="161700"/>
          </a:xfrm>
          <a:prstGeom prst="rect">
            <a:avLst/>
          </a:prstGeom>
          <a:noFill/>
          <a:ln>
            <a:noFill/>
          </a:ln>
        </p:spPr>
        <p:txBody>
          <a:bodyPr anchorCtr="0" anchor="t" bIns="34300" lIns="68625" spcFirstLastPara="1" rIns="68625" wrap="square" tIns="3430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2"/>
                </a:solidFill>
                <a:latin typeface="Arial"/>
                <a:ea typeface="Arial"/>
                <a:cs typeface="Arial"/>
                <a:sym typeface="Arial"/>
              </a:rPr>
              <a:t>© </a:t>
            </a:r>
            <a:r>
              <a:rPr lang="en" sz="600">
                <a:solidFill>
                  <a:schemeClr val="lt2"/>
                </a:solidFill>
              </a:rPr>
              <a:t>2026 Sn</a:t>
            </a:r>
            <a:r>
              <a:rPr lang="en" sz="600">
                <a:solidFill>
                  <a:schemeClr val="lt2"/>
                </a:solidFill>
              </a:rPr>
              <a:t>owflake</a:t>
            </a:r>
            <a:r>
              <a:rPr b="0" i="0" lang="en" sz="600" u="none" cap="none" strike="noStrike">
                <a:solidFill>
                  <a:schemeClr val="lt2"/>
                </a:solidFill>
                <a:latin typeface="Arial"/>
                <a:ea typeface="Arial"/>
                <a:cs typeface="Arial"/>
                <a:sym typeface="Arial"/>
              </a:rPr>
              <a:t> Computing Inc. All Rights Reserved</a:t>
            </a:r>
            <a:endParaRPr b="0" i="0" sz="6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640" name="Shape 640"/>
        <p:cNvGrpSpPr/>
        <p:nvPr/>
      </p:nvGrpSpPr>
      <p:grpSpPr>
        <a:xfrm>
          <a:off x="0" y="0"/>
          <a:ext cx="0" cy="0"/>
          <a:chOff x="0" y="0"/>
          <a:chExt cx="0" cy="0"/>
        </a:xfrm>
      </p:grpSpPr>
      <p:grpSp>
        <p:nvGrpSpPr>
          <p:cNvPr id="641" name="Google Shape;641;p82"/>
          <p:cNvGrpSpPr/>
          <p:nvPr/>
        </p:nvGrpSpPr>
        <p:grpSpPr>
          <a:xfrm rot="-5400000">
            <a:off x="3113903" y="1996926"/>
            <a:ext cx="5157146" cy="1163295"/>
            <a:chOff x="49487" y="3735321"/>
            <a:chExt cx="6094477" cy="1408177"/>
          </a:xfrm>
        </p:grpSpPr>
        <p:pic>
          <p:nvPicPr>
            <p:cNvPr id="642" name="Google Shape;642;p82"/>
            <p:cNvPicPr preferRelativeResize="0"/>
            <p:nvPr/>
          </p:nvPicPr>
          <p:blipFill rotWithShape="1">
            <a:blip r:embed="rId2">
              <a:alphaModFix/>
            </a:blip>
            <a:srcRect b="0" l="0" r="0" t="0"/>
            <a:stretch/>
          </p:blipFill>
          <p:spPr>
            <a:xfrm>
              <a:off x="49487" y="3735321"/>
              <a:ext cx="3044952" cy="1408177"/>
            </a:xfrm>
            <a:prstGeom prst="rect">
              <a:avLst/>
            </a:prstGeom>
            <a:noFill/>
            <a:ln>
              <a:noFill/>
            </a:ln>
          </p:spPr>
        </p:pic>
        <p:pic>
          <p:nvPicPr>
            <p:cNvPr id="643" name="Google Shape;643;p82"/>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644" name="Google Shape;644;p82"/>
          <p:cNvGrpSpPr/>
          <p:nvPr/>
        </p:nvGrpSpPr>
        <p:grpSpPr>
          <a:xfrm rot="-5400000">
            <a:off x="3113903" y="1996926"/>
            <a:ext cx="5157146" cy="1163295"/>
            <a:chOff x="49487" y="3735321"/>
            <a:chExt cx="6094477" cy="1408177"/>
          </a:xfrm>
        </p:grpSpPr>
        <p:pic>
          <p:nvPicPr>
            <p:cNvPr id="645" name="Google Shape;645;p82"/>
            <p:cNvPicPr preferRelativeResize="0"/>
            <p:nvPr/>
          </p:nvPicPr>
          <p:blipFill rotWithShape="1">
            <a:blip r:embed="rId2">
              <a:alphaModFix/>
            </a:blip>
            <a:srcRect b="0" l="0" r="0" t="0"/>
            <a:stretch/>
          </p:blipFill>
          <p:spPr>
            <a:xfrm>
              <a:off x="49487" y="3735321"/>
              <a:ext cx="3044952" cy="1408177"/>
            </a:xfrm>
            <a:prstGeom prst="rect">
              <a:avLst/>
            </a:prstGeom>
            <a:noFill/>
            <a:ln>
              <a:noFill/>
            </a:ln>
          </p:spPr>
        </p:pic>
        <p:pic>
          <p:nvPicPr>
            <p:cNvPr id="646" name="Google Shape;646;p82"/>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647" name="Google Shape;647;p8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48" name="Google Shape;648;p82"/>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b="0" i="0" lang="en" sz="600" u="none" cap="none" strike="noStrike">
                <a:solidFill>
                  <a:schemeClr val="dk1"/>
                </a:solidFill>
                <a:latin typeface="Arial"/>
                <a:ea typeface="Arial"/>
                <a:cs typeface="Arial"/>
                <a:sym typeface="Arial"/>
              </a:rPr>
              <a:t>owflake Inc. All Rights Reserved</a:t>
            </a:r>
            <a:endParaRPr b="0" i="0" sz="600" u="none" cap="none" strike="noStrike">
              <a:solidFill>
                <a:schemeClr val="dk1"/>
              </a:solidFill>
              <a:latin typeface="Arial"/>
              <a:ea typeface="Arial"/>
              <a:cs typeface="Arial"/>
              <a:sym typeface="Arial"/>
            </a:endParaRPr>
          </a:p>
        </p:txBody>
      </p:sp>
      <p:sp>
        <p:nvSpPr>
          <p:cNvPr id="649" name="Google Shape;649;p82"/>
          <p:cNvSpPr txBox="1"/>
          <p:nvPr>
            <p:ph type="title"/>
          </p:nvPr>
        </p:nvSpPr>
        <p:spPr>
          <a:xfrm>
            <a:off x="366600" y="1188725"/>
            <a:ext cx="57309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650" name="Google Shape;650;p82"/>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651" name="Google Shape;651;p82"/>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652" name="Google Shape;652;p82"/>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82"/>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654" name="Shape 654"/>
        <p:cNvGrpSpPr/>
        <p:nvPr/>
      </p:nvGrpSpPr>
      <p:grpSpPr>
        <a:xfrm>
          <a:off x="0" y="0"/>
          <a:ext cx="0" cy="0"/>
          <a:chOff x="0" y="0"/>
          <a:chExt cx="0" cy="0"/>
        </a:xfrm>
      </p:grpSpPr>
      <p:sp>
        <p:nvSpPr>
          <p:cNvPr id="655" name="Google Shape;655;p8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6" name="Google Shape;656;p8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57" name="Google Shape;657;p83"/>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658" name="Google Shape;658;p8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8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660" name="Google Shape;660;p8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83"/>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662" name="Shape 662"/>
        <p:cNvGrpSpPr/>
        <p:nvPr/>
      </p:nvGrpSpPr>
      <p:grpSpPr>
        <a:xfrm>
          <a:off x="0" y="0"/>
          <a:ext cx="0" cy="0"/>
          <a:chOff x="0" y="0"/>
          <a:chExt cx="0" cy="0"/>
        </a:xfrm>
      </p:grpSpPr>
      <p:sp>
        <p:nvSpPr>
          <p:cNvPr id="663" name="Google Shape;663;p84"/>
          <p:cNvSpPr txBox="1"/>
          <p:nvPr>
            <p:ph type="title"/>
          </p:nvPr>
        </p:nvSpPr>
        <p:spPr>
          <a:xfrm>
            <a:off x="365750" y="274323"/>
            <a:ext cx="8348400" cy="365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664" name="Google Shape;664;p84"/>
          <p:cNvSpPr txBox="1"/>
          <p:nvPr>
            <p:ph idx="1" type="body"/>
          </p:nvPr>
        </p:nvSpPr>
        <p:spPr>
          <a:xfrm>
            <a:off x="365750" y="1371600"/>
            <a:ext cx="4160400" cy="3314700"/>
          </a:xfrm>
          <a:prstGeom prst="rect">
            <a:avLst/>
          </a:prstGeom>
          <a:noFill/>
          <a:ln>
            <a:noFill/>
          </a:ln>
        </p:spPr>
        <p:txBody>
          <a:bodyPr anchorCtr="0" anchor="t" bIns="91425" lIns="91425" spcFirstLastPara="1" rIns="91425" wrap="square" tIns="91425">
            <a:sp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665" name="Google Shape;665;p84"/>
          <p:cNvSpPr txBox="1"/>
          <p:nvPr>
            <p:ph idx="2" type="body"/>
          </p:nvPr>
        </p:nvSpPr>
        <p:spPr>
          <a:xfrm>
            <a:off x="4617721" y="1371600"/>
            <a:ext cx="4160400" cy="3314700"/>
          </a:xfrm>
          <a:prstGeom prst="rect">
            <a:avLst/>
          </a:prstGeom>
          <a:noFill/>
          <a:ln>
            <a:noFill/>
          </a:ln>
        </p:spPr>
        <p:txBody>
          <a:bodyPr anchorCtr="0" anchor="t" bIns="91425" lIns="91425" spcFirstLastPara="1" rIns="91425" wrap="square" tIns="91425">
            <a:sp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666" name="Google Shape;666;p8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67" name="Google Shape;667;p8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68" name="Google Shape;668;p8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669" name="Google Shape;669;p84"/>
          <p:cNvSpPr txBox="1"/>
          <p:nvPr>
            <p:ph idx="3"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670" name="Google Shape;670;p8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671" name="Shape 671"/>
        <p:cNvGrpSpPr/>
        <p:nvPr/>
      </p:nvGrpSpPr>
      <p:grpSpPr>
        <a:xfrm>
          <a:off x="0" y="0"/>
          <a:ext cx="0" cy="0"/>
          <a:chOff x="0" y="0"/>
          <a:chExt cx="0" cy="0"/>
        </a:xfrm>
      </p:grpSpPr>
      <p:sp>
        <p:nvSpPr>
          <p:cNvPr id="672" name="Google Shape;672;p85"/>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673" name="Google Shape;673;p85"/>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algn="l">
              <a:lnSpc>
                <a:spcPct val="75000"/>
              </a:lnSpc>
              <a:spcBef>
                <a:spcPts val="0"/>
              </a:spcBef>
              <a:spcAft>
                <a:spcPts val="0"/>
              </a:spcAft>
              <a:buClr>
                <a:schemeClr val="lt1"/>
              </a:buClr>
              <a:buSzPts val="5200"/>
              <a:buNone/>
              <a:defRPr b="1" sz="5200">
                <a:solidFill>
                  <a:schemeClr val="lt1"/>
                </a:solidFill>
              </a:defRPr>
            </a:lvl1pPr>
            <a:lvl2pPr indent="-342900" lvl="1" marL="914400" algn="l">
              <a:lnSpc>
                <a:spcPct val="100000"/>
              </a:lnSpc>
              <a:spcBef>
                <a:spcPts val="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674" name="Google Shape;674;p85"/>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grpSp>
        <p:nvGrpSpPr>
          <p:cNvPr id="675" name="Google Shape;675;p85"/>
          <p:cNvGrpSpPr/>
          <p:nvPr/>
        </p:nvGrpSpPr>
        <p:grpSpPr>
          <a:xfrm>
            <a:off x="-10" y="3770440"/>
            <a:ext cx="9143997" cy="1371564"/>
            <a:chOff x="-10" y="3735321"/>
            <a:chExt cx="9139427" cy="1408177"/>
          </a:xfrm>
        </p:grpSpPr>
        <p:pic>
          <p:nvPicPr>
            <p:cNvPr id="676" name="Google Shape;676;p85"/>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677" name="Google Shape;677;p8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678" name="Google Shape;678;p8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79" name="Shape 679"/>
        <p:cNvGrpSpPr/>
        <p:nvPr/>
      </p:nvGrpSpPr>
      <p:grpSpPr>
        <a:xfrm>
          <a:off x="0" y="0"/>
          <a:ext cx="0" cy="0"/>
          <a:chOff x="0" y="0"/>
          <a:chExt cx="0" cy="0"/>
        </a:xfrm>
      </p:grpSpPr>
      <p:sp>
        <p:nvSpPr>
          <p:cNvPr id="680" name="Google Shape;680;p86"/>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86"/>
          <p:cNvSpPr txBox="1"/>
          <p:nvPr>
            <p:ph idx="1" type="body"/>
          </p:nvPr>
        </p:nvSpPr>
        <p:spPr>
          <a:xfrm>
            <a:off x="365750" y="274320"/>
            <a:ext cx="1926000" cy="685800"/>
          </a:xfrm>
          <a:prstGeom prst="rect">
            <a:avLst/>
          </a:prstGeom>
          <a:noFill/>
          <a:ln>
            <a:noFill/>
          </a:ln>
        </p:spPr>
        <p:txBody>
          <a:bodyPr anchorCtr="0" anchor="t" bIns="91425" lIns="91425" spcFirstLastPara="1" rIns="91425" wrap="square" tIns="91425">
            <a:noAutofit/>
          </a:bodyPr>
          <a:lstStyle>
            <a:lvl1pPr indent="-228600" lvl="0" marL="457200" algn="l">
              <a:lnSpc>
                <a:spcPct val="85000"/>
              </a:lnSpc>
              <a:spcBef>
                <a:spcPts val="0"/>
              </a:spcBef>
              <a:spcAft>
                <a:spcPts val="0"/>
              </a:spcAft>
              <a:buClr>
                <a:schemeClr val="dk1"/>
              </a:buClr>
              <a:buSzPts val="2600"/>
              <a:buNone/>
              <a:defRPr b="1" i="0" sz="2600" cap="none">
                <a:solidFill>
                  <a:schemeClr val="dk1"/>
                </a:solidFill>
              </a:defRPr>
            </a:lvl1pPr>
            <a:lvl2pPr indent="-342900" lvl="1" marL="914400" algn="l">
              <a:lnSpc>
                <a:spcPct val="105000"/>
              </a:lnSpc>
              <a:spcBef>
                <a:spcPts val="1000"/>
              </a:spcBef>
              <a:spcAft>
                <a:spcPts val="0"/>
              </a:spcAft>
              <a:buClr>
                <a:schemeClr val="dk1"/>
              </a:buClr>
              <a:buSzPts val="1800"/>
              <a:buChar char="•"/>
              <a:defRPr b="1"/>
            </a:lvl2pPr>
            <a:lvl3pPr indent="-342900" lvl="2" marL="1371600" algn="l">
              <a:lnSpc>
                <a:spcPct val="105000"/>
              </a:lnSpc>
              <a:spcBef>
                <a:spcPts val="1000"/>
              </a:spcBef>
              <a:spcAft>
                <a:spcPts val="0"/>
              </a:spcAft>
              <a:buClr>
                <a:schemeClr val="dk1"/>
              </a:buClr>
              <a:buSzPts val="1800"/>
              <a:buChar char="•"/>
              <a:defRPr b="1" sz="1800"/>
            </a:lvl3pPr>
            <a:lvl4pPr indent="-317500" lvl="3" marL="1828800" algn="l">
              <a:lnSpc>
                <a:spcPct val="105000"/>
              </a:lnSpc>
              <a:spcBef>
                <a:spcPts val="1000"/>
              </a:spcBef>
              <a:spcAft>
                <a:spcPts val="0"/>
              </a:spcAft>
              <a:buClr>
                <a:schemeClr val="dk1"/>
              </a:buClr>
              <a:buSzPts val="1400"/>
              <a:buChar char="•"/>
              <a:defRPr b="1"/>
            </a:lvl4pPr>
            <a:lvl5pPr indent="-317500" lvl="4" marL="2286000" algn="l">
              <a:lnSpc>
                <a:spcPct val="105000"/>
              </a:lnSpc>
              <a:spcBef>
                <a:spcPts val="1000"/>
              </a:spcBef>
              <a:spcAft>
                <a:spcPts val="0"/>
              </a:spcAft>
              <a:buClr>
                <a:schemeClr val="dk1"/>
              </a:buClr>
              <a:buSzPts val="1400"/>
              <a:buChar char="•"/>
              <a:defRPr b="1"/>
            </a:lvl5pPr>
            <a:lvl6pPr indent="-317500" lvl="5" marL="2743200" algn="l">
              <a:lnSpc>
                <a:spcPct val="105000"/>
              </a:lnSpc>
              <a:spcBef>
                <a:spcPts val="1000"/>
              </a:spcBef>
              <a:spcAft>
                <a:spcPts val="0"/>
              </a:spcAft>
              <a:buClr>
                <a:schemeClr val="dk1"/>
              </a:buClr>
              <a:buSzPts val="1400"/>
              <a:buChar char="•"/>
              <a:defRPr b="1"/>
            </a:lvl6pPr>
            <a:lvl7pPr indent="-317500" lvl="6" marL="3200400" algn="l">
              <a:lnSpc>
                <a:spcPct val="105000"/>
              </a:lnSpc>
              <a:spcBef>
                <a:spcPts val="1000"/>
              </a:spcBef>
              <a:spcAft>
                <a:spcPts val="0"/>
              </a:spcAft>
              <a:buClr>
                <a:schemeClr val="dk1"/>
              </a:buClr>
              <a:buSzPts val="1400"/>
              <a:buChar char="•"/>
              <a:defRPr b="1"/>
            </a:lvl7pPr>
            <a:lvl8pPr indent="-317500" lvl="7" marL="3657600" algn="l">
              <a:lnSpc>
                <a:spcPct val="105000"/>
              </a:lnSpc>
              <a:spcBef>
                <a:spcPts val="1000"/>
              </a:spcBef>
              <a:spcAft>
                <a:spcPts val="0"/>
              </a:spcAft>
              <a:buClr>
                <a:schemeClr val="dk1"/>
              </a:buClr>
              <a:buSzPts val="1400"/>
              <a:buChar char="•"/>
              <a:defRPr b="1"/>
            </a:lvl8pPr>
            <a:lvl9pPr indent="-317500" lvl="8" marL="4114800" algn="l">
              <a:lnSpc>
                <a:spcPct val="105000"/>
              </a:lnSpc>
              <a:spcBef>
                <a:spcPts val="1000"/>
              </a:spcBef>
              <a:spcAft>
                <a:spcPts val="1000"/>
              </a:spcAft>
              <a:buClr>
                <a:schemeClr val="dk1"/>
              </a:buClr>
              <a:buSzPts val="1400"/>
              <a:buChar char="•"/>
              <a:defRPr b="1"/>
            </a:lvl9pPr>
          </a:lstStyle>
          <a:p/>
        </p:txBody>
      </p:sp>
      <p:sp>
        <p:nvSpPr>
          <p:cNvPr id="682" name="Google Shape;682;p8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83" name="Google Shape;683;p8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84" name="Google Shape;684;p8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685" name="Google Shape;685;p86"/>
          <p:cNvSpPr txBox="1"/>
          <p:nvPr>
            <p:ph idx="2" type="body"/>
          </p:nvPr>
        </p:nvSpPr>
        <p:spPr>
          <a:xfrm>
            <a:off x="2961200" y="914400"/>
            <a:ext cx="5725500" cy="3771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solidFill>
                  <a:srgbClr val="FFFFFF"/>
                </a:solidFill>
              </a:defRPr>
            </a:lvl1pPr>
            <a:lvl2pPr indent="-342900" lvl="1" marL="914400" algn="l">
              <a:lnSpc>
                <a:spcPct val="115000"/>
              </a:lnSpc>
              <a:spcBef>
                <a:spcPts val="1000"/>
              </a:spcBef>
              <a:spcAft>
                <a:spcPts val="0"/>
              </a:spcAft>
              <a:buSzPts val="1800"/>
              <a:buChar char="•"/>
              <a:defRPr>
                <a:solidFill>
                  <a:srgbClr val="FFFFFF"/>
                </a:solidFill>
              </a:defRPr>
            </a:lvl2pPr>
            <a:lvl3pPr indent="-317500" lvl="2" marL="1371600" algn="l">
              <a:lnSpc>
                <a:spcPct val="115000"/>
              </a:lnSpc>
              <a:spcBef>
                <a:spcPts val="1000"/>
              </a:spcBef>
              <a:spcAft>
                <a:spcPts val="0"/>
              </a:spcAft>
              <a:buSzPts val="1400"/>
              <a:buChar char="•"/>
              <a:defRPr>
                <a:solidFill>
                  <a:srgbClr val="FFFFFF"/>
                </a:solidFill>
              </a:defRPr>
            </a:lvl3pPr>
            <a:lvl4pPr indent="-317500" lvl="3" marL="1828800" algn="l">
              <a:lnSpc>
                <a:spcPct val="115000"/>
              </a:lnSpc>
              <a:spcBef>
                <a:spcPts val="1000"/>
              </a:spcBef>
              <a:spcAft>
                <a:spcPts val="0"/>
              </a:spcAft>
              <a:buSzPts val="1400"/>
              <a:buChar char="•"/>
              <a:defRPr>
                <a:solidFill>
                  <a:srgbClr val="FFFFFF"/>
                </a:solidFill>
              </a:defRPr>
            </a:lvl4pPr>
            <a:lvl5pPr indent="-317500" lvl="4" marL="2286000" algn="l">
              <a:lnSpc>
                <a:spcPct val="115000"/>
              </a:lnSpc>
              <a:spcBef>
                <a:spcPts val="1000"/>
              </a:spcBef>
              <a:spcAft>
                <a:spcPts val="0"/>
              </a:spcAft>
              <a:buSzPts val="1400"/>
              <a:buChar char="•"/>
              <a:defRPr>
                <a:solidFill>
                  <a:srgbClr val="FFFFFF"/>
                </a:solidFill>
              </a:defRPr>
            </a:lvl5pPr>
            <a:lvl6pPr indent="-317500" lvl="5" marL="2743200" algn="l">
              <a:lnSpc>
                <a:spcPct val="115000"/>
              </a:lnSpc>
              <a:spcBef>
                <a:spcPts val="1000"/>
              </a:spcBef>
              <a:spcAft>
                <a:spcPts val="0"/>
              </a:spcAft>
              <a:buSzPts val="1400"/>
              <a:buChar char="•"/>
              <a:defRPr>
                <a:solidFill>
                  <a:srgbClr val="FFFFFF"/>
                </a:solidFill>
              </a:defRPr>
            </a:lvl6pPr>
            <a:lvl7pPr indent="-317500" lvl="6" marL="3200400" algn="l">
              <a:lnSpc>
                <a:spcPct val="115000"/>
              </a:lnSpc>
              <a:spcBef>
                <a:spcPts val="1000"/>
              </a:spcBef>
              <a:spcAft>
                <a:spcPts val="0"/>
              </a:spcAft>
              <a:buSzPts val="1400"/>
              <a:buChar char="•"/>
              <a:defRPr>
                <a:solidFill>
                  <a:srgbClr val="FFFFFF"/>
                </a:solidFill>
              </a:defRPr>
            </a:lvl7pPr>
            <a:lvl8pPr indent="-317500" lvl="7" marL="3657600" algn="l">
              <a:lnSpc>
                <a:spcPct val="115000"/>
              </a:lnSpc>
              <a:spcBef>
                <a:spcPts val="1000"/>
              </a:spcBef>
              <a:spcAft>
                <a:spcPts val="0"/>
              </a:spcAft>
              <a:buSzPts val="1400"/>
              <a:buChar char="•"/>
              <a:defRPr>
                <a:solidFill>
                  <a:srgbClr val="FFFFFF"/>
                </a:solidFill>
              </a:defRPr>
            </a:lvl8pPr>
            <a:lvl9pPr indent="-317500" lvl="8" marL="4114800" algn="l">
              <a:lnSpc>
                <a:spcPct val="115000"/>
              </a:lnSpc>
              <a:spcBef>
                <a:spcPts val="1000"/>
              </a:spcBef>
              <a:spcAft>
                <a:spcPts val="1000"/>
              </a:spcAft>
              <a:buSzPts val="1400"/>
              <a:buChar char="•"/>
              <a:defRPr>
                <a:solidFill>
                  <a:srgbClr val="FFFFFF"/>
                </a:solidFill>
              </a:defRPr>
            </a:lvl9pPr>
          </a:lstStyle>
          <a:p/>
        </p:txBody>
      </p:sp>
      <p:sp>
        <p:nvSpPr>
          <p:cNvPr id="686" name="Google Shape;686;p86"/>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745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687" name="Google Shape;687;p86"/>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74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688" name="Google Shape;688;p8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89" name="Google Shape;689;p86"/>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3">
    <p:spTree>
      <p:nvGrpSpPr>
        <p:cNvPr id="690" name="Shape 690"/>
        <p:cNvGrpSpPr/>
        <p:nvPr/>
      </p:nvGrpSpPr>
      <p:grpSpPr>
        <a:xfrm>
          <a:off x="0" y="0"/>
          <a:ext cx="0" cy="0"/>
          <a:chOff x="0" y="0"/>
          <a:chExt cx="0" cy="0"/>
        </a:xfrm>
      </p:grpSpPr>
      <p:sp>
        <p:nvSpPr>
          <p:cNvPr id="691" name="Google Shape;691;p87"/>
          <p:cNvSpPr txBox="1"/>
          <p:nvPr>
            <p:ph idx="1" type="body"/>
          </p:nvPr>
        </p:nvSpPr>
        <p:spPr>
          <a:xfrm>
            <a:off x="302895" y="384572"/>
            <a:ext cx="8589600" cy="543000"/>
          </a:xfrm>
          <a:prstGeom prst="rect">
            <a:avLst/>
          </a:prstGeom>
          <a:noFill/>
          <a:ln>
            <a:noFill/>
          </a:ln>
        </p:spPr>
        <p:txBody>
          <a:bodyPr anchorCtr="0" anchor="b" bIns="34275" lIns="68575" spcFirstLastPara="1" rIns="68575" wrap="square" tIns="34275">
            <a:sp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92" name="Google Shape;692;p87"/>
          <p:cNvSpPr txBox="1"/>
          <p:nvPr>
            <p:ph idx="2" type="body"/>
          </p:nvPr>
        </p:nvSpPr>
        <p:spPr>
          <a:xfrm>
            <a:off x="304562" y="943213"/>
            <a:ext cx="8601300" cy="294900"/>
          </a:xfrm>
          <a:prstGeom prst="rect">
            <a:avLst/>
          </a:prstGeom>
          <a:noFill/>
          <a:ln>
            <a:noFill/>
          </a:ln>
        </p:spPr>
        <p:txBody>
          <a:bodyPr anchorCtr="0" anchor="t" bIns="34275" lIns="68575" spcFirstLastPara="1" rIns="68575" wrap="square" tIns="34275">
            <a:spAutoFit/>
          </a:bodyPr>
          <a:lstStyle>
            <a:lvl1pPr indent="-228600" lvl="0" marL="457200" marR="0" algn="ctr">
              <a:lnSpc>
                <a:spcPct val="90000"/>
              </a:lnSpc>
              <a:spcBef>
                <a:spcPts val="800"/>
              </a:spcBef>
              <a:spcAft>
                <a:spcPts val="0"/>
              </a:spcAft>
              <a:buClr>
                <a:srgbClr val="5B5B5B"/>
              </a:buClr>
              <a:buSzPts val="1600"/>
              <a:buFont typeface="Arial"/>
              <a:buNone/>
              <a:defRPr b="0" i="0" sz="1600" u="none" cap="none" strike="noStrike">
                <a:solidFill>
                  <a:srgbClr val="5B5B5B"/>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93" name="Google Shape;693;p87"/>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Computing Inc. All Rights Reserved</a:t>
            </a:r>
            <a:endParaRPr b="0" i="0" sz="600" u="none" cap="none" strike="noStrike">
              <a:solidFill>
                <a:srgbClr val="929292"/>
              </a:solidFill>
              <a:latin typeface="Arial"/>
              <a:ea typeface="Arial"/>
              <a:cs typeface="Arial"/>
              <a:sym typeface="Arial"/>
            </a:endParaRPr>
          </a:p>
        </p:txBody>
      </p:sp>
      <p:sp>
        <p:nvSpPr>
          <p:cNvPr id="694" name="Google Shape;694;p87"/>
          <p:cNvSpPr/>
          <p:nvPr/>
        </p:nvSpPr>
        <p:spPr>
          <a:xfrm>
            <a:off x="345160" y="4874129"/>
            <a:ext cx="151596" cy="137160"/>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695" name="Shape 695"/>
        <p:cNvGrpSpPr/>
        <p:nvPr/>
      </p:nvGrpSpPr>
      <p:grpSpPr>
        <a:xfrm>
          <a:off x="0" y="0"/>
          <a:ext cx="0" cy="0"/>
          <a:chOff x="0" y="0"/>
          <a:chExt cx="0" cy="0"/>
        </a:xfrm>
      </p:grpSpPr>
      <p:sp>
        <p:nvSpPr>
          <p:cNvPr id="696" name="Google Shape;696;p88"/>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697" name="Google Shape;697;p8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698" name="Google Shape;698;p8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699" name="Shape 699"/>
        <p:cNvGrpSpPr/>
        <p:nvPr/>
      </p:nvGrpSpPr>
      <p:grpSpPr>
        <a:xfrm>
          <a:off x="0" y="0"/>
          <a:ext cx="0" cy="0"/>
          <a:chOff x="0" y="0"/>
          <a:chExt cx="0" cy="0"/>
        </a:xfrm>
      </p:grpSpPr>
      <p:sp>
        <p:nvSpPr>
          <p:cNvPr id="700" name="Google Shape;700;p89"/>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89"/>
          <p:cNvSpPr txBox="1"/>
          <p:nvPr>
            <p:ph idx="1" type="body"/>
          </p:nvPr>
        </p:nvSpPr>
        <p:spPr>
          <a:xfrm>
            <a:off x="365750" y="274320"/>
            <a:ext cx="23766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FFFFFF"/>
              </a:buClr>
              <a:buSzPts val="2600"/>
              <a:buNone/>
              <a:defRPr b="1" i="0" sz="2600" cap="none">
                <a:solidFill>
                  <a:srgbClr val="FFFFFF"/>
                </a:solidFill>
              </a:defRPr>
            </a:lvl1pPr>
            <a:lvl2pPr indent="-342900" lvl="1" marL="914400" algn="l">
              <a:lnSpc>
                <a:spcPct val="105000"/>
              </a:lnSpc>
              <a:spcBef>
                <a:spcPts val="0"/>
              </a:spcBef>
              <a:spcAft>
                <a:spcPts val="0"/>
              </a:spcAft>
              <a:buClr>
                <a:srgbClr val="FFFFFF"/>
              </a:buClr>
              <a:buSzPts val="1800"/>
              <a:buChar char="•"/>
              <a:defRPr b="1">
                <a:solidFill>
                  <a:srgbClr val="FFFFFF"/>
                </a:solidFill>
              </a:defRPr>
            </a:lvl2pPr>
            <a:lvl3pPr indent="-342900" lvl="2" marL="1371600" algn="l">
              <a:lnSpc>
                <a:spcPct val="105000"/>
              </a:lnSpc>
              <a:spcBef>
                <a:spcPts val="1000"/>
              </a:spcBef>
              <a:spcAft>
                <a:spcPts val="0"/>
              </a:spcAft>
              <a:buClr>
                <a:srgbClr val="FFFFFF"/>
              </a:buClr>
              <a:buSzPts val="1800"/>
              <a:buChar char="•"/>
              <a:defRPr b="1" sz="1800">
                <a:solidFill>
                  <a:srgbClr val="FFFFFF"/>
                </a:solidFill>
              </a:defRPr>
            </a:lvl3pPr>
            <a:lvl4pPr indent="-317500" lvl="3" marL="1828800" algn="l">
              <a:lnSpc>
                <a:spcPct val="105000"/>
              </a:lnSpc>
              <a:spcBef>
                <a:spcPts val="1000"/>
              </a:spcBef>
              <a:spcAft>
                <a:spcPts val="0"/>
              </a:spcAft>
              <a:buClr>
                <a:srgbClr val="FFFFFF"/>
              </a:buClr>
              <a:buSzPts val="1400"/>
              <a:buChar char="•"/>
              <a:defRPr b="1">
                <a:solidFill>
                  <a:srgbClr val="FFFFFF"/>
                </a:solidFill>
              </a:defRPr>
            </a:lvl4pPr>
            <a:lvl5pPr indent="-317500" lvl="4" marL="2286000" algn="l">
              <a:lnSpc>
                <a:spcPct val="105000"/>
              </a:lnSpc>
              <a:spcBef>
                <a:spcPts val="1000"/>
              </a:spcBef>
              <a:spcAft>
                <a:spcPts val="0"/>
              </a:spcAft>
              <a:buClr>
                <a:srgbClr val="FFFFFF"/>
              </a:buClr>
              <a:buSzPts val="1400"/>
              <a:buChar char="•"/>
              <a:defRPr b="1">
                <a:solidFill>
                  <a:srgbClr val="FFFFFF"/>
                </a:solidFill>
              </a:defRPr>
            </a:lvl5pPr>
            <a:lvl6pPr indent="-317500" lvl="5" marL="2743200" algn="l">
              <a:lnSpc>
                <a:spcPct val="105000"/>
              </a:lnSpc>
              <a:spcBef>
                <a:spcPts val="1000"/>
              </a:spcBef>
              <a:spcAft>
                <a:spcPts val="0"/>
              </a:spcAft>
              <a:buClr>
                <a:srgbClr val="FFFFFF"/>
              </a:buClr>
              <a:buSzPts val="1400"/>
              <a:buChar char="•"/>
              <a:defRPr b="1">
                <a:solidFill>
                  <a:srgbClr val="FFFFFF"/>
                </a:solidFill>
              </a:defRPr>
            </a:lvl6pPr>
            <a:lvl7pPr indent="-317500" lvl="6" marL="3200400" algn="l">
              <a:lnSpc>
                <a:spcPct val="105000"/>
              </a:lnSpc>
              <a:spcBef>
                <a:spcPts val="1000"/>
              </a:spcBef>
              <a:spcAft>
                <a:spcPts val="0"/>
              </a:spcAft>
              <a:buClr>
                <a:srgbClr val="FFFFFF"/>
              </a:buClr>
              <a:buSzPts val="1400"/>
              <a:buChar char="•"/>
              <a:defRPr b="1">
                <a:solidFill>
                  <a:srgbClr val="FFFFFF"/>
                </a:solidFill>
              </a:defRPr>
            </a:lvl7pPr>
            <a:lvl8pPr indent="-317500" lvl="7" marL="3657600" algn="l">
              <a:lnSpc>
                <a:spcPct val="105000"/>
              </a:lnSpc>
              <a:spcBef>
                <a:spcPts val="1000"/>
              </a:spcBef>
              <a:spcAft>
                <a:spcPts val="0"/>
              </a:spcAft>
              <a:buClr>
                <a:srgbClr val="FFFFFF"/>
              </a:buClr>
              <a:buSzPts val="1400"/>
              <a:buChar char="•"/>
              <a:defRPr b="1">
                <a:solidFill>
                  <a:srgbClr val="FFFFFF"/>
                </a:solidFill>
              </a:defRPr>
            </a:lvl8pPr>
            <a:lvl9pPr indent="-317500" lvl="8" marL="4114800" algn="l">
              <a:lnSpc>
                <a:spcPct val="105000"/>
              </a:lnSpc>
              <a:spcBef>
                <a:spcPts val="1000"/>
              </a:spcBef>
              <a:spcAft>
                <a:spcPts val="1000"/>
              </a:spcAft>
              <a:buClr>
                <a:srgbClr val="FFFFFF"/>
              </a:buClr>
              <a:buSzPts val="1400"/>
              <a:buChar char="•"/>
              <a:defRPr b="1">
                <a:solidFill>
                  <a:srgbClr val="FFFFFF"/>
                </a:solidFill>
              </a:defRPr>
            </a:lvl9pPr>
          </a:lstStyle>
          <a:p/>
        </p:txBody>
      </p:sp>
      <p:sp>
        <p:nvSpPr>
          <p:cNvPr id="702" name="Google Shape;702;p8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03" name="Google Shape;703;p8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04" name="Google Shape;704;p8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 </a:t>
            </a:r>
            <a:r>
              <a:rPr lang="en" sz="600">
                <a:solidFill>
                  <a:srgbClr val="FFFFFF"/>
                </a:solidFill>
              </a:rPr>
              <a:t>2026 Sn</a:t>
            </a:r>
            <a:r>
              <a:rPr b="0" i="0" lang="en" sz="600" u="none" cap="none" strike="noStrike">
                <a:solidFill>
                  <a:srgbClr val="FFFFFF"/>
                </a:solidFill>
                <a:latin typeface="Arial"/>
                <a:ea typeface="Arial"/>
                <a:cs typeface="Arial"/>
                <a:sym typeface="Arial"/>
              </a:rPr>
              <a:t>owflake Inc. All Rights Reserved</a:t>
            </a:r>
            <a:endParaRPr b="0" i="0" sz="600" u="none" cap="none" strike="noStrike">
              <a:solidFill>
                <a:srgbClr val="FFFFFF"/>
              </a:solidFill>
              <a:latin typeface="Arial"/>
              <a:ea typeface="Arial"/>
              <a:cs typeface="Arial"/>
              <a:sym typeface="Arial"/>
            </a:endParaRPr>
          </a:p>
        </p:txBody>
      </p:sp>
      <p:sp>
        <p:nvSpPr>
          <p:cNvPr id="705" name="Google Shape;705;p89"/>
          <p:cNvSpPr txBox="1"/>
          <p:nvPr>
            <p:ph idx="2" type="body"/>
          </p:nvPr>
        </p:nvSpPr>
        <p:spPr>
          <a:xfrm>
            <a:off x="365750" y="1291650"/>
            <a:ext cx="2210400" cy="25602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Clr>
                <a:srgbClr val="FFFFFF"/>
              </a:buClr>
              <a:buSzPts val="1200"/>
              <a:buChar char="•"/>
              <a:defRPr sz="1200">
                <a:solidFill>
                  <a:srgbClr val="FFFFFF"/>
                </a:solidFill>
              </a:defRPr>
            </a:lvl1pPr>
            <a:lvl2pPr indent="-304800" lvl="1" marL="914400" algn="l">
              <a:lnSpc>
                <a:spcPct val="115000"/>
              </a:lnSpc>
              <a:spcBef>
                <a:spcPts val="1000"/>
              </a:spcBef>
              <a:spcAft>
                <a:spcPts val="0"/>
              </a:spcAft>
              <a:buClr>
                <a:srgbClr val="FFFFFF"/>
              </a:buClr>
              <a:buSzPts val="1200"/>
              <a:buChar char="•"/>
              <a:defRPr sz="1200">
                <a:solidFill>
                  <a:srgbClr val="FFFFFF"/>
                </a:solidFill>
              </a:defRPr>
            </a:lvl2pPr>
            <a:lvl3pPr indent="-304800" lvl="2" marL="1371600" algn="l">
              <a:lnSpc>
                <a:spcPct val="115000"/>
              </a:lnSpc>
              <a:spcBef>
                <a:spcPts val="1000"/>
              </a:spcBef>
              <a:spcAft>
                <a:spcPts val="0"/>
              </a:spcAft>
              <a:buClr>
                <a:srgbClr val="FFFFFF"/>
              </a:buClr>
              <a:buSzPts val="1200"/>
              <a:buChar char="•"/>
              <a:defRPr sz="1200">
                <a:solidFill>
                  <a:srgbClr val="FFFFFF"/>
                </a:solidFill>
              </a:defRPr>
            </a:lvl3pPr>
            <a:lvl4pPr indent="-304800" lvl="3" marL="1828800" algn="l">
              <a:lnSpc>
                <a:spcPct val="115000"/>
              </a:lnSpc>
              <a:spcBef>
                <a:spcPts val="1000"/>
              </a:spcBef>
              <a:spcAft>
                <a:spcPts val="0"/>
              </a:spcAft>
              <a:buClr>
                <a:srgbClr val="FFFFFF"/>
              </a:buClr>
              <a:buSzPts val="1200"/>
              <a:buChar char="•"/>
              <a:defRPr sz="1200">
                <a:solidFill>
                  <a:srgbClr val="FFFFFF"/>
                </a:solidFill>
              </a:defRPr>
            </a:lvl4pPr>
            <a:lvl5pPr indent="-304800" lvl="4" marL="2286000" algn="l">
              <a:lnSpc>
                <a:spcPct val="115000"/>
              </a:lnSpc>
              <a:spcBef>
                <a:spcPts val="1000"/>
              </a:spcBef>
              <a:spcAft>
                <a:spcPts val="0"/>
              </a:spcAft>
              <a:buClr>
                <a:srgbClr val="FFFFFF"/>
              </a:buClr>
              <a:buSzPts val="1200"/>
              <a:buChar char="•"/>
              <a:defRPr sz="1200">
                <a:solidFill>
                  <a:srgbClr val="FFFFFF"/>
                </a:solidFill>
              </a:defRPr>
            </a:lvl5pPr>
            <a:lvl6pPr indent="-304800" lvl="5" marL="2743200" algn="l">
              <a:lnSpc>
                <a:spcPct val="115000"/>
              </a:lnSpc>
              <a:spcBef>
                <a:spcPts val="1000"/>
              </a:spcBef>
              <a:spcAft>
                <a:spcPts val="0"/>
              </a:spcAft>
              <a:buClr>
                <a:srgbClr val="FFFFFF"/>
              </a:buClr>
              <a:buSzPts val="1200"/>
              <a:buChar char="•"/>
              <a:defRPr sz="1200">
                <a:solidFill>
                  <a:srgbClr val="FFFFFF"/>
                </a:solidFill>
              </a:defRPr>
            </a:lvl6pPr>
            <a:lvl7pPr indent="-304800" lvl="6" marL="3200400" algn="l">
              <a:lnSpc>
                <a:spcPct val="115000"/>
              </a:lnSpc>
              <a:spcBef>
                <a:spcPts val="1000"/>
              </a:spcBef>
              <a:spcAft>
                <a:spcPts val="0"/>
              </a:spcAft>
              <a:buClr>
                <a:srgbClr val="FFFFFF"/>
              </a:buClr>
              <a:buSzPts val="1200"/>
              <a:buChar char="•"/>
              <a:defRPr sz="1200">
                <a:solidFill>
                  <a:srgbClr val="FFFFFF"/>
                </a:solidFill>
              </a:defRPr>
            </a:lvl7pPr>
            <a:lvl8pPr indent="-304800" lvl="7" marL="3657600" algn="l">
              <a:lnSpc>
                <a:spcPct val="115000"/>
              </a:lnSpc>
              <a:spcBef>
                <a:spcPts val="1000"/>
              </a:spcBef>
              <a:spcAft>
                <a:spcPts val="0"/>
              </a:spcAft>
              <a:buClr>
                <a:srgbClr val="FFFFFF"/>
              </a:buClr>
              <a:buSzPts val="1200"/>
              <a:buChar char="•"/>
              <a:defRPr sz="1200">
                <a:solidFill>
                  <a:srgbClr val="FFFFFF"/>
                </a:solidFill>
              </a:defRPr>
            </a:lvl8pPr>
            <a:lvl9pPr indent="-304800" lvl="8" marL="4114800" algn="l">
              <a:lnSpc>
                <a:spcPct val="115000"/>
              </a:lnSpc>
              <a:spcBef>
                <a:spcPts val="1000"/>
              </a:spcBef>
              <a:spcAft>
                <a:spcPts val="1000"/>
              </a:spcAft>
              <a:buClr>
                <a:srgbClr val="FFFFFF"/>
              </a:buClr>
              <a:buSzPts val="1200"/>
              <a:buChar char="•"/>
              <a:defRPr sz="1200">
                <a:solidFill>
                  <a:srgbClr val="FFFFFF"/>
                </a:solidFill>
              </a:defRPr>
            </a:lvl9pPr>
          </a:lstStyle>
          <a:p/>
        </p:txBody>
      </p:sp>
      <p:sp>
        <p:nvSpPr>
          <p:cNvPr id="706" name="Google Shape;706;p8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07" name="Shape 707"/>
        <p:cNvGrpSpPr/>
        <p:nvPr/>
      </p:nvGrpSpPr>
      <p:grpSpPr>
        <a:xfrm>
          <a:off x="0" y="0"/>
          <a:ext cx="0" cy="0"/>
          <a:chOff x="0" y="0"/>
          <a:chExt cx="0" cy="0"/>
        </a:xfrm>
      </p:grpSpPr>
      <p:sp>
        <p:nvSpPr>
          <p:cNvPr id="708" name="Google Shape;708;p90"/>
          <p:cNvSpPr txBox="1"/>
          <p:nvPr>
            <p:ph type="title"/>
          </p:nvPr>
        </p:nvSpPr>
        <p:spPr>
          <a:xfrm>
            <a:off x="337026" y="233533"/>
            <a:ext cx="8393700" cy="4809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dk1"/>
              </a:buClr>
              <a:buSzPts val="14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09" name="Google Shape;709;p90"/>
          <p:cNvSpPr txBox="1"/>
          <p:nvPr>
            <p:ph idx="1" type="body"/>
          </p:nvPr>
        </p:nvSpPr>
        <p:spPr>
          <a:xfrm>
            <a:off x="336129" y="1006079"/>
            <a:ext cx="8393700" cy="36207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500"/>
              </a:spcBef>
              <a:spcAft>
                <a:spcPts val="0"/>
              </a:spcAft>
              <a:buClr>
                <a:schemeClr val="dk1"/>
              </a:buClr>
              <a:buSzPts val="1400"/>
              <a:buChar char="•"/>
              <a:defRPr/>
            </a:lvl2pPr>
            <a:lvl3pPr indent="-317500" lvl="2" marL="1371600" algn="l">
              <a:lnSpc>
                <a:spcPct val="100000"/>
              </a:lnSpc>
              <a:spcBef>
                <a:spcPts val="500"/>
              </a:spcBef>
              <a:spcAft>
                <a:spcPts val="0"/>
              </a:spcAft>
              <a:buClr>
                <a:schemeClr val="dk1"/>
              </a:buClr>
              <a:buSzPts val="1400"/>
              <a:buChar char="•"/>
              <a:defRPr/>
            </a:lvl3pPr>
            <a:lvl4pPr indent="-317500" lvl="3" marL="1828800" algn="l">
              <a:lnSpc>
                <a:spcPct val="100000"/>
              </a:lnSpc>
              <a:spcBef>
                <a:spcPts val="500"/>
              </a:spcBef>
              <a:spcAft>
                <a:spcPts val="0"/>
              </a:spcAft>
              <a:buClr>
                <a:schemeClr val="dk1"/>
              </a:buClr>
              <a:buSzPts val="1400"/>
              <a:buChar char="•"/>
              <a:defRPr/>
            </a:lvl4pPr>
            <a:lvl5pPr indent="-317500" lvl="4" marL="2286000" algn="l">
              <a:lnSpc>
                <a:spcPct val="100000"/>
              </a:lnSpc>
              <a:spcBef>
                <a:spcPts val="500"/>
              </a:spcBef>
              <a:spcAft>
                <a:spcPts val="0"/>
              </a:spcAft>
              <a:buClr>
                <a:schemeClr val="dk1"/>
              </a:buClr>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1000"/>
              </a:spcBef>
              <a:spcAft>
                <a:spcPts val="0"/>
              </a:spcAft>
              <a:buClr>
                <a:schemeClr val="dk1"/>
              </a:buClr>
              <a:buSzPts val="1400"/>
              <a:buChar char="•"/>
              <a:defRPr/>
            </a:lvl7pPr>
            <a:lvl8pPr indent="-317500" lvl="7" marL="3657600" algn="l">
              <a:lnSpc>
                <a:spcPct val="90000"/>
              </a:lnSpc>
              <a:spcBef>
                <a:spcPts val="1000"/>
              </a:spcBef>
              <a:spcAft>
                <a:spcPts val="0"/>
              </a:spcAft>
              <a:buClr>
                <a:schemeClr val="dk1"/>
              </a:buClr>
              <a:buSzPts val="1400"/>
              <a:buChar char="•"/>
              <a:defRPr/>
            </a:lvl8pPr>
            <a:lvl9pPr indent="-317500" lvl="8" marL="4114800" algn="l">
              <a:lnSpc>
                <a:spcPct val="90000"/>
              </a:lnSpc>
              <a:spcBef>
                <a:spcPts val="1000"/>
              </a:spcBef>
              <a:spcAft>
                <a:spcPts val="1000"/>
              </a:spcAft>
              <a:buClr>
                <a:schemeClr val="dk1"/>
              </a:buClr>
              <a:buSzPts val="1400"/>
              <a:buChar char="•"/>
              <a:defRPr/>
            </a:lvl9pPr>
          </a:lstStyle>
          <a:p/>
        </p:txBody>
      </p:sp>
    </p:spTree>
  </p:cSld>
  <p:clrMapOvr>
    <a:masterClrMapping/>
  </p:clrMapOvr>
  <mc:AlternateContent>
    <mc:Choice Requires="p14">
      <p:transition spd="med" p14:dur="600">
        <p:fade/>
      </p:transition>
    </mc:Choice>
    <mc:Fallback>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710" name="Shape 710"/>
        <p:cNvGrpSpPr/>
        <p:nvPr/>
      </p:nvGrpSpPr>
      <p:grpSpPr>
        <a:xfrm>
          <a:off x="0" y="0"/>
          <a:ext cx="0" cy="0"/>
          <a:chOff x="0" y="0"/>
          <a:chExt cx="0" cy="0"/>
        </a:xfrm>
      </p:grpSpPr>
      <p:sp>
        <p:nvSpPr>
          <p:cNvPr id="711" name="Google Shape;711;p9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12" name="Google Shape;712;p9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13" name="Google Shape;713;p91"/>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14" name="Google Shape;714;p91"/>
          <p:cNvSpPr txBox="1"/>
          <p:nvPr>
            <p:ph idx="1" type="subTitle"/>
          </p:nvPr>
        </p:nvSpPr>
        <p:spPr>
          <a:xfrm>
            <a:off x="365760" y="1122367"/>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15" name="Google Shape;715;p9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9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17" name="Google Shape;717;p91"/>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718" name="Shape 718"/>
        <p:cNvGrpSpPr/>
        <p:nvPr/>
      </p:nvGrpSpPr>
      <p:grpSpPr>
        <a:xfrm>
          <a:off x="0" y="0"/>
          <a:ext cx="0" cy="0"/>
          <a:chOff x="0" y="0"/>
          <a:chExt cx="0" cy="0"/>
        </a:xfrm>
      </p:grpSpPr>
      <p:grpSp>
        <p:nvGrpSpPr>
          <p:cNvPr id="719" name="Google Shape;719;p92"/>
          <p:cNvGrpSpPr/>
          <p:nvPr/>
        </p:nvGrpSpPr>
        <p:grpSpPr>
          <a:xfrm>
            <a:off x="3" y="3761953"/>
            <a:ext cx="9143997" cy="1371564"/>
            <a:chOff x="-10" y="3735321"/>
            <a:chExt cx="9139427" cy="1408177"/>
          </a:xfrm>
        </p:grpSpPr>
        <p:pic>
          <p:nvPicPr>
            <p:cNvPr id="720" name="Google Shape;720;p92"/>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721" name="Google Shape;721;p92"/>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722" name="Google Shape;722;p92"/>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723" name="Google Shape;723;p9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24" name="Google Shape;724;p9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25" name="Google Shape;725;p92"/>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26" name="Google Shape;726;p92"/>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27" name="Google Shape;727;p9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9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29" name="Google Shape;729;p9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730" name="Shape 730"/>
        <p:cNvGrpSpPr/>
        <p:nvPr/>
      </p:nvGrpSpPr>
      <p:grpSpPr>
        <a:xfrm>
          <a:off x="0" y="0"/>
          <a:ext cx="0" cy="0"/>
          <a:chOff x="0" y="0"/>
          <a:chExt cx="0" cy="0"/>
        </a:xfrm>
      </p:grpSpPr>
      <p:grpSp>
        <p:nvGrpSpPr>
          <p:cNvPr id="731" name="Google Shape;731;p93"/>
          <p:cNvGrpSpPr/>
          <p:nvPr/>
        </p:nvGrpSpPr>
        <p:grpSpPr>
          <a:xfrm>
            <a:off x="0" y="4370576"/>
            <a:ext cx="9144001" cy="772925"/>
            <a:chOff x="0" y="4370576"/>
            <a:chExt cx="9144001" cy="772925"/>
          </a:xfrm>
        </p:grpSpPr>
        <p:pic>
          <p:nvPicPr>
            <p:cNvPr id="732" name="Google Shape;732;p93"/>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733" name="Google Shape;733;p93"/>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734" name="Google Shape;734;p93"/>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735" name="Google Shape;735;p9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36" name="Google Shape;736;p9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37" name="Google Shape;737;p93"/>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38" name="Google Shape;738;p93"/>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39" name="Google Shape;739;p9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9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41" name="Google Shape;741;p9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742" name="Shape 742"/>
        <p:cNvGrpSpPr/>
        <p:nvPr/>
      </p:nvGrpSpPr>
      <p:grpSpPr>
        <a:xfrm>
          <a:off x="0" y="0"/>
          <a:ext cx="0" cy="0"/>
          <a:chOff x="0" y="0"/>
          <a:chExt cx="0" cy="0"/>
        </a:xfrm>
      </p:grpSpPr>
      <p:pic>
        <p:nvPicPr>
          <p:cNvPr id="743" name="Google Shape;743;p94"/>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744" name="Google Shape;744;p9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45" name="Google Shape;745;p9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46" name="Google Shape;746;p94"/>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47" name="Google Shape;747;p94"/>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48" name="Google Shape;748;p9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9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50" name="Google Shape;750;p9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751" name="Shape 751"/>
        <p:cNvGrpSpPr/>
        <p:nvPr/>
      </p:nvGrpSpPr>
      <p:grpSpPr>
        <a:xfrm>
          <a:off x="0" y="0"/>
          <a:ext cx="0" cy="0"/>
          <a:chOff x="0" y="0"/>
          <a:chExt cx="0" cy="0"/>
        </a:xfrm>
      </p:grpSpPr>
      <p:sp>
        <p:nvSpPr>
          <p:cNvPr id="752" name="Google Shape;752;p95"/>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800"/>
              <a:buNone/>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753" name="Google Shape;753;p95"/>
          <p:cNvSpPr txBox="1"/>
          <p:nvPr>
            <p:ph type="title"/>
          </p:nvPr>
        </p:nvSpPr>
        <p:spPr>
          <a:xfrm>
            <a:off x="365750" y="274323"/>
            <a:ext cx="8321100" cy="365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54" name="Google Shape;754;p9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5" name="Google Shape;755;p9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56" name="Google Shape;756;p9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57" name="Google Shape;757;p95"/>
          <p:cNvSpPr txBox="1"/>
          <p:nvPr>
            <p:ph idx="2"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58" name="Google Shape;758;p9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759" name="Shape 759"/>
        <p:cNvGrpSpPr/>
        <p:nvPr/>
      </p:nvGrpSpPr>
      <p:grpSpPr>
        <a:xfrm>
          <a:off x="0" y="0"/>
          <a:ext cx="0" cy="0"/>
          <a:chOff x="0" y="0"/>
          <a:chExt cx="0" cy="0"/>
        </a:xfrm>
      </p:grpSpPr>
      <p:sp>
        <p:nvSpPr>
          <p:cNvPr id="760" name="Google Shape;760;p96"/>
          <p:cNvSpPr txBox="1"/>
          <p:nvPr>
            <p:ph type="title"/>
          </p:nvPr>
        </p:nvSpPr>
        <p:spPr>
          <a:xfrm>
            <a:off x="365750" y="274320"/>
            <a:ext cx="83577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61" name="Google Shape;761;p96"/>
          <p:cNvSpPr txBox="1"/>
          <p:nvPr>
            <p:ph idx="1" type="body"/>
          </p:nvPr>
        </p:nvSpPr>
        <p:spPr>
          <a:xfrm>
            <a:off x="365750"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762" name="Google Shape;762;p96"/>
          <p:cNvSpPr txBox="1"/>
          <p:nvPr>
            <p:ph idx="2" type="body"/>
          </p:nvPr>
        </p:nvSpPr>
        <p:spPr>
          <a:xfrm>
            <a:off x="3169031"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763" name="Google Shape;763;p96"/>
          <p:cNvSpPr txBox="1"/>
          <p:nvPr>
            <p:ph idx="3" type="body"/>
          </p:nvPr>
        </p:nvSpPr>
        <p:spPr>
          <a:xfrm>
            <a:off x="6127925"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764" name="Google Shape;764;p9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65" name="Google Shape;765;p9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66" name="Google Shape;766;p9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67" name="Google Shape;767;p96"/>
          <p:cNvSpPr txBox="1"/>
          <p:nvPr>
            <p:ph idx="4"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68" name="Google Shape;768;p9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769" name="Shape 769"/>
        <p:cNvGrpSpPr/>
        <p:nvPr/>
      </p:nvGrpSpPr>
      <p:grpSpPr>
        <a:xfrm>
          <a:off x="0" y="0"/>
          <a:ext cx="0" cy="0"/>
          <a:chOff x="0" y="0"/>
          <a:chExt cx="0" cy="0"/>
        </a:xfrm>
      </p:grpSpPr>
      <p:sp>
        <p:nvSpPr>
          <p:cNvPr id="770" name="Google Shape;770;p97"/>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71" name="Google Shape;771;p97"/>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72" name="Google Shape;772;p97"/>
          <p:cNvSpPr txBox="1"/>
          <p:nvPr>
            <p:ph type="title"/>
          </p:nvPr>
        </p:nvSpPr>
        <p:spPr>
          <a:xfrm>
            <a:off x="365750" y="274320"/>
            <a:ext cx="83484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73" name="Google Shape;773;p97"/>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774" name="Google Shape;774;p97"/>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775" name="Google Shape;775;p97"/>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776" name="Google Shape;776;p97"/>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777" name="Google Shape;777;p97"/>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778" name="Google Shape;778;p97"/>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779" name="Google Shape;779;p9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780" name="Shape 780"/>
        <p:cNvGrpSpPr/>
        <p:nvPr/>
      </p:nvGrpSpPr>
      <p:grpSpPr>
        <a:xfrm>
          <a:off x="0" y="0"/>
          <a:ext cx="0" cy="0"/>
          <a:chOff x="0" y="0"/>
          <a:chExt cx="0" cy="0"/>
        </a:xfrm>
      </p:grpSpPr>
      <p:sp>
        <p:nvSpPr>
          <p:cNvPr id="781" name="Google Shape;781;p98"/>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Lato"/>
              <a:ea typeface="Lato"/>
              <a:cs typeface="Lato"/>
              <a:sym typeface="Lato"/>
            </a:endParaRPr>
          </a:p>
        </p:txBody>
      </p:sp>
      <p:sp>
        <p:nvSpPr>
          <p:cNvPr id="782" name="Google Shape;782;p98"/>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783" name="Google Shape;783;p98"/>
          <p:cNvSpPr/>
          <p:nvPr/>
        </p:nvSpPr>
        <p:spPr>
          <a:xfrm>
            <a:off x="45743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784" name="Google Shape;784;p98"/>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785" name="Google Shape;785;p98"/>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157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786" name="Google Shape;786;p98"/>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787" name="Google Shape;787;p98"/>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algn="l">
              <a:lnSpc>
                <a:spcPct val="105000"/>
              </a:lnSpc>
              <a:spcBef>
                <a:spcPts val="0"/>
              </a:spcBef>
              <a:spcAft>
                <a:spcPts val="0"/>
              </a:spcAft>
              <a:buClr>
                <a:srgbClr val="5B5B5B"/>
              </a:buClr>
              <a:buSzPts val="1600"/>
              <a:buNone/>
              <a:defRPr sz="1600">
                <a:solidFill>
                  <a:srgbClr val="5B5B5B"/>
                </a:solidFill>
              </a:defRPr>
            </a:lvl1pPr>
            <a:lvl2pPr indent="-342900" lvl="1" marL="914400" algn="l">
              <a:lnSpc>
                <a:spcPct val="105000"/>
              </a:lnSpc>
              <a:spcBef>
                <a:spcPts val="1000"/>
              </a:spcBef>
              <a:spcAft>
                <a:spcPts val="0"/>
              </a:spcAft>
              <a:buClr>
                <a:srgbClr val="5B5B5B"/>
              </a:buClr>
              <a:buSzPts val="1800"/>
              <a:buChar char="•"/>
              <a:defRPr>
                <a:solidFill>
                  <a:srgbClr val="5B5B5B"/>
                </a:solidFill>
              </a:defRPr>
            </a:lvl2pPr>
            <a:lvl3pPr indent="-342900" lvl="2" marL="1371600" algn="l">
              <a:lnSpc>
                <a:spcPct val="105000"/>
              </a:lnSpc>
              <a:spcBef>
                <a:spcPts val="1000"/>
              </a:spcBef>
              <a:spcAft>
                <a:spcPts val="0"/>
              </a:spcAft>
              <a:buClr>
                <a:srgbClr val="5B5B5B"/>
              </a:buClr>
              <a:buSzPts val="1800"/>
              <a:buChar char="•"/>
              <a:defRPr>
                <a:solidFill>
                  <a:srgbClr val="5B5B5B"/>
                </a:solidFill>
              </a:defRPr>
            </a:lvl3pPr>
            <a:lvl4pPr indent="-342900" lvl="3" marL="1828800" algn="l">
              <a:lnSpc>
                <a:spcPct val="105000"/>
              </a:lnSpc>
              <a:spcBef>
                <a:spcPts val="1000"/>
              </a:spcBef>
              <a:spcAft>
                <a:spcPts val="0"/>
              </a:spcAft>
              <a:buClr>
                <a:srgbClr val="5B5B5B"/>
              </a:buClr>
              <a:buSzPts val="1800"/>
              <a:buChar char="•"/>
              <a:defRPr>
                <a:solidFill>
                  <a:srgbClr val="5B5B5B"/>
                </a:solidFill>
              </a:defRPr>
            </a:lvl4pPr>
            <a:lvl5pPr indent="-342900" lvl="4" marL="2286000" algn="l">
              <a:lnSpc>
                <a:spcPct val="105000"/>
              </a:lnSpc>
              <a:spcBef>
                <a:spcPts val="1000"/>
              </a:spcBef>
              <a:spcAft>
                <a:spcPts val="0"/>
              </a:spcAft>
              <a:buClr>
                <a:srgbClr val="5B5B5B"/>
              </a:buClr>
              <a:buSzPts val="1800"/>
              <a:buChar char="•"/>
              <a:defRPr>
                <a:solidFill>
                  <a:srgbClr val="5B5B5B"/>
                </a:solidFill>
              </a:defRPr>
            </a:lvl5pPr>
            <a:lvl6pPr indent="-342900" lvl="5" marL="2743200" algn="l">
              <a:lnSpc>
                <a:spcPct val="105000"/>
              </a:lnSpc>
              <a:spcBef>
                <a:spcPts val="1000"/>
              </a:spcBef>
              <a:spcAft>
                <a:spcPts val="0"/>
              </a:spcAft>
              <a:buClr>
                <a:srgbClr val="5B5B5B"/>
              </a:buClr>
              <a:buSzPts val="1800"/>
              <a:buChar char="•"/>
              <a:defRPr>
                <a:solidFill>
                  <a:srgbClr val="5B5B5B"/>
                </a:solidFill>
              </a:defRPr>
            </a:lvl6pPr>
            <a:lvl7pPr indent="-342900" lvl="6" marL="3200400" algn="l">
              <a:lnSpc>
                <a:spcPct val="105000"/>
              </a:lnSpc>
              <a:spcBef>
                <a:spcPts val="1000"/>
              </a:spcBef>
              <a:spcAft>
                <a:spcPts val="0"/>
              </a:spcAft>
              <a:buClr>
                <a:srgbClr val="5B5B5B"/>
              </a:buClr>
              <a:buSzPts val="1800"/>
              <a:buChar char="•"/>
              <a:defRPr>
                <a:solidFill>
                  <a:srgbClr val="5B5B5B"/>
                </a:solidFill>
              </a:defRPr>
            </a:lvl7pPr>
            <a:lvl8pPr indent="-342900" lvl="7" marL="3657600" algn="l">
              <a:lnSpc>
                <a:spcPct val="105000"/>
              </a:lnSpc>
              <a:spcBef>
                <a:spcPts val="1000"/>
              </a:spcBef>
              <a:spcAft>
                <a:spcPts val="0"/>
              </a:spcAft>
              <a:buClr>
                <a:srgbClr val="5B5B5B"/>
              </a:buClr>
              <a:buSzPts val="1800"/>
              <a:buChar char="•"/>
              <a:defRPr>
                <a:solidFill>
                  <a:srgbClr val="5B5B5B"/>
                </a:solidFill>
              </a:defRPr>
            </a:lvl8pPr>
            <a:lvl9pPr indent="-342900" lvl="8" marL="4114800" algn="l">
              <a:lnSpc>
                <a:spcPct val="105000"/>
              </a:lnSpc>
              <a:spcBef>
                <a:spcPts val="1000"/>
              </a:spcBef>
              <a:spcAft>
                <a:spcPts val="1000"/>
              </a:spcAft>
              <a:buClr>
                <a:srgbClr val="5B5B5B"/>
              </a:buClr>
              <a:buSzPts val="1800"/>
              <a:buChar char="•"/>
              <a:defRPr>
                <a:solidFill>
                  <a:srgbClr val="5B5B5B"/>
                </a:solidFill>
              </a:defRPr>
            </a:lvl9pPr>
          </a:lstStyle>
          <a:p/>
        </p:txBody>
      </p:sp>
      <p:sp>
        <p:nvSpPr>
          <p:cNvPr id="788" name="Google Shape;788;p98"/>
          <p:cNvSpPr txBox="1"/>
          <p:nvPr>
            <p:ph type="title"/>
          </p:nvPr>
        </p:nvSpPr>
        <p:spPr>
          <a:xfrm>
            <a:off x="365755" y="274320"/>
            <a:ext cx="3978900" cy="6279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789" name="Google Shape;789;p9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90" name="Google Shape;790;p9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91" name="Google Shape;791;p9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pic>
        <p:nvPicPr>
          <p:cNvPr id="792" name="Google Shape;792;p98"/>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793" name="Google Shape;793;p98"/>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74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794" name="Google Shape;794;p98"/>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SzPts val="1800"/>
              <a:buChar char="•"/>
              <a:defRPr i="0" sz="1800" u="none" cap="none" strike="noStrike">
                <a:solidFill>
                  <a:schemeClr val="lt1"/>
                </a:solidFill>
              </a:defRPr>
            </a:lvl1pPr>
            <a:lvl2pPr indent="-342900" lvl="1" marL="914400" marR="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algn="l">
              <a:lnSpc>
                <a:spcPct val="115000"/>
              </a:lnSpc>
              <a:spcBef>
                <a:spcPts val="1000"/>
              </a:spcBef>
              <a:spcAft>
                <a:spcPts val="0"/>
              </a:spcAft>
              <a:buSzPts val="1400"/>
              <a:buChar char="•"/>
              <a:defRPr i="0" u="none" cap="none" strike="noStrike">
                <a:solidFill>
                  <a:schemeClr val="lt1"/>
                </a:solidFill>
              </a:defRPr>
            </a:lvl3pPr>
            <a:lvl4pPr indent="-317500" lvl="3" marL="1828800" marR="0" algn="l">
              <a:lnSpc>
                <a:spcPct val="115000"/>
              </a:lnSpc>
              <a:spcBef>
                <a:spcPts val="1000"/>
              </a:spcBef>
              <a:spcAft>
                <a:spcPts val="0"/>
              </a:spcAft>
              <a:buSzPts val="1400"/>
              <a:buChar char="•"/>
              <a:defRPr i="0" u="none" cap="none" strike="noStrike">
                <a:solidFill>
                  <a:schemeClr val="lt1"/>
                </a:solidFill>
              </a:defRPr>
            </a:lvl4pPr>
            <a:lvl5pPr indent="-317500" lvl="4" marL="2286000" marR="0" algn="l">
              <a:lnSpc>
                <a:spcPct val="115000"/>
              </a:lnSpc>
              <a:spcBef>
                <a:spcPts val="1000"/>
              </a:spcBef>
              <a:spcAft>
                <a:spcPts val="0"/>
              </a:spcAft>
              <a:buSzPts val="1400"/>
              <a:buChar char="•"/>
              <a:defRPr i="0" u="none" cap="none" strike="noStrike">
                <a:solidFill>
                  <a:schemeClr val="lt1"/>
                </a:solidFill>
              </a:defRPr>
            </a:lvl5pPr>
            <a:lvl6pPr indent="-317500" lvl="5" marL="2743200" marR="0" algn="l">
              <a:lnSpc>
                <a:spcPct val="115000"/>
              </a:lnSpc>
              <a:spcBef>
                <a:spcPts val="1000"/>
              </a:spcBef>
              <a:spcAft>
                <a:spcPts val="0"/>
              </a:spcAft>
              <a:buSzPts val="1400"/>
              <a:buChar char="•"/>
              <a:defRPr i="0" u="none" cap="none" strike="noStrike">
                <a:solidFill>
                  <a:schemeClr val="lt1"/>
                </a:solidFill>
              </a:defRPr>
            </a:lvl6pPr>
            <a:lvl7pPr indent="-317500" lvl="6" marL="3200400" marR="0" algn="l">
              <a:lnSpc>
                <a:spcPct val="115000"/>
              </a:lnSpc>
              <a:spcBef>
                <a:spcPts val="1000"/>
              </a:spcBef>
              <a:spcAft>
                <a:spcPts val="0"/>
              </a:spcAft>
              <a:buSzPts val="1400"/>
              <a:buChar char="•"/>
              <a:defRPr i="0" u="none" cap="none" strike="noStrike">
                <a:solidFill>
                  <a:schemeClr val="lt1"/>
                </a:solidFill>
              </a:defRPr>
            </a:lvl7pPr>
            <a:lvl8pPr indent="-317500" lvl="7" marL="3657600" marR="0" algn="l">
              <a:lnSpc>
                <a:spcPct val="115000"/>
              </a:lnSpc>
              <a:spcBef>
                <a:spcPts val="1000"/>
              </a:spcBef>
              <a:spcAft>
                <a:spcPts val="0"/>
              </a:spcAft>
              <a:buSzPts val="1400"/>
              <a:buChar char="•"/>
              <a:defRPr i="0" u="none" cap="none" strike="noStrike">
                <a:solidFill>
                  <a:schemeClr val="lt1"/>
                </a:solidFill>
              </a:defRPr>
            </a:lvl8pPr>
            <a:lvl9pPr indent="-317500" lvl="8" marL="4114800" marR="0" algn="l">
              <a:lnSpc>
                <a:spcPct val="115000"/>
              </a:lnSpc>
              <a:spcBef>
                <a:spcPts val="1000"/>
              </a:spcBef>
              <a:spcAft>
                <a:spcPts val="1000"/>
              </a:spcAft>
              <a:buSzPts val="1400"/>
              <a:buChar char="•"/>
              <a:defRPr i="0" u="none" cap="none" strike="noStrike">
                <a:solidFill>
                  <a:schemeClr val="lt1"/>
                </a:solidFill>
              </a:defRPr>
            </a:lvl9pPr>
          </a:lstStyle>
          <a:p/>
        </p:txBody>
      </p:sp>
      <p:sp>
        <p:nvSpPr>
          <p:cNvPr id="795" name="Google Shape;795;p9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796" name="Shape 796"/>
        <p:cNvGrpSpPr/>
        <p:nvPr/>
      </p:nvGrpSpPr>
      <p:grpSpPr>
        <a:xfrm>
          <a:off x="0" y="0"/>
          <a:ext cx="0" cy="0"/>
          <a:chOff x="0" y="0"/>
          <a:chExt cx="0" cy="0"/>
        </a:xfrm>
      </p:grpSpPr>
      <p:sp>
        <p:nvSpPr>
          <p:cNvPr id="797" name="Google Shape;797;p9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98" name="Google Shape;798;p9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99" name="Google Shape;799;p9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800" name="Shape 800"/>
        <p:cNvGrpSpPr/>
        <p:nvPr/>
      </p:nvGrpSpPr>
      <p:grpSpPr>
        <a:xfrm>
          <a:off x="0" y="0"/>
          <a:ext cx="0" cy="0"/>
          <a:chOff x="0" y="0"/>
          <a:chExt cx="0" cy="0"/>
        </a:xfrm>
      </p:grpSpPr>
      <p:grpSp>
        <p:nvGrpSpPr>
          <p:cNvPr id="801" name="Google Shape;801;p100"/>
          <p:cNvGrpSpPr/>
          <p:nvPr/>
        </p:nvGrpSpPr>
        <p:grpSpPr>
          <a:xfrm>
            <a:off x="-10" y="3770440"/>
            <a:ext cx="9143997" cy="1371564"/>
            <a:chOff x="-10" y="3735321"/>
            <a:chExt cx="9139427" cy="1408177"/>
          </a:xfrm>
        </p:grpSpPr>
        <p:pic>
          <p:nvPicPr>
            <p:cNvPr id="802" name="Google Shape;802;p100"/>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803" name="Google Shape;803;p10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804" name="Google Shape;804;p10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805" name="Google Shape;805;p100"/>
          <p:cNvGrpSpPr/>
          <p:nvPr/>
        </p:nvGrpSpPr>
        <p:grpSpPr>
          <a:xfrm>
            <a:off x="-10" y="3770440"/>
            <a:ext cx="9143997" cy="1371564"/>
            <a:chOff x="-10" y="3735321"/>
            <a:chExt cx="9139427" cy="1408177"/>
          </a:xfrm>
        </p:grpSpPr>
        <p:pic>
          <p:nvPicPr>
            <p:cNvPr id="806" name="Google Shape;806;p100"/>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807" name="Google Shape;807;p10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808" name="Google Shape;808;p10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809" name="Google Shape;809;p100"/>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b="0" i="0" lang="en" sz="600" u="none" cap="none" strike="noStrike">
                <a:solidFill>
                  <a:schemeClr val="dk1"/>
                </a:solidFill>
                <a:latin typeface="Arial"/>
                <a:ea typeface="Arial"/>
                <a:cs typeface="Arial"/>
                <a:sym typeface="Arial"/>
              </a:rPr>
              <a:t>owflake Inc. All Rights Reserved</a:t>
            </a:r>
            <a:endParaRPr b="0" i="0" sz="600" u="none" cap="none" strike="noStrike">
              <a:solidFill>
                <a:schemeClr val="dk1"/>
              </a:solidFill>
              <a:latin typeface="Arial"/>
              <a:ea typeface="Arial"/>
              <a:cs typeface="Arial"/>
              <a:sym typeface="Arial"/>
            </a:endParaRPr>
          </a:p>
        </p:txBody>
      </p:sp>
      <p:sp>
        <p:nvSpPr>
          <p:cNvPr id="810" name="Google Shape;810;p100"/>
          <p:cNvSpPr txBox="1"/>
          <p:nvPr>
            <p:ph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811" name="Google Shape;811;p100"/>
          <p:cNvSpPr txBox="1"/>
          <p:nvPr>
            <p:ph idx="2"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812" name="Google Shape;812;p100"/>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813" name="Google Shape;813;p100"/>
          <p:cNvSpPr txBox="1"/>
          <p:nvPr>
            <p:ph idx="3" type="title"/>
          </p:nvPr>
        </p:nvSpPr>
        <p:spPr>
          <a:xfrm>
            <a:off x="366600" y="1188725"/>
            <a:ext cx="74109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i="0" sz="4400" u="none" cap="none" strike="noStrike">
                <a:solidFill>
                  <a:schemeClr val="dk1"/>
                </a:solidFill>
              </a:defRPr>
            </a:lvl1pPr>
            <a:lvl2pPr lvl="1" algn="l">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algn="l">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algn="l">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algn="l">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algn="l">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algn="l">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algn="l">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algn="l">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814" name="Shape 814"/>
        <p:cNvGrpSpPr/>
        <p:nvPr/>
      </p:nvGrpSpPr>
      <p:grpSpPr>
        <a:xfrm>
          <a:off x="0" y="0"/>
          <a:ext cx="0" cy="0"/>
          <a:chOff x="0" y="0"/>
          <a:chExt cx="0" cy="0"/>
        </a:xfrm>
      </p:grpSpPr>
      <p:grpSp>
        <p:nvGrpSpPr>
          <p:cNvPr id="815" name="Google Shape;815;p101"/>
          <p:cNvGrpSpPr/>
          <p:nvPr/>
        </p:nvGrpSpPr>
        <p:grpSpPr>
          <a:xfrm>
            <a:off x="-2" y="2914849"/>
            <a:ext cx="9143627" cy="2228425"/>
            <a:chOff x="-834856" y="2711517"/>
            <a:chExt cx="9978858" cy="2431981"/>
          </a:xfrm>
        </p:grpSpPr>
        <p:pic>
          <p:nvPicPr>
            <p:cNvPr id="816" name="Google Shape;816;p101"/>
            <p:cNvPicPr preferRelativeResize="0"/>
            <p:nvPr/>
          </p:nvPicPr>
          <p:blipFill rotWithShape="1">
            <a:blip r:embed="rId2">
              <a:alphaModFix amt="85000"/>
            </a:blip>
            <a:srcRect b="30780" l="45993" r="0" t="24708"/>
            <a:stretch/>
          </p:blipFill>
          <p:spPr>
            <a:xfrm>
              <a:off x="-834856" y="2711517"/>
              <a:ext cx="3540541" cy="2431980"/>
            </a:xfrm>
            <a:prstGeom prst="rect">
              <a:avLst/>
            </a:prstGeom>
            <a:noFill/>
            <a:ln>
              <a:noFill/>
            </a:ln>
          </p:spPr>
        </p:pic>
        <p:pic>
          <p:nvPicPr>
            <p:cNvPr id="817" name="Google Shape;817;p101"/>
            <p:cNvPicPr preferRelativeResize="0"/>
            <p:nvPr/>
          </p:nvPicPr>
          <p:blipFill rotWithShape="1">
            <a:blip r:embed="rId3">
              <a:alphaModFix amt="85000"/>
            </a:blip>
            <a:srcRect b="30783" l="0" r="1932" t="25272"/>
            <a:stretch/>
          </p:blipFill>
          <p:spPr>
            <a:xfrm>
              <a:off x="2715550" y="2742300"/>
              <a:ext cx="6428452" cy="2401198"/>
            </a:xfrm>
            <a:prstGeom prst="rect">
              <a:avLst/>
            </a:prstGeom>
            <a:noFill/>
            <a:ln>
              <a:noFill/>
            </a:ln>
          </p:spPr>
        </p:pic>
      </p:grpSp>
      <p:sp>
        <p:nvSpPr>
          <p:cNvPr id="818" name="Google Shape;818;p101"/>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b="0" i="0" lang="en" sz="600" u="none" cap="none" strike="noStrike">
                <a:solidFill>
                  <a:schemeClr val="dk1"/>
                </a:solidFill>
                <a:latin typeface="Arial"/>
                <a:ea typeface="Arial"/>
                <a:cs typeface="Arial"/>
                <a:sym typeface="Arial"/>
              </a:rPr>
              <a:t>owflake Inc. All Rights Reserved</a:t>
            </a:r>
            <a:endParaRPr b="0" i="0" sz="600" u="none" cap="none" strike="noStrike">
              <a:solidFill>
                <a:schemeClr val="dk1"/>
              </a:solidFill>
              <a:latin typeface="Arial"/>
              <a:ea typeface="Arial"/>
              <a:cs typeface="Arial"/>
              <a:sym typeface="Arial"/>
            </a:endParaRPr>
          </a:p>
        </p:txBody>
      </p:sp>
      <p:sp>
        <p:nvSpPr>
          <p:cNvPr id="819" name="Google Shape;819;p101"/>
          <p:cNvSpPr txBox="1"/>
          <p:nvPr>
            <p:ph type="title"/>
          </p:nvPr>
        </p:nvSpPr>
        <p:spPr>
          <a:xfrm>
            <a:off x="366600" y="1188725"/>
            <a:ext cx="74034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algn="l">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algn="l">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algn="l">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algn="l">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algn="l">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algn="l">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algn="l">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
        <p:nvSpPr>
          <p:cNvPr id="820" name="Google Shape;820;p101"/>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821" name="Google Shape;821;p101"/>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822" name="Google Shape;822;p101"/>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823" name="Shape 823"/>
        <p:cNvGrpSpPr/>
        <p:nvPr/>
      </p:nvGrpSpPr>
      <p:grpSpPr>
        <a:xfrm>
          <a:off x="0" y="0"/>
          <a:ext cx="0" cy="0"/>
          <a:chOff x="0" y="0"/>
          <a:chExt cx="0" cy="0"/>
        </a:xfrm>
      </p:grpSpPr>
      <p:grpSp>
        <p:nvGrpSpPr>
          <p:cNvPr id="824" name="Google Shape;824;p102"/>
          <p:cNvGrpSpPr/>
          <p:nvPr/>
        </p:nvGrpSpPr>
        <p:grpSpPr>
          <a:xfrm rot="-5400000">
            <a:off x="5223451" y="1196297"/>
            <a:ext cx="5164226" cy="2747928"/>
            <a:chOff x="1155183" y="3814094"/>
            <a:chExt cx="3118306" cy="1659276"/>
          </a:xfrm>
        </p:grpSpPr>
        <p:pic>
          <p:nvPicPr>
            <p:cNvPr id="825" name="Google Shape;825;p102"/>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826" name="Google Shape;826;p102"/>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827" name="Google Shape;827;p102"/>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b="0" i="0" lang="en" sz="600" u="none" cap="none" strike="noStrike">
                <a:solidFill>
                  <a:schemeClr val="dk1"/>
                </a:solidFill>
                <a:latin typeface="Arial"/>
                <a:ea typeface="Arial"/>
                <a:cs typeface="Arial"/>
                <a:sym typeface="Arial"/>
              </a:rPr>
              <a:t>owflake Inc. All Rights Reserved</a:t>
            </a:r>
            <a:endParaRPr b="0" i="0" sz="600" u="none" cap="none" strike="noStrike">
              <a:solidFill>
                <a:schemeClr val="dk1"/>
              </a:solidFill>
              <a:latin typeface="Arial"/>
              <a:ea typeface="Arial"/>
              <a:cs typeface="Arial"/>
              <a:sym typeface="Arial"/>
            </a:endParaRPr>
          </a:p>
        </p:txBody>
      </p:sp>
      <p:sp>
        <p:nvSpPr>
          <p:cNvPr id="828" name="Google Shape;828;p102"/>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74000"/>
              </a:lnSpc>
              <a:spcBef>
                <a:spcPts val="0"/>
              </a:spcBef>
              <a:spcAft>
                <a:spcPts val="0"/>
              </a:spcAft>
              <a:buSzPts val="1400"/>
              <a:buFont typeface="Arial Black"/>
              <a:buNone/>
              <a:defRPr b="0" sz="1800">
                <a:latin typeface="Arial Black"/>
                <a:ea typeface="Arial Black"/>
                <a:cs typeface="Arial Black"/>
                <a:sym typeface="Arial Black"/>
              </a:defRPr>
            </a:lvl2pPr>
            <a:lvl3pPr lvl="2" algn="l">
              <a:lnSpc>
                <a:spcPct val="74000"/>
              </a:lnSpc>
              <a:spcBef>
                <a:spcPts val="0"/>
              </a:spcBef>
              <a:spcAft>
                <a:spcPts val="0"/>
              </a:spcAft>
              <a:buSzPts val="1400"/>
              <a:buFont typeface="Arial Black"/>
              <a:buNone/>
              <a:defRPr b="0" sz="1800">
                <a:latin typeface="Arial Black"/>
                <a:ea typeface="Arial Black"/>
                <a:cs typeface="Arial Black"/>
                <a:sym typeface="Arial Black"/>
              </a:defRPr>
            </a:lvl3pPr>
            <a:lvl4pPr lvl="3" algn="l">
              <a:lnSpc>
                <a:spcPct val="74000"/>
              </a:lnSpc>
              <a:spcBef>
                <a:spcPts val="0"/>
              </a:spcBef>
              <a:spcAft>
                <a:spcPts val="0"/>
              </a:spcAft>
              <a:buSzPts val="1400"/>
              <a:buFont typeface="Arial Black"/>
              <a:buNone/>
              <a:defRPr b="0" sz="1800">
                <a:latin typeface="Arial Black"/>
                <a:ea typeface="Arial Black"/>
                <a:cs typeface="Arial Black"/>
                <a:sym typeface="Arial Black"/>
              </a:defRPr>
            </a:lvl4pPr>
            <a:lvl5pPr lvl="4" algn="l">
              <a:lnSpc>
                <a:spcPct val="74000"/>
              </a:lnSpc>
              <a:spcBef>
                <a:spcPts val="0"/>
              </a:spcBef>
              <a:spcAft>
                <a:spcPts val="0"/>
              </a:spcAft>
              <a:buSzPts val="1400"/>
              <a:buFont typeface="Arial Black"/>
              <a:buNone/>
              <a:defRPr b="0" sz="1800">
                <a:latin typeface="Arial Black"/>
                <a:ea typeface="Arial Black"/>
                <a:cs typeface="Arial Black"/>
                <a:sym typeface="Arial Black"/>
              </a:defRPr>
            </a:lvl5pPr>
            <a:lvl6pPr lvl="5" algn="l">
              <a:lnSpc>
                <a:spcPct val="74000"/>
              </a:lnSpc>
              <a:spcBef>
                <a:spcPts val="0"/>
              </a:spcBef>
              <a:spcAft>
                <a:spcPts val="0"/>
              </a:spcAft>
              <a:buSzPts val="1400"/>
              <a:buFont typeface="Arial Black"/>
              <a:buNone/>
              <a:defRPr b="0" sz="1800">
                <a:latin typeface="Arial Black"/>
                <a:ea typeface="Arial Black"/>
                <a:cs typeface="Arial Black"/>
                <a:sym typeface="Arial Black"/>
              </a:defRPr>
            </a:lvl6pPr>
            <a:lvl7pPr lvl="6" algn="l">
              <a:lnSpc>
                <a:spcPct val="74000"/>
              </a:lnSpc>
              <a:spcBef>
                <a:spcPts val="0"/>
              </a:spcBef>
              <a:spcAft>
                <a:spcPts val="0"/>
              </a:spcAft>
              <a:buSzPts val="1400"/>
              <a:buFont typeface="Arial Black"/>
              <a:buNone/>
              <a:defRPr b="0" sz="1800">
                <a:latin typeface="Arial Black"/>
                <a:ea typeface="Arial Black"/>
                <a:cs typeface="Arial Black"/>
                <a:sym typeface="Arial Black"/>
              </a:defRPr>
            </a:lvl7pPr>
            <a:lvl8pPr lvl="7" algn="l">
              <a:lnSpc>
                <a:spcPct val="74000"/>
              </a:lnSpc>
              <a:spcBef>
                <a:spcPts val="0"/>
              </a:spcBef>
              <a:spcAft>
                <a:spcPts val="0"/>
              </a:spcAft>
              <a:buSzPts val="1400"/>
              <a:buFont typeface="Arial Black"/>
              <a:buNone/>
              <a:defRPr b="0" sz="1800">
                <a:latin typeface="Arial Black"/>
                <a:ea typeface="Arial Black"/>
                <a:cs typeface="Arial Black"/>
                <a:sym typeface="Arial Black"/>
              </a:defRPr>
            </a:lvl8pPr>
            <a:lvl9pPr lvl="8" algn="l">
              <a:lnSpc>
                <a:spcPct val="74000"/>
              </a:lnSpc>
              <a:spcBef>
                <a:spcPts val="0"/>
              </a:spcBef>
              <a:spcAft>
                <a:spcPts val="0"/>
              </a:spcAft>
              <a:buSzPts val="1400"/>
              <a:buFont typeface="Arial Black"/>
              <a:buNone/>
              <a:defRPr b="0" sz="1800">
                <a:latin typeface="Arial Black"/>
                <a:ea typeface="Arial Black"/>
                <a:cs typeface="Arial Black"/>
                <a:sym typeface="Arial Black"/>
              </a:defRPr>
            </a:lvl9pPr>
          </a:lstStyle>
          <a:p/>
        </p:txBody>
      </p:sp>
      <p:sp>
        <p:nvSpPr>
          <p:cNvPr id="829" name="Google Shape;829;p102"/>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830" name="Google Shape;830;p102"/>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831" name="Google Shape;831;p102"/>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832" name="Shape 832"/>
        <p:cNvGrpSpPr/>
        <p:nvPr/>
      </p:nvGrpSpPr>
      <p:grpSpPr>
        <a:xfrm>
          <a:off x="0" y="0"/>
          <a:ext cx="0" cy="0"/>
          <a:chOff x="0" y="0"/>
          <a:chExt cx="0" cy="0"/>
        </a:xfrm>
      </p:grpSpPr>
      <p:sp>
        <p:nvSpPr>
          <p:cNvPr id="833" name="Google Shape;833;p103"/>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a:t>
            </a:r>
            <a:r>
              <a:rPr lang="en" sz="600">
                <a:solidFill>
                  <a:schemeClr val="dk1"/>
                </a:solidFill>
              </a:rPr>
              <a:t>2026 Sn</a:t>
            </a:r>
            <a:r>
              <a:rPr b="0" i="0" lang="en" sz="600" u="none" cap="none" strike="noStrike">
                <a:solidFill>
                  <a:schemeClr val="dk1"/>
                </a:solidFill>
                <a:latin typeface="Arial"/>
                <a:ea typeface="Arial"/>
                <a:cs typeface="Arial"/>
                <a:sym typeface="Arial"/>
              </a:rPr>
              <a:t>owflake Inc. All Rights Reserved</a:t>
            </a:r>
            <a:endParaRPr b="0" i="0" sz="600" u="none" cap="none" strike="noStrike">
              <a:solidFill>
                <a:schemeClr val="dk1"/>
              </a:solidFill>
              <a:latin typeface="Arial"/>
              <a:ea typeface="Arial"/>
              <a:cs typeface="Arial"/>
              <a:sym typeface="Arial"/>
            </a:endParaRPr>
          </a:p>
        </p:txBody>
      </p:sp>
      <p:sp>
        <p:nvSpPr>
          <p:cNvPr id="834" name="Google Shape;834;p103"/>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algn="l">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835" name="Google Shape;835;p103"/>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836" name="Google Shape;836;p103"/>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837" name="Google Shape;837;p103"/>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838" name="Shape 838"/>
        <p:cNvGrpSpPr/>
        <p:nvPr/>
      </p:nvGrpSpPr>
      <p:grpSpPr>
        <a:xfrm>
          <a:off x="0" y="0"/>
          <a:ext cx="0" cy="0"/>
          <a:chOff x="0" y="0"/>
          <a:chExt cx="0" cy="0"/>
        </a:xfrm>
      </p:grpSpPr>
      <p:sp>
        <p:nvSpPr>
          <p:cNvPr id="839" name="Google Shape;839;p10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40" name="Google Shape;840;p10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841" name="Google Shape;841;p104"/>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842" name="Google Shape;842;p104"/>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843" name="Google Shape;843;p10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844" name="Shape 844"/>
        <p:cNvGrpSpPr/>
        <p:nvPr/>
      </p:nvGrpSpPr>
      <p:grpSpPr>
        <a:xfrm>
          <a:off x="0" y="0"/>
          <a:ext cx="0" cy="0"/>
          <a:chOff x="0" y="0"/>
          <a:chExt cx="0" cy="0"/>
        </a:xfrm>
      </p:grpSpPr>
      <p:grpSp>
        <p:nvGrpSpPr>
          <p:cNvPr id="845" name="Google Shape;845;p105"/>
          <p:cNvGrpSpPr/>
          <p:nvPr/>
        </p:nvGrpSpPr>
        <p:grpSpPr>
          <a:xfrm>
            <a:off x="-10" y="3770440"/>
            <a:ext cx="9143997" cy="1371564"/>
            <a:chOff x="-10" y="3735321"/>
            <a:chExt cx="9139427" cy="1408177"/>
          </a:xfrm>
        </p:grpSpPr>
        <p:pic>
          <p:nvPicPr>
            <p:cNvPr id="846" name="Google Shape;846;p105"/>
            <p:cNvPicPr preferRelativeResize="0"/>
            <p:nvPr/>
          </p:nvPicPr>
          <p:blipFill rotWithShape="1">
            <a:blip r:embed="rId2">
              <a:alphaModFix amt="72000"/>
            </a:blip>
            <a:srcRect b="0" l="0" r="0" t="0"/>
            <a:stretch/>
          </p:blipFill>
          <p:spPr>
            <a:xfrm>
              <a:off x="-10" y="3735321"/>
              <a:ext cx="3044952" cy="1408177"/>
            </a:xfrm>
            <a:prstGeom prst="rect">
              <a:avLst/>
            </a:prstGeom>
            <a:noFill/>
            <a:ln>
              <a:noFill/>
            </a:ln>
          </p:spPr>
        </p:pic>
        <p:pic>
          <p:nvPicPr>
            <p:cNvPr id="847" name="Google Shape;847;p105"/>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848" name="Google Shape;848;p105"/>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849" name="Google Shape;849;p10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50" name="Google Shape;850;p10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851" name="Google Shape;851;p105"/>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852" name="Shape 852"/>
        <p:cNvGrpSpPr/>
        <p:nvPr/>
      </p:nvGrpSpPr>
      <p:grpSpPr>
        <a:xfrm>
          <a:off x="0" y="0"/>
          <a:ext cx="0" cy="0"/>
          <a:chOff x="0" y="0"/>
          <a:chExt cx="0" cy="0"/>
        </a:xfrm>
      </p:grpSpPr>
      <p:sp>
        <p:nvSpPr>
          <p:cNvPr id="853" name="Google Shape;853;p106"/>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54" name="Google Shape;854;p10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855" name="Google Shape;855;p106"/>
          <p:cNvGrpSpPr/>
          <p:nvPr/>
        </p:nvGrpSpPr>
        <p:grpSpPr>
          <a:xfrm>
            <a:off x="4" y="1803975"/>
            <a:ext cx="9143996" cy="3339526"/>
            <a:chOff x="4" y="1803975"/>
            <a:chExt cx="9143996" cy="3339526"/>
          </a:xfrm>
        </p:grpSpPr>
        <p:pic>
          <p:nvPicPr>
            <p:cNvPr id="856" name="Google Shape;856;p106"/>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857" name="Google Shape;857;p106"/>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858" name="Google Shape;858;p106"/>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859" name="Shape 859"/>
        <p:cNvGrpSpPr/>
        <p:nvPr/>
      </p:nvGrpSpPr>
      <p:grpSpPr>
        <a:xfrm>
          <a:off x="0" y="0"/>
          <a:ext cx="0" cy="0"/>
          <a:chOff x="0" y="0"/>
          <a:chExt cx="0" cy="0"/>
        </a:xfrm>
      </p:grpSpPr>
      <p:sp>
        <p:nvSpPr>
          <p:cNvPr id="860" name="Google Shape;860;p10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61" name="Google Shape;861;p10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862" name="Google Shape;862;p107"/>
          <p:cNvGrpSpPr/>
          <p:nvPr/>
        </p:nvGrpSpPr>
        <p:grpSpPr>
          <a:xfrm rot="-5400000">
            <a:off x="5223451" y="1196297"/>
            <a:ext cx="5164226" cy="2747928"/>
            <a:chOff x="1155183" y="3814094"/>
            <a:chExt cx="3118306" cy="1659276"/>
          </a:xfrm>
        </p:grpSpPr>
        <p:pic>
          <p:nvPicPr>
            <p:cNvPr id="863" name="Google Shape;863;p107"/>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864" name="Google Shape;864;p107"/>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865" name="Google Shape;865;p107"/>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866" name="Shape 866"/>
        <p:cNvGrpSpPr/>
        <p:nvPr/>
      </p:nvGrpSpPr>
      <p:grpSpPr>
        <a:xfrm>
          <a:off x="0" y="0"/>
          <a:ext cx="0" cy="0"/>
          <a:chOff x="0" y="0"/>
          <a:chExt cx="0" cy="0"/>
        </a:xfrm>
      </p:grpSpPr>
      <p:sp>
        <p:nvSpPr>
          <p:cNvPr id="867" name="Google Shape;867;p108"/>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b="1"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868" name="Google Shape;868;p10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69" name="Google Shape;869;p10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870" name="Google Shape;870;p10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871" name="Google Shape;871;p108"/>
          <p:cNvGrpSpPr/>
          <p:nvPr/>
        </p:nvGrpSpPr>
        <p:grpSpPr>
          <a:xfrm>
            <a:off x="457209" y="474129"/>
            <a:ext cx="1177786" cy="857849"/>
            <a:chOff x="865451" y="2114550"/>
            <a:chExt cx="3399093" cy="2475755"/>
          </a:xfrm>
        </p:grpSpPr>
        <p:sp>
          <p:nvSpPr>
            <p:cNvPr id="872" name="Google Shape;872;p108"/>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3" name="Google Shape;873;p108"/>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874" name="Google Shape;874;p108"/>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875" name="Shape 875"/>
        <p:cNvGrpSpPr/>
        <p:nvPr/>
      </p:nvGrpSpPr>
      <p:grpSpPr>
        <a:xfrm>
          <a:off x="0" y="0"/>
          <a:ext cx="0" cy="0"/>
          <a:chOff x="0" y="0"/>
          <a:chExt cx="0" cy="0"/>
        </a:xfrm>
      </p:grpSpPr>
      <p:sp>
        <p:nvSpPr>
          <p:cNvPr id="876" name="Google Shape;876;p109"/>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200"/>
              <a:buNone/>
              <a:defRPr b="1" sz="4200" cap="none">
                <a:solidFill>
                  <a:schemeClr val="dk1"/>
                </a:solidFill>
              </a:defRPr>
            </a:lvl1pPr>
            <a:lvl2pPr indent="-342900" lvl="1" marL="914400" algn="l">
              <a:lnSpc>
                <a:spcPct val="100000"/>
              </a:lnSpc>
              <a:spcBef>
                <a:spcPts val="1000"/>
              </a:spcBef>
              <a:spcAft>
                <a:spcPts val="0"/>
              </a:spcAft>
              <a:buClr>
                <a:schemeClr val="dk1"/>
              </a:buClr>
              <a:buSzPts val="1800"/>
              <a:buChar char="•"/>
              <a:defRPr>
                <a:solidFill>
                  <a:schemeClr val="dk1"/>
                </a:solidFill>
              </a:defRPr>
            </a:lvl2pPr>
            <a:lvl3pPr indent="-342900" lvl="2" marL="1371600" algn="l">
              <a:lnSpc>
                <a:spcPct val="100000"/>
              </a:lnSpc>
              <a:spcBef>
                <a:spcPts val="1000"/>
              </a:spcBef>
              <a:spcAft>
                <a:spcPts val="0"/>
              </a:spcAft>
              <a:buClr>
                <a:schemeClr val="dk1"/>
              </a:buClr>
              <a:buSzPts val="1800"/>
              <a:buChar char="•"/>
              <a:defRPr>
                <a:solidFill>
                  <a:schemeClr val="dk1"/>
                </a:solidFill>
              </a:defRPr>
            </a:lvl3pPr>
            <a:lvl4pPr indent="-342900" lvl="3" marL="1828800" algn="l">
              <a:lnSpc>
                <a:spcPct val="100000"/>
              </a:lnSpc>
              <a:spcBef>
                <a:spcPts val="1000"/>
              </a:spcBef>
              <a:spcAft>
                <a:spcPts val="0"/>
              </a:spcAft>
              <a:buClr>
                <a:schemeClr val="dk1"/>
              </a:buClr>
              <a:buSzPts val="1800"/>
              <a:buChar char="•"/>
              <a:defRPr>
                <a:solidFill>
                  <a:schemeClr val="dk1"/>
                </a:solidFill>
              </a:defRPr>
            </a:lvl4pPr>
            <a:lvl5pPr indent="-342900" lvl="4" marL="2286000" algn="l">
              <a:lnSpc>
                <a:spcPct val="100000"/>
              </a:lnSpc>
              <a:spcBef>
                <a:spcPts val="1000"/>
              </a:spcBef>
              <a:spcAft>
                <a:spcPts val="0"/>
              </a:spcAft>
              <a:buClr>
                <a:schemeClr val="dk1"/>
              </a:buClr>
              <a:buSzPts val="1800"/>
              <a:buChar char="•"/>
              <a:defRPr>
                <a:solidFill>
                  <a:schemeClr val="dk1"/>
                </a:solidFill>
              </a:defRPr>
            </a:lvl5pPr>
            <a:lvl6pPr indent="-342900" lvl="5" marL="2743200" algn="l">
              <a:lnSpc>
                <a:spcPct val="100000"/>
              </a:lnSpc>
              <a:spcBef>
                <a:spcPts val="1000"/>
              </a:spcBef>
              <a:spcAft>
                <a:spcPts val="0"/>
              </a:spcAft>
              <a:buClr>
                <a:schemeClr val="dk1"/>
              </a:buClr>
              <a:buSzPts val="1800"/>
              <a:buChar char="•"/>
              <a:defRPr>
                <a:solidFill>
                  <a:schemeClr val="dk1"/>
                </a:solidFill>
              </a:defRPr>
            </a:lvl6pPr>
            <a:lvl7pPr indent="-342900" lvl="6" marL="3200400" algn="l">
              <a:lnSpc>
                <a:spcPct val="100000"/>
              </a:lnSpc>
              <a:spcBef>
                <a:spcPts val="1000"/>
              </a:spcBef>
              <a:spcAft>
                <a:spcPts val="0"/>
              </a:spcAft>
              <a:buClr>
                <a:schemeClr val="dk1"/>
              </a:buClr>
              <a:buSzPts val="1800"/>
              <a:buChar char="•"/>
              <a:defRPr>
                <a:solidFill>
                  <a:schemeClr val="dk1"/>
                </a:solidFill>
              </a:defRPr>
            </a:lvl7pPr>
            <a:lvl8pPr indent="-342900" lvl="7" marL="3657600" algn="l">
              <a:lnSpc>
                <a:spcPct val="100000"/>
              </a:lnSpc>
              <a:spcBef>
                <a:spcPts val="1000"/>
              </a:spcBef>
              <a:spcAft>
                <a:spcPts val="0"/>
              </a:spcAft>
              <a:buClr>
                <a:schemeClr val="dk1"/>
              </a:buClr>
              <a:buSzPts val="1800"/>
              <a:buChar char="•"/>
              <a:defRPr>
                <a:solidFill>
                  <a:schemeClr val="dk1"/>
                </a:solidFill>
              </a:defRPr>
            </a:lvl8pPr>
            <a:lvl9pPr indent="-342900" lvl="8" marL="4114800" algn="l">
              <a:lnSpc>
                <a:spcPct val="100000"/>
              </a:lnSpc>
              <a:spcBef>
                <a:spcPts val="1000"/>
              </a:spcBef>
              <a:spcAft>
                <a:spcPts val="1000"/>
              </a:spcAft>
              <a:buClr>
                <a:schemeClr val="dk1"/>
              </a:buClr>
              <a:buSzPts val="1800"/>
              <a:buChar char="•"/>
              <a:defRPr>
                <a:solidFill>
                  <a:schemeClr val="dk1"/>
                </a:solidFill>
              </a:defRPr>
            </a:lvl9pPr>
          </a:lstStyle>
          <a:p/>
        </p:txBody>
      </p:sp>
      <p:grpSp>
        <p:nvGrpSpPr>
          <p:cNvPr id="877" name="Google Shape;877;p109"/>
          <p:cNvGrpSpPr/>
          <p:nvPr/>
        </p:nvGrpSpPr>
        <p:grpSpPr>
          <a:xfrm>
            <a:off x="457209" y="474129"/>
            <a:ext cx="1177786" cy="857849"/>
            <a:chOff x="865451" y="2114550"/>
            <a:chExt cx="3399093" cy="2475755"/>
          </a:xfrm>
        </p:grpSpPr>
        <p:sp>
          <p:nvSpPr>
            <p:cNvPr id="878" name="Google Shape;878;p109"/>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9" name="Google Shape;879;p109"/>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880" name="Google Shape;880;p109"/>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600"/>
              <a:buNone/>
              <a:defRPr b="1" sz="1600">
                <a:solidFill>
                  <a:srgbClr val="5B5B5B"/>
                </a:solidFill>
              </a:defRPr>
            </a:lvl1pPr>
            <a:lvl2pPr lvl="1" algn="l">
              <a:lnSpc>
                <a:spcPct val="115000"/>
              </a:lnSpc>
              <a:spcBef>
                <a:spcPts val="1000"/>
              </a:spcBef>
              <a:spcAft>
                <a:spcPts val="0"/>
              </a:spcAft>
              <a:buClr>
                <a:srgbClr val="5B5B5B"/>
              </a:buClr>
              <a:buSzPts val="1800"/>
              <a:buNone/>
              <a:defRPr b="1">
                <a:solidFill>
                  <a:srgbClr val="5B5B5B"/>
                </a:solidFill>
              </a:defRPr>
            </a:lvl2pPr>
            <a:lvl3pPr lvl="2" algn="l">
              <a:lnSpc>
                <a:spcPct val="115000"/>
              </a:lnSpc>
              <a:spcBef>
                <a:spcPts val="1000"/>
              </a:spcBef>
              <a:spcAft>
                <a:spcPts val="0"/>
              </a:spcAft>
              <a:buClr>
                <a:srgbClr val="5B5B5B"/>
              </a:buClr>
              <a:buSzPts val="1400"/>
              <a:buNone/>
              <a:defRPr b="1">
                <a:solidFill>
                  <a:srgbClr val="5B5B5B"/>
                </a:solidFill>
              </a:defRPr>
            </a:lvl3pPr>
            <a:lvl4pPr lvl="3" algn="l">
              <a:lnSpc>
                <a:spcPct val="115000"/>
              </a:lnSpc>
              <a:spcBef>
                <a:spcPts val="1000"/>
              </a:spcBef>
              <a:spcAft>
                <a:spcPts val="0"/>
              </a:spcAft>
              <a:buClr>
                <a:srgbClr val="5B5B5B"/>
              </a:buClr>
              <a:buSzPts val="1400"/>
              <a:buNone/>
              <a:defRPr b="1">
                <a:solidFill>
                  <a:srgbClr val="5B5B5B"/>
                </a:solidFill>
              </a:defRPr>
            </a:lvl4pPr>
            <a:lvl5pPr lvl="4" algn="l">
              <a:lnSpc>
                <a:spcPct val="115000"/>
              </a:lnSpc>
              <a:spcBef>
                <a:spcPts val="1000"/>
              </a:spcBef>
              <a:spcAft>
                <a:spcPts val="0"/>
              </a:spcAft>
              <a:buClr>
                <a:srgbClr val="5B5B5B"/>
              </a:buClr>
              <a:buSzPts val="1400"/>
              <a:buNone/>
              <a:defRPr b="1">
                <a:solidFill>
                  <a:srgbClr val="5B5B5B"/>
                </a:solidFill>
              </a:defRPr>
            </a:lvl5pPr>
            <a:lvl6pPr lvl="5" algn="l">
              <a:lnSpc>
                <a:spcPct val="115000"/>
              </a:lnSpc>
              <a:spcBef>
                <a:spcPts val="1000"/>
              </a:spcBef>
              <a:spcAft>
                <a:spcPts val="0"/>
              </a:spcAft>
              <a:buClr>
                <a:srgbClr val="5B5B5B"/>
              </a:buClr>
              <a:buSzPts val="1400"/>
              <a:buNone/>
              <a:defRPr b="1">
                <a:solidFill>
                  <a:srgbClr val="5B5B5B"/>
                </a:solidFill>
              </a:defRPr>
            </a:lvl6pPr>
            <a:lvl7pPr lvl="6" algn="l">
              <a:lnSpc>
                <a:spcPct val="115000"/>
              </a:lnSpc>
              <a:spcBef>
                <a:spcPts val="1000"/>
              </a:spcBef>
              <a:spcAft>
                <a:spcPts val="0"/>
              </a:spcAft>
              <a:buClr>
                <a:srgbClr val="5B5B5B"/>
              </a:buClr>
              <a:buSzPts val="1400"/>
              <a:buNone/>
              <a:defRPr b="1">
                <a:solidFill>
                  <a:srgbClr val="5B5B5B"/>
                </a:solidFill>
              </a:defRPr>
            </a:lvl7pPr>
            <a:lvl8pPr lvl="7" algn="l">
              <a:lnSpc>
                <a:spcPct val="115000"/>
              </a:lnSpc>
              <a:spcBef>
                <a:spcPts val="1000"/>
              </a:spcBef>
              <a:spcAft>
                <a:spcPts val="0"/>
              </a:spcAft>
              <a:buClr>
                <a:srgbClr val="5B5B5B"/>
              </a:buClr>
              <a:buSzPts val="1400"/>
              <a:buNone/>
              <a:defRPr b="1">
                <a:solidFill>
                  <a:srgbClr val="5B5B5B"/>
                </a:solidFill>
              </a:defRPr>
            </a:lvl8pPr>
            <a:lvl9pPr lvl="8" algn="l">
              <a:lnSpc>
                <a:spcPct val="115000"/>
              </a:lnSpc>
              <a:spcBef>
                <a:spcPts val="1000"/>
              </a:spcBef>
              <a:spcAft>
                <a:spcPts val="1000"/>
              </a:spcAft>
              <a:buClr>
                <a:srgbClr val="5B5B5B"/>
              </a:buClr>
              <a:buSzPts val="1400"/>
              <a:buNone/>
              <a:defRPr b="1">
                <a:solidFill>
                  <a:srgbClr val="5B5B5B"/>
                </a:solidFill>
              </a:defRPr>
            </a:lvl9pPr>
          </a:lstStyle>
          <a:p/>
        </p:txBody>
      </p:sp>
      <p:sp>
        <p:nvSpPr>
          <p:cNvPr id="881" name="Google Shape;881;p10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82" name="Google Shape;882;p10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883" name="Google Shape;883;p10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884" name="Shape 884"/>
        <p:cNvGrpSpPr/>
        <p:nvPr/>
      </p:nvGrpSpPr>
      <p:grpSpPr>
        <a:xfrm>
          <a:off x="0" y="0"/>
          <a:ext cx="0" cy="0"/>
          <a:chOff x="0" y="0"/>
          <a:chExt cx="0" cy="0"/>
        </a:xfrm>
      </p:grpSpPr>
      <p:sp>
        <p:nvSpPr>
          <p:cNvPr id="885" name="Google Shape;885;p110"/>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b="1"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886" name="Google Shape;886;p11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87" name="Google Shape;887;p11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888" name="Google Shape;888;p11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889" name="Google Shape;889;p110"/>
          <p:cNvGrpSpPr/>
          <p:nvPr/>
        </p:nvGrpSpPr>
        <p:grpSpPr>
          <a:xfrm>
            <a:off x="457209" y="474129"/>
            <a:ext cx="1177786" cy="857849"/>
            <a:chOff x="865451" y="2114550"/>
            <a:chExt cx="3399093" cy="2475755"/>
          </a:xfrm>
        </p:grpSpPr>
        <p:sp>
          <p:nvSpPr>
            <p:cNvPr id="890" name="Google Shape;890;p110"/>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1" name="Google Shape;891;p110"/>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892" name="Google Shape;892;p110"/>
          <p:cNvSpPr txBox="1"/>
          <p:nvPr>
            <p:ph idx="2" type="subTitle"/>
          </p:nvPr>
        </p:nvSpPr>
        <p:spPr>
          <a:xfrm>
            <a:off x="3017525" y="3999997"/>
            <a:ext cx="4206300" cy="6864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893" name="Shape 893"/>
        <p:cNvGrpSpPr/>
        <p:nvPr/>
      </p:nvGrpSpPr>
      <p:grpSpPr>
        <a:xfrm>
          <a:off x="0" y="0"/>
          <a:ext cx="0" cy="0"/>
          <a:chOff x="0" y="0"/>
          <a:chExt cx="0" cy="0"/>
        </a:xfrm>
      </p:grpSpPr>
      <p:sp>
        <p:nvSpPr>
          <p:cNvPr id="894" name="Google Shape;894;p111"/>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1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Font typeface="Arial"/>
              <a:buNone/>
              <a:defRPr>
                <a:latin typeface="Arial"/>
                <a:ea typeface="Arial"/>
                <a:cs typeface="Arial"/>
                <a:sym typeface="Arial"/>
              </a:defRPr>
            </a:lvl2pPr>
            <a:lvl3pPr lvl="2" algn="l">
              <a:lnSpc>
                <a:spcPct val="85000"/>
              </a:lnSpc>
              <a:spcBef>
                <a:spcPts val="1000"/>
              </a:spcBef>
              <a:spcAft>
                <a:spcPts val="0"/>
              </a:spcAft>
              <a:buSzPts val="1400"/>
              <a:buFont typeface="Arial"/>
              <a:buNone/>
              <a:defRPr>
                <a:latin typeface="Arial"/>
                <a:ea typeface="Arial"/>
                <a:cs typeface="Arial"/>
                <a:sym typeface="Arial"/>
              </a:defRPr>
            </a:lvl3pPr>
            <a:lvl4pPr lvl="3" algn="l">
              <a:lnSpc>
                <a:spcPct val="85000"/>
              </a:lnSpc>
              <a:spcBef>
                <a:spcPts val="1000"/>
              </a:spcBef>
              <a:spcAft>
                <a:spcPts val="0"/>
              </a:spcAft>
              <a:buSzPts val="1400"/>
              <a:buFont typeface="Arial"/>
              <a:buNone/>
              <a:defRPr>
                <a:latin typeface="Arial"/>
                <a:ea typeface="Arial"/>
                <a:cs typeface="Arial"/>
                <a:sym typeface="Arial"/>
              </a:defRPr>
            </a:lvl4pPr>
            <a:lvl5pPr lvl="4" algn="l">
              <a:lnSpc>
                <a:spcPct val="85000"/>
              </a:lnSpc>
              <a:spcBef>
                <a:spcPts val="1000"/>
              </a:spcBef>
              <a:spcAft>
                <a:spcPts val="0"/>
              </a:spcAft>
              <a:buSzPts val="1400"/>
              <a:buFont typeface="Arial"/>
              <a:buNone/>
              <a:defRPr>
                <a:latin typeface="Arial"/>
                <a:ea typeface="Arial"/>
                <a:cs typeface="Arial"/>
                <a:sym typeface="Arial"/>
              </a:defRPr>
            </a:lvl5pPr>
            <a:lvl6pPr lvl="5" algn="l">
              <a:lnSpc>
                <a:spcPct val="85000"/>
              </a:lnSpc>
              <a:spcBef>
                <a:spcPts val="1000"/>
              </a:spcBef>
              <a:spcAft>
                <a:spcPts val="0"/>
              </a:spcAft>
              <a:buSzPts val="1400"/>
              <a:buFont typeface="Arial"/>
              <a:buNone/>
              <a:defRPr>
                <a:latin typeface="Arial"/>
                <a:ea typeface="Arial"/>
                <a:cs typeface="Arial"/>
                <a:sym typeface="Arial"/>
              </a:defRPr>
            </a:lvl6pPr>
            <a:lvl7pPr lvl="6" algn="l">
              <a:lnSpc>
                <a:spcPct val="85000"/>
              </a:lnSpc>
              <a:spcBef>
                <a:spcPts val="1000"/>
              </a:spcBef>
              <a:spcAft>
                <a:spcPts val="0"/>
              </a:spcAft>
              <a:buSzPts val="1400"/>
              <a:buFont typeface="Arial"/>
              <a:buNone/>
              <a:defRPr>
                <a:latin typeface="Arial"/>
                <a:ea typeface="Arial"/>
                <a:cs typeface="Arial"/>
                <a:sym typeface="Arial"/>
              </a:defRPr>
            </a:lvl7pPr>
            <a:lvl8pPr lvl="7" algn="l">
              <a:lnSpc>
                <a:spcPct val="85000"/>
              </a:lnSpc>
              <a:spcBef>
                <a:spcPts val="1000"/>
              </a:spcBef>
              <a:spcAft>
                <a:spcPts val="0"/>
              </a:spcAft>
              <a:buSzPts val="1400"/>
              <a:buFont typeface="Arial"/>
              <a:buNone/>
              <a:defRPr>
                <a:latin typeface="Arial"/>
                <a:ea typeface="Arial"/>
                <a:cs typeface="Arial"/>
                <a:sym typeface="Arial"/>
              </a:defRPr>
            </a:lvl8pPr>
            <a:lvl9pPr lvl="8" algn="l">
              <a:lnSpc>
                <a:spcPct val="85000"/>
              </a:lnSpc>
              <a:spcBef>
                <a:spcPts val="1000"/>
              </a:spcBef>
              <a:spcAft>
                <a:spcPts val="1000"/>
              </a:spcAft>
              <a:buSzPts val="1400"/>
              <a:buFont typeface="Arial"/>
              <a:buNone/>
              <a:defRPr>
                <a:latin typeface="Arial"/>
                <a:ea typeface="Arial"/>
                <a:cs typeface="Arial"/>
                <a:sym typeface="Arial"/>
              </a:defRPr>
            </a:lvl9pPr>
          </a:lstStyle>
          <a:p/>
        </p:txBody>
      </p:sp>
      <p:sp>
        <p:nvSpPr>
          <p:cNvPr id="896" name="Google Shape;896;p11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897" name="Google Shape;897;p11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898" name="Google Shape;898;p11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99" name="Google Shape;899;p11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900" name="Shape 900"/>
        <p:cNvGrpSpPr/>
        <p:nvPr/>
      </p:nvGrpSpPr>
      <p:grpSpPr>
        <a:xfrm>
          <a:off x="0" y="0"/>
          <a:ext cx="0" cy="0"/>
          <a:chOff x="0" y="0"/>
          <a:chExt cx="0" cy="0"/>
        </a:xfrm>
      </p:grpSpPr>
      <p:sp>
        <p:nvSpPr>
          <p:cNvPr id="901" name="Google Shape;901;p112"/>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02" name="Google Shape;902;p112"/>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a:t>
            </a:r>
            <a:r>
              <a:rPr lang="en" sz="600">
                <a:solidFill>
                  <a:schemeClr val="lt1"/>
                </a:solidFill>
              </a:rPr>
              <a:t>2026 Sn</a:t>
            </a:r>
            <a:r>
              <a:rPr b="0" i="0" lang="en" sz="600" u="none" cap="none" strike="noStrike">
                <a:solidFill>
                  <a:schemeClr val="lt1"/>
                </a:solidFill>
                <a:latin typeface="Arial"/>
                <a:ea typeface="Arial"/>
                <a:cs typeface="Arial"/>
                <a:sym typeface="Arial"/>
              </a:rPr>
              <a:t>owflake Inc. All Rights Reserved</a:t>
            </a:r>
            <a:endParaRPr b="0" i="0" sz="600" u="none" cap="none" strike="noStrike">
              <a:solidFill>
                <a:schemeClr val="lt1"/>
              </a:solidFill>
              <a:latin typeface="Arial"/>
              <a:ea typeface="Arial"/>
              <a:cs typeface="Arial"/>
              <a:sym typeface="Arial"/>
            </a:endParaRPr>
          </a:p>
        </p:txBody>
      </p:sp>
      <p:sp>
        <p:nvSpPr>
          <p:cNvPr id="903" name="Google Shape;903;p112"/>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algn="l">
              <a:lnSpc>
                <a:spcPct val="75000"/>
              </a:lnSpc>
              <a:spcBef>
                <a:spcPts val="0"/>
              </a:spcBef>
              <a:spcAft>
                <a:spcPts val="0"/>
              </a:spcAft>
              <a:buClr>
                <a:schemeClr val="lt1"/>
              </a:buClr>
              <a:buSzPts val="5200"/>
              <a:buNone/>
              <a:defRPr b="1" sz="5200">
                <a:solidFill>
                  <a:schemeClr val="lt1"/>
                </a:solidFill>
              </a:defRPr>
            </a:lvl1pPr>
            <a:lvl2pPr indent="-342900" lvl="1" marL="914400" algn="l">
              <a:lnSpc>
                <a:spcPct val="100000"/>
              </a:lnSpc>
              <a:spcBef>
                <a:spcPts val="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4 1">
  <p:cSld name="One Column Layout_5_1">
    <p:bg>
      <p:bgPr>
        <a:solidFill>
          <a:srgbClr val="FFFFFF"/>
        </a:solidFill>
      </p:bgPr>
    </p:bg>
    <p:spTree>
      <p:nvGrpSpPr>
        <p:cNvPr id="904" name="Shape 904"/>
        <p:cNvGrpSpPr/>
        <p:nvPr/>
      </p:nvGrpSpPr>
      <p:grpSpPr>
        <a:xfrm>
          <a:off x="0" y="0"/>
          <a:ext cx="0" cy="0"/>
          <a:chOff x="0" y="0"/>
          <a:chExt cx="0" cy="0"/>
        </a:xfrm>
      </p:grpSpPr>
      <p:sp>
        <p:nvSpPr>
          <p:cNvPr id="905" name="Google Shape;905;p113"/>
          <p:cNvSpPr txBox="1"/>
          <p:nvPr>
            <p:ph idx="1" type="body"/>
          </p:nvPr>
        </p:nvSpPr>
        <p:spPr>
          <a:xfrm>
            <a:off x="345195" y="992625"/>
            <a:ext cx="8453700" cy="37491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800"/>
              </a:spcBef>
              <a:spcAft>
                <a:spcPts val="0"/>
              </a:spcAft>
              <a:buClr>
                <a:srgbClr val="5B5B5B"/>
              </a:buClr>
              <a:buSzPts val="1600"/>
              <a:buNone/>
              <a:defRPr sz="1600">
                <a:solidFill>
                  <a:srgbClr val="5B5B5B"/>
                </a:solidFill>
              </a:defRPr>
            </a:lvl1pPr>
            <a:lvl2pPr indent="-342900" lvl="1" marL="914400" algn="l">
              <a:lnSpc>
                <a:spcPct val="90000"/>
              </a:lnSpc>
              <a:spcBef>
                <a:spcPts val="400"/>
              </a:spcBef>
              <a:spcAft>
                <a:spcPts val="0"/>
              </a:spcAft>
              <a:buClr>
                <a:schemeClr val="dk1"/>
              </a:buClr>
              <a:buSzPts val="1800"/>
              <a:buChar char="•"/>
              <a:defRPr/>
            </a:lvl2pPr>
            <a:lvl3pPr indent="-342900" lvl="2" marL="1371600" algn="l">
              <a:lnSpc>
                <a:spcPct val="90000"/>
              </a:lnSpc>
              <a:spcBef>
                <a:spcPts val="400"/>
              </a:spcBef>
              <a:spcAft>
                <a:spcPts val="0"/>
              </a:spcAft>
              <a:buClr>
                <a:schemeClr val="dk1"/>
              </a:buClr>
              <a:buSzPts val="1800"/>
              <a:buChar char="•"/>
              <a:defRPr/>
            </a:lvl3pPr>
            <a:lvl4pPr indent="-342900" lvl="3" marL="1828800" algn="l">
              <a:lnSpc>
                <a:spcPct val="90000"/>
              </a:lnSpc>
              <a:spcBef>
                <a:spcPts val="400"/>
              </a:spcBef>
              <a:spcAft>
                <a:spcPts val="0"/>
              </a:spcAft>
              <a:buClr>
                <a:schemeClr val="dk1"/>
              </a:buClr>
              <a:buSzPts val="1800"/>
              <a:buChar char="•"/>
              <a:defRPr/>
            </a:lvl4pPr>
            <a:lvl5pPr indent="-342900" lvl="4" marL="2286000" algn="l">
              <a:lnSpc>
                <a:spcPct val="90000"/>
              </a:lnSpc>
              <a:spcBef>
                <a:spcPts val="400"/>
              </a:spcBef>
              <a:spcAft>
                <a:spcPts val="0"/>
              </a:spcAft>
              <a:buClr>
                <a:schemeClr val="dk1"/>
              </a:buClr>
              <a:buSzPts val="1800"/>
              <a:buChar char="•"/>
              <a:defRPr/>
            </a:lvl5pPr>
            <a:lvl6pPr indent="-342900" lvl="5" marL="2743200" algn="l">
              <a:lnSpc>
                <a:spcPct val="90000"/>
              </a:lnSpc>
              <a:spcBef>
                <a:spcPts val="400"/>
              </a:spcBef>
              <a:spcAft>
                <a:spcPts val="0"/>
              </a:spcAft>
              <a:buClr>
                <a:schemeClr val="dk1"/>
              </a:buClr>
              <a:buSzPts val="1800"/>
              <a:buChar char="•"/>
              <a:defRPr/>
            </a:lvl6pPr>
            <a:lvl7pPr indent="-342900" lvl="6" marL="3200400" algn="l">
              <a:lnSpc>
                <a:spcPct val="90000"/>
              </a:lnSpc>
              <a:spcBef>
                <a:spcPts val="400"/>
              </a:spcBef>
              <a:spcAft>
                <a:spcPts val="0"/>
              </a:spcAft>
              <a:buClr>
                <a:schemeClr val="dk1"/>
              </a:buClr>
              <a:buSzPts val="1800"/>
              <a:buChar char="•"/>
              <a:defRPr/>
            </a:lvl7pPr>
            <a:lvl8pPr indent="-342900" lvl="7" marL="3657600" algn="l">
              <a:lnSpc>
                <a:spcPct val="90000"/>
              </a:lnSpc>
              <a:spcBef>
                <a:spcPts val="400"/>
              </a:spcBef>
              <a:spcAft>
                <a:spcPts val="0"/>
              </a:spcAft>
              <a:buClr>
                <a:schemeClr val="dk1"/>
              </a:buClr>
              <a:buSzPts val="1800"/>
              <a:buChar char="•"/>
              <a:defRPr/>
            </a:lvl8pPr>
            <a:lvl9pPr indent="-342900" lvl="8" marL="4114800" algn="l">
              <a:lnSpc>
                <a:spcPct val="90000"/>
              </a:lnSpc>
              <a:spcBef>
                <a:spcPts val="400"/>
              </a:spcBef>
              <a:spcAft>
                <a:spcPts val="0"/>
              </a:spcAft>
              <a:buClr>
                <a:schemeClr val="dk1"/>
              </a:buClr>
              <a:buSzPts val="1800"/>
              <a:buChar char="•"/>
              <a:defRPr/>
            </a:lvl9pPr>
          </a:lstStyle>
          <a:p/>
        </p:txBody>
      </p:sp>
      <p:sp>
        <p:nvSpPr>
          <p:cNvPr id="906" name="Google Shape;906;p113"/>
          <p:cNvSpPr txBox="1"/>
          <p:nvPr>
            <p:ph idx="2" type="body"/>
          </p:nvPr>
        </p:nvSpPr>
        <p:spPr>
          <a:xfrm>
            <a:off x="345195" y="228600"/>
            <a:ext cx="8453700" cy="687000"/>
          </a:xfrm>
          <a:prstGeom prst="rect">
            <a:avLst/>
          </a:prstGeom>
          <a:noFill/>
          <a:ln>
            <a:noFill/>
          </a:ln>
          <a:effectLst>
            <a:reflection blurRad="0" dir="5400000" dist="38100" endA="0" fadeDir="5400012" kx="0" rotWithShape="0" algn="bl" stPos="0" sy="-100000" ky="0"/>
          </a:effectLst>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vl2pPr>
            <a:lvl3pPr indent="-342900" lvl="2" marL="1371600" algn="l">
              <a:lnSpc>
                <a:spcPct val="90000"/>
              </a:lnSpc>
              <a:spcBef>
                <a:spcPts val="400"/>
              </a:spcBef>
              <a:spcAft>
                <a:spcPts val="0"/>
              </a:spcAft>
              <a:buClr>
                <a:schemeClr val="dk1"/>
              </a:buClr>
              <a:buSzPts val="1800"/>
              <a:buChar char="•"/>
              <a:defRPr/>
            </a:lvl3pPr>
            <a:lvl4pPr indent="-342900" lvl="3" marL="1828800" algn="l">
              <a:lnSpc>
                <a:spcPct val="90000"/>
              </a:lnSpc>
              <a:spcBef>
                <a:spcPts val="400"/>
              </a:spcBef>
              <a:spcAft>
                <a:spcPts val="0"/>
              </a:spcAft>
              <a:buClr>
                <a:schemeClr val="dk1"/>
              </a:buClr>
              <a:buSzPts val="1800"/>
              <a:buChar char="•"/>
              <a:defRPr/>
            </a:lvl4pPr>
            <a:lvl5pPr indent="-342900" lvl="4" marL="2286000" algn="l">
              <a:lnSpc>
                <a:spcPct val="90000"/>
              </a:lnSpc>
              <a:spcBef>
                <a:spcPts val="400"/>
              </a:spcBef>
              <a:spcAft>
                <a:spcPts val="0"/>
              </a:spcAft>
              <a:buClr>
                <a:schemeClr val="dk1"/>
              </a:buClr>
              <a:buSzPts val="1800"/>
              <a:buChar char="•"/>
              <a:defRPr/>
            </a:lvl5pPr>
            <a:lvl6pPr indent="-342900" lvl="5" marL="2743200" algn="l">
              <a:lnSpc>
                <a:spcPct val="90000"/>
              </a:lnSpc>
              <a:spcBef>
                <a:spcPts val="400"/>
              </a:spcBef>
              <a:spcAft>
                <a:spcPts val="0"/>
              </a:spcAft>
              <a:buClr>
                <a:schemeClr val="dk1"/>
              </a:buClr>
              <a:buSzPts val="1800"/>
              <a:buChar char="•"/>
              <a:defRPr/>
            </a:lvl6pPr>
            <a:lvl7pPr indent="-342900" lvl="6" marL="3200400" algn="l">
              <a:lnSpc>
                <a:spcPct val="90000"/>
              </a:lnSpc>
              <a:spcBef>
                <a:spcPts val="400"/>
              </a:spcBef>
              <a:spcAft>
                <a:spcPts val="0"/>
              </a:spcAft>
              <a:buClr>
                <a:schemeClr val="dk1"/>
              </a:buClr>
              <a:buSzPts val="1800"/>
              <a:buChar char="•"/>
              <a:defRPr/>
            </a:lvl7pPr>
            <a:lvl8pPr indent="-342900" lvl="7" marL="3657600" algn="l">
              <a:lnSpc>
                <a:spcPct val="90000"/>
              </a:lnSpc>
              <a:spcBef>
                <a:spcPts val="400"/>
              </a:spcBef>
              <a:spcAft>
                <a:spcPts val="0"/>
              </a:spcAft>
              <a:buClr>
                <a:schemeClr val="dk1"/>
              </a:buClr>
              <a:buSzPts val="1800"/>
              <a:buChar char="•"/>
              <a:defRPr/>
            </a:lvl8pPr>
            <a:lvl9pPr indent="-342900" lvl="8" marL="4114800" algn="l">
              <a:lnSpc>
                <a:spcPct val="90000"/>
              </a:lnSpc>
              <a:spcBef>
                <a:spcPts val="400"/>
              </a:spcBef>
              <a:spcAft>
                <a:spcPts val="0"/>
              </a:spcAft>
              <a:buClr>
                <a:schemeClr val="dk1"/>
              </a:buClr>
              <a:buSzPts val="1800"/>
              <a:buChar char="•"/>
              <a:defRPr/>
            </a:lvl9pPr>
          </a:lstStyle>
          <a:p/>
        </p:txBody>
      </p:sp>
      <p:sp>
        <p:nvSpPr>
          <p:cNvPr id="907" name="Google Shape;907;p11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08" name="Google Shape;908;p11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909" name="Google Shape;909;p11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914" name="Shape 914"/>
        <p:cNvGrpSpPr/>
        <p:nvPr/>
      </p:nvGrpSpPr>
      <p:grpSpPr>
        <a:xfrm>
          <a:off x="0" y="0"/>
          <a:ext cx="0" cy="0"/>
          <a:chOff x="0" y="0"/>
          <a:chExt cx="0" cy="0"/>
        </a:xfrm>
      </p:grpSpPr>
      <p:sp>
        <p:nvSpPr>
          <p:cNvPr id="915" name="Google Shape;915;p115"/>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16" name="Google Shape;916;p11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2025 Snowflake Inc. All Rights Reserved</a:t>
            </a:r>
            <a:endParaRPr b="0" i="0" sz="600" u="none" cap="none" strike="noStrike">
              <a:solidFill>
                <a:schemeClr val="dk1"/>
              </a:solidFill>
              <a:latin typeface="Arial"/>
              <a:ea typeface="Arial"/>
              <a:cs typeface="Arial"/>
              <a:sym typeface="Arial"/>
            </a:endParaRPr>
          </a:p>
        </p:txBody>
      </p:sp>
      <p:sp>
        <p:nvSpPr>
          <p:cNvPr id="917" name="Google Shape;917;p115"/>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918" name="Google Shape;918;p115"/>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919" name="Google Shape;919;p115"/>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920" name="Google Shape;920;p11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21" name="Google Shape;921;p115"/>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294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1">
  <p:cSld name="Quote - Violet_1_1_2_1_3">
    <p:bg>
      <p:bgPr>
        <a:solidFill>
          <a:schemeClr val="dk2"/>
        </a:solidFill>
      </p:bgPr>
    </p:bg>
    <p:spTree>
      <p:nvGrpSpPr>
        <p:cNvPr id="922" name="Shape 922"/>
        <p:cNvGrpSpPr/>
        <p:nvPr/>
      </p:nvGrpSpPr>
      <p:grpSpPr>
        <a:xfrm>
          <a:off x="0" y="0"/>
          <a:ext cx="0" cy="0"/>
          <a:chOff x="0" y="0"/>
          <a:chExt cx="0" cy="0"/>
        </a:xfrm>
      </p:grpSpPr>
      <p:sp>
        <p:nvSpPr>
          <p:cNvPr id="923" name="Google Shape;923;p116"/>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924" name="Google Shape;924;p11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925" name="Google Shape;925;p116"/>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926" name="Google Shape;926;p116"/>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927" name="Google Shape;927;p116"/>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0"/>
              </a:spcBef>
              <a:spcAft>
                <a:spcPts val="0"/>
              </a:spcAft>
              <a:buClr>
                <a:schemeClr val="lt1"/>
              </a:buClr>
              <a:buSzPts val="1800"/>
              <a:buChar char="•"/>
              <a:defRPr>
                <a:solidFill>
                  <a:schemeClr val="lt1"/>
                </a:solidFill>
              </a:defRPr>
            </a:lvl3pPr>
            <a:lvl4pPr indent="-342900" lvl="3" marL="1828800" algn="l">
              <a:lnSpc>
                <a:spcPct val="74000"/>
              </a:lnSpc>
              <a:spcBef>
                <a:spcPts val="0"/>
              </a:spcBef>
              <a:spcAft>
                <a:spcPts val="0"/>
              </a:spcAft>
              <a:buClr>
                <a:schemeClr val="lt1"/>
              </a:buClr>
              <a:buSzPts val="1800"/>
              <a:buChar char="•"/>
              <a:defRPr>
                <a:solidFill>
                  <a:schemeClr val="lt1"/>
                </a:solidFill>
              </a:defRPr>
            </a:lvl4pPr>
            <a:lvl5pPr indent="-342900" lvl="4" marL="2286000" algn="l">
              <a:lnSpc>
                <a:spcPct val="74000"/>
              </a:lnSpc>
              <a:spcBef>
                <a:spcPts val="0"/>
              </a:spcBef>
              <a:spcAft>
                <a:spcPts val="0"/>
              </a:spcAft>
              <a:buClr>
                <a:schemeClr val="lt1"/>
              </a:buClr>
              <a:buSzPts val="1800"/>
              <a:buChar char="•"/>
              <a:defRPr>
                <a:solidFill>
                  <a:schemeClr val="lt1"/>
                </a:solidFill>
              </a:defRPr>
            </a:lvl5pPr>
            <a:lvl6pPr indent="-342900" lvl="5" marL="2743200" algn="l">
              <a:lnSpc>
                <a:spcPct val="74000"/>
              </a:lnSpc>
              <a:spcBef>
                <a:spcPts val="0"/>
              </a:spcBef>
              <a:spcAft>
                <a:spcPts val="0"/>
              </a:spcAft>
              <a:buClr>
                <a:schemeClr val="lt1"/>
              </a:buClr>
              <a:buSzPts val="1800"/>
              <a:buChar char="•"/>
              <a:defRPr>
                <a:solidFill>
                  <a:schemeClr val="lt1"/>
                </a:solidFill>
              </a:defRPr>
            </a:lvl6pPr>
            <a:lvl7pPr indent="-342900" lvl="6" marL="3200400" algn="l">
              <a:lnSpc>
                <a:spcPct val="74000"/>
              </a:lnSpc>
              <a:spcBef>
                <a:spcPts val="0"/>
              </a:spcBef>
              <a:spcAft>
                <a:spcPts val="0"/>
              </a:spcAft>
              <a:buClr>
                <a:schemeClr val="lt1"/>
              </a:buClr>
              <a:buSzPts val="1800"/>
              <a:buChar char="•"/>
              <a:defRPr>
                <a:solidFill>
                  <a:schemeClr val="lt1"/>
                </a:solidFill>
              </a:defRPr>
            </a:lvl7pPr>
            <a:lvl8pPr indent="-342900" lvl="7" marL="3657600" algn="l">
              <a:lnSpc>
                <a:spcPct val="74000"/>
              </a:lnSpc>
              <a:spcBef>
                <a:spcPts val="0"/>
              </a:spcBef>
              <a:spcAft>
                <a:spcPts val="0"/>
              </a:spcAft>
              <a:buClr>
                <a:schemeClr val="lt1"/>
              </a:buClr>
              <a:buSzPts val="1800"/>
              <a:buChar char="•"/>
              <a:defRPr>
                <a:solidFill>
                  <a:schemeClr val="lt1"/>
                </a:solidFill>
              </a:defRPr>
            </a:lvl8pPr>
            <a:lvl9pPr indent="-342900" lvl="8" marL="4114800" algn="l">
              <a:lnSpc>
                <a:spcPct val="74000"/>
              </a:lnSpc>
              <a:spcBef>
                <a:spcPts val="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3">
    <p:spTree>
      <p:nvGrpSpPr>
        <p:cNvPr id="928" name="Shape 928"/>
        <p:cNvGrpSpPr/>
        <p:nvPr/>
      </p:nvGrpSpPr>
      <p:grpSpPr>
        <a:xfrm>
          <a:off x="0" y="0"/>
          <a:ext cx="0" cy="0"/>
          <a:chOff x="0" y="0"/>
          <a:chExt cx="0" cy="0"/>
        </a:xfrm>
      </p:grpSpPr>
      <p:sp>
        <p:nvSpPr>
          <p:cNvPr id="929" name="Google Shape;929;p117"/>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spAutoFit/>
          </a:bodyPr>
          <a:lstStyle>
            <a:lvl1pPr indent="-228600" lvl="0" marL="45720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1000"/>
              </a:spcAft>
              <a:buClr>
                <a:schemeClr val="dk1"/>
              </a:buClr>
              <a:buSzPts val="1800"/>
              <a:buChar char="•"/>
              <a:defRPr/>
            </a:lvl9pPr>
          </a:lstStyle>
          <a:p/>
        </p:txBody>
      </p:sp>
      <p:sp>
        <p:nvSpPr>
          <p:cNvPr id="930" name="Google Shape;930;p117"/>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1000"/>
              </a:spcAft>
              <a:buClr>
                <a:schemeClr val="dk1"/>
              </a:buClr>
              <a:buSzPts val="1800"/>
              <a:buChar char="•"/>
              <a:defRPr/>
            </a:lvl9pPr>
          </a:lstStyle>
          <a:p/>
        </p:txBody>
      </p:sp>
      <p:sp>
        <p:nvSpPr>
          <p:cNvPr id="931" name="Google Shape;931;p117"/>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932" name="Google Shape;932;p117"/>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33" name="Google Shape;933;p11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934" name="Shape 934"/>
        <p:cNvGrpSpPr/>
        <p:nvPr/>
      </p:nvGrpSpPr>
      <p:grpSpPr>
        <a:xfrm>
          <a:off x="0" y="0"/>
          <a:ext cx="0" cy="0"/>
          <a:chOff x="0" y="0"/>
          <a:chExt cx="0" cy="0"/>
        </a:xfrm>
      </p:grpSpPr>
      <p:sp>
        <p:nvSpPr>
          <p:cNvPr id="935" name="Google Shape;935;p118"/>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936" name="Google Shape;936;p11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937" name="Google Shape;937;p11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938" name="Google Shape;938;p118"/>
          <p:cNvGrpSpPr/>
          <p:nvPr/>
        </p:nvGrpSpPr>
        <p:grpSpPr>
          <a:xfrm>
            <a:off x="4" y="1803975"/>
            <a:ext cx="9143996" cy="3339526"/>
            <a:chOff x="4" y="1803975"/>
            <a:chExt cx="9143996" cy="3339526"/>
          </a:xfrm>
        </p:grpSpPr>
        <p:pic>
          <p:nvPicPr>
            <p:cNvPr id="939" name="Google Shape;939;p118"/>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940" name="Google Shape;940;p118"/>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1">
  <p:cSld name="Split Layout_1">
    <p:spTree>
      <p:nvGrpSpPr>
        <p:cNvPr id="941" name="Shape 941"/>
        <p:cNvGrpSpPr/>
        <p:nvPr/>
      </p:nvGrpSpPr>
      <p:grpSpPr>
        <a:xfrm>
          <a:off x="0" y="0"/>
          <a:ext cx="0" cy="0"/>
          <a:chOff x="0" y="0"/>
          <a:chExt cx="0" cy="0"/>
        </a:xfrm>
      </p:grpSpPr>
      <p:sp>
        <p:nvSpPr>
          <p:cNvPr id="942" name="Google Shape;942;p119"/>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Lato"/>
              <a:ea typeface="Lato"/>
              <a:cs typeface="Lato"/>
              <a:sym typeface="Lato"/>
            </a:endParaRPr>
          </a:p>
        </p:txBody>
      </p:sp>
      <p:sp>
        <p:nvSpPr>
          <p:cNvPr id="943" name="Google Shape;943;p119"/>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944" name="Google Shape;944;p119"/>
          <p:cNvSpPr/>
          <p:nvPr/>
        </p:nvSpPr>
        <p:spPr>
          <a:xfrm>
            <a:off x="45743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45" name="Google Shape;945;p119"/>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46" name="Google Shape;946;p119"/>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947" name="Google Shape;947;p119"/>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48" name="Google Shape;948;p119"/>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algn="l">
              <a:lnSpc>
                <a:spcPct val="105000"/>
              </a:lnSpc>
              <a:spcBef>
                <a:spcPts val="0"/>
              </a:spcBef>
              <a:spcAft>
                <a:spcPts val="0"/>
              </a:spcAft>
              <a:buClr>
                <a:srgbClr val="5B5B5B"/>
              </a:buClr>
              <a:buSzPts val="1600"/>
              <a:buNone/>
              <a:defRPr sz="1600">
                <a:solidFill>
                  <a:srgbClr val="5B5B5B"/>
                </a:solidFill>
              </a:defRPr>
            </a:lvl1pPr>
            <a:lvl2pPr indent="-342900" lvl="1" marL="914400" algn="l">
              <a:lnSpc>
                <a:spcPct val="105000"/>
              </a:lnSpc>
              <a:spcBef>
                <a:spcPts val="1000"/>
              </a:spcBef>
              <a:spcAft>
                <a:spcPts val="0"/>
              </a:spcAft>
              <a:buClr>
                <a:srgbClr val="5B5B5B"/>
              </a:buClr>
              <a:buSzPts val="1800"/>
              <a:buChar char="•"/>
              <a:defRPr>
                <a:solidFill>
                  <a:srgbClr val="5B5B5B"/>
                </a:solidFill>
              </a:defRPr>
            </a:lvl2pPr>
            <a:lvl3pPr indent="-342900" lvl="2" marL="1371600" algn="l">
              <a:lnSpc>
                <a:spcPct val="105000"/>
              </a:lnSpc>
              <a:spcBef>
                <a:spcPts val="1000"/>
              </a:spcBef>
              <a:spcAft>
                <a:spcPts val="0"/>
              </a:spcAft>
              <a:buClr>
                <a:srgbClr val="5B5B5B"/>
              </a:buClr>
              <a:buSzPts val="1800"/>
              <a:buChar char="•"/>
              <a:defRPr>
                <a:solidFill>
                  <a:srgbClr val="5B5B5B"/>
                </a:solidFill>
              </a:defRPr>
            </a:lvl3pPr>
            <a:lvl4pPr indent="-342900" lvl="3" marL="1828800" algn="l">
              <a:lnSpc>
                <a:spcPct val="105000"/>
              </a:lnSpc>
              <a:spcBef>
                <a:spcPts val="1000"/>
              </a:spcBef>
              <a:spcAft>
                <a:spcPts val="0"/>
              </a:spcAft>
              <a:buClr>
                <a:srgbClr val="5B5B5B"/>
              </a:buClr>
              <a:buSzPts val="1800"/>
              <a:buChar char="•"/>
              <a:defRPr>
                <a:solidFill>
                  <a:srgbClr val="5B5B5B"/>
                </a:solidFill>
              </a:defRPr>
            </a:lvl4pPr>
            <a:lvl5pPr indent="-342900" lvl="4" marL="2286000" algn="l">
              <a:lnSpc>
                <a:spcPct val="105000"/>
              </a:lnSpc>
              <a:spcBef>
                <a:spcPts val="1000"/>
              </a:spcBef>
              <a:spcAft>
                <a:spcPts val="0"/>
              </a:spcAft>
              <a:buClr>
                <a:srgbClr val="5B5B5B"/>
              </a:buClr>
              <a:buSzPts val="1800"/>
              <a:buChar char="•"/>
              <a:defRPr>
                <a:solidFill>
                  <a:srgbClr val="5B5B5B"/>
                </a:solidFill>
              </a:defRPr>
            </a:lvl5pPr>
            <a:lvl6pPr indent="-342900" lvl="5" marL="2743200" algn="l">
              <a:lnSpc>
                <a:spcPct val="105000"/>
              </a:lnSpc>
              <a:spcBef>
                <a:spcPts val="1000"/>
              </a:spcBef>
              <a:spcAft>
                <a:spcPts val="0"/>
              </a:spcAft>
              <a:buClr>
                <a:srgbClr val="5B5B5B"/>
              </a:buClr>
              <a:buSzPts val="1800"/>
              <a:buChar char="•"/>
              <a:defRPr>
                <a:solidFill>
                  <a:srgbClr val="5B5B5B"/>
                </a:solidFill>
              </a:defRPr>
            </a:lvl6pPr>
            <a:lvl7pPr indent="-342900" lvl="6" marL="3200400" algn="l">
              <a:lnSpc>
                <a:spcPct val="105000"/>
              </a:lnSpc>
              <a:spcBef>
                <a:spcPts val="1000"/>
              </a:spcBef>
              <a:spcAft>
                <a:spcPts val="0"/>
              </a:spcAft>
              <a:buClr>
                <a:srgbClr val="5B5B5B"/>
              </a:buClr>
              <a:buSzPts val="1800"/>
              <a:buChar char="•"/>
              <a:defRPr>
                <a:solidFill>
                  <a:srgbClr val="5B5B5B"/>
                </a:solidFill>
              </a:defRPr>
            </a:lvl7pPr>
            <a:lvl8pPr indent="-342900" lvl="7" marL="3657600" algn="l">
              <a:lnSpc>
                <a:spcPct val="105000"/>
              </a:lnSpc>
              <a:spcBef>
                <a:spcPts val="1000"/>
              </a:spcBef>
              <a:spcAft>
                <a:spcPts val="0"/>
              </a:spcAft>
              <a:buClr>
                <a:srgbClr val="5B5B5B"/>
              </a:buClr>
              <a:buSzPts val="1800"/>
              <a:buChar char="•"/>
              <a:defRPr>
                <a:solidFill>
                  <a:srgbClr val="5B5B5B"/>
                </a:solidFill>
              </a:defRPr>
            </a:lvl8pPr>
            <a:lvl9pPr indent="-342900" lvl="8" marL="4114800" algn="l">
              <a:lnSpc>
                <a:spcPct val="105000"/>
              </a:lnSpc>
              <a:spcBef>
                <a:spcPts val="1000"/>
              </a:spcBef>
              <a:spcAft>
                <a:spcPts val="1000"/>
              </a:spcAft>
              <a:buClr>
                <a:srgbClr val="5B5B5B"/>
              </a:buClr>
              <a:buSzPts val="1800"/>
              <a:buChar char="•"/>
              <a:defRPr>
                <a:solidFill>
                  <a:srgbClr val="5B5B5B"/>
                </a:solidFill>
              </a:defRPr>
            </a:lvl9pPr>
          </a:lstStyle>
          <a:p/>
        </p:txBody>
      </p:sp>
      <p:sp>
        <p:nvSpPr>
          <p:cNvPr id="949" name="Google Shape;949;p119"/>
          <p:cNvSpPr txBox="1"/>
          <p:nvPr>
            <p:ph type="title"/>
          </p:nvPr>
        </p:nvSpPr>
        <p:spPr>
          <a:xfrm>
            <a:off x="365755" y="228600"/>
            <a:ext cx="39789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950" name="Google Shape;950;p11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51" name="Google Shape;951;p11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52" name="Google Shape;952;p11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pic>
        <p:nvPicPr>
          <p:cNvPr id="953" name="Google Shape;953;p119"/>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954" name="Google Shape;954;p119"/>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55" name="Google Shape;955;p119"/>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SzPts val="1800"/>
              <a:buChar char="•"/>
              <a:defRPr i="0" sz="1800" u="none" cap="none" strike="noStrike">
                <a:solidFill>
                  <a:schemeClr val="lt1"/>
                </a:solidFill>
              </a:defRPr>
            </a:lvl1pPr>
            <a:lvl2pPr indent="-342900" lvl="1" marL="914400" marR="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algn="l">
              <a:lnSpc>
                <a:spcPct val="115000"/>
              </a:lnSpc>
              <a:spcBef>
                <a:spcPts val="1000"/>
              </a:spcBef>
              <a:spcAft>
                <a:spcPts val="0"/>
              </a:spcAft>
              <a:buSzPts val="1400"/>
              <a:buChar char="•"/>
              <a:defRPr i="0" u="none" cap="none" strike="noStrike">
                <a:solidFill>
                  <a:schemeClr val="lt1"/>
                </a:solidFill>
              </a:defRPr>
            </a:lvl3pPr>
            <a:lvl4pPr indent="-317500" lvl="3" marL="1828800" marR="0" algn="l">
              <a:lnSpc>
                <a:spcPct val="115000"/>
              </a:lnSpc>
              <a:spcBef>
                <a:spcPts val="1000"/>
              </a:spcBef>
              <a:spcAft>
                <a:spcPts val="0"/>
              </a:spcAft>
              <a:buSzPts val="1400"/>
              <a:buChar char="•"/>
              <a:defRPr i="0" u="none" cap="none" strike="noStrike">
                <a:solidFill>
                  <a:schemeClr val="lt1"/>
                </a:solidFill>
              </a:defRPr>
            </a:lvl4pPr>
            <a:lvl5pPr indent="-317500" lvl="4" marL="2286000" marR="0" algn="l">
              <a:lnSpc>
                <a:spcPct val="115000"/>
              </a:lnSpc>
              <a:spcBef>
                <a:spcPts val="1000"/>
              </a:spcBef>
              <a:spcAft>
                <a:spcPts val="0"/>
              </a:spcAft>
              <a:buSzPts val="1400"/>
              <a:buChar char="•"/>
              <a:defRPr i="0" u="none" cap="none" strike="noStrike">
                <a:solidFill>
                  <a:schemeClr val="lt1"/>
                </a:solidFill>
              </a:defRPr>
            </a:lvl5pPr>
            <a:lvl6pPr indent="-317500" lvl="5" marL="2743200" marR="0" algn="l">
              <a:lnSpc>
                <a:spcPct val="115000"/>
              </a:lnSpc>
              <a:spcBef>
                <a:spcPts val="1000"/>
              </a:spcBef>
              <a:spcAft>
                <a:spcPts val="0"/>
              </a:spcAft>
              <a:buSzPts val="1400"/>
              <a:buChar char="•"/>
              <a:defRPr i="0" u="none" cap="none" strike="noStrike">
                <a:solidFill>
                  <a:schemeClr val="lt1"/>
                </a:solidFill>
              </a:defRPr>
            </a:lvl6pPr>
            <a:lvl7pPr indent="-317500" lvl="6" marL="3200400" marR="0" algn="l">
              <a:lnSpc>
                <a:spcPct val="115000"/>
              </a:lnSpc>
              <a:spcBef>
                <a:spcPts val="1000"/>
              </a:spcBef>
              <a:spcAft>
                <a:spcPts val="0"/>
              </a:spcAft>
              <a:buSzPts val="1400"/>
              <a:buChar char="•"/>
              <a:defRPr i="0" u="none" cap="none" strike="noStrike">
                <a:solidFill>
                  <a:schemeClr val="lt1"/>
                </a:solidFill>
              </a:defRPr>
            </a:lvl7pPr>
            <a:lvl8pPr indent="-317500" lvl="7" marL="3657600" marR="0" algn="l">
              <a:lnSpc>
                <a:spcPct val="115000"/>
              </a:lnSpc>
              <a:spcBef>
                <a:spcPts val="1000"/>
              </a:spcBef>
              <a:spcAft>
                <a:spcPts val="0"/>
              </a:spcAft>
              <a:buSzPts val="1400"/>
              <a:buChar char="•"/>
              <a:defRPr i="0" u="none" cap="none" strike="noStrike">
                <a:solidFill>
                  <a:schemeClr val="lt1"/>
                </a:solidFill>
              </a:defRPr>
            </a:lvl8pPr>
            <a:lvl9pPr indent="-317500" lvl="8" marL="4114800" marR="0" algn="l">
              <a:lnSpc>
                <a:spcPct val="115000"/>
              </a:lnSpc>
              <a:spcBef>
                <a:spcPts val="1000"/>
              </a:spcBef>
              <a:spcAft>
                <a:spcPts val="1000"/>
              </a:spcAft>
              <a:buSzPts val="1400"/>
              <a:buChar char="•"/>
              <a:defRPr i="0" u="none" cap="none" strike="noStrike">
                <a:solidFill>
                  <a:schemeClr val="lt1"/>
                </a:solidFill>
              </a:defRPr>
            </a:lvl9pPr>
          </a:lstStyle>
          <a:p/>
        </p:txBody>
      </p:sp>
      <p:sp>
        <p:nvSpPr>
          <p:cNvPr id="956" name="Google Shape;956;p11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957" name="Shape 957"/>
        <p:cNvGrpSpPr/>
        <p:nvPr/>
      </p:nvGrpSpPr>
      <p:grpSpPr>
        <a:xfrm>
          <a:off x="0" y="0"/>
          <a:ext cx="0" cy="0"/>
          <a:chOff x="0" y="0"/>
          <a:chExt cx="0" cy="0"/>
        </a:xfrm>
      </p:grpSpPr>
      <p:sp>
        <p:nvSpPr>
          <p:cNvPr id="958" name="Google Shape;958;p120"/>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959" name="Google Shape;959;p120"/>
          <p:cNvSpPr txBox="1"/>
          <p:nvPr>
            <p:ph idx="1" type="body"/>
          </p:nvPr>
        </p:nvSpPr>
        <p:spPr>
          <a:xfrm>
            <a:off x="365750"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960" name="Google Shape;960;p120"/>
          <p:cNvSpPr txBox="1"/>
          <p:nvPr>
            <p:ph idx="2" type="body"/>
          </p:nvPr>
        </p:nvSpPr>
        <p:spPr>
          <a:xfrm>
            <a:off x="3169031"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961" name="Google Shape;961;p120"/>
          <p:cNvSpPr txBox="1"/>
          <p:nvPr>
            <p:ph idx="3" type="body"/>
          </p:nvPr>
        </p:nvSpPr>
        <p:spPr>
          <a:xfrm>
            <a:off x="6127925"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962" name="Google Shape;962;p12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63" name="Google Shape;963;p1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64" name="Google Shape;964;p12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965" name="Google Shape;965;p120"/>
          <p:cNvSpPr txBox="1"/>
          <p:nvPr>
            <p:ph idx="4"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4">
  <p:cSld name="Multi-use layout_6">
    <p:spTree>
      <p:nvGrpSpPr>
        <p:cNvPr id="966" name="Shape 966"/>
        <p:cNvGrpSpPr/>
        <p:nvPr/>
      </p:nvGrpSpPr>
      <p:grpSpPr>
        <a:xfrm>
          <a:off x="0" y="0"/>
          <a:ext cx="0" cy="0"/>
          <a:chOff x="0" y="0"/>
          <a:chExt cx="0" cy="0"/>
        </a:xfrm>
      </p:grpSpPr>
      <p:sp>
        <p:nvSpPr>
          <p:cNvPr id="967" name="Google Shape;967;p12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68" name="Google Shape;968;p1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69" name="Google Shape;969;p121"/>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970" name="Google Shape;970;p12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2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
        <p:nvSpPr>
          <p:cNvPr id="972" name="Google Shape;972;p12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21"/>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974" name="Shape 974"/>
        <p:cNvGrpSpPr/>
        <p:nvPr/>
      </p:nvGrpSpPr>
      <p:grpSpPr>
        <a:xfrm>
          <a:off x="0" y="0"/>
          <a:ext cx="0" cy="0"/>
          <a:chOff x="0" y="0"/>
          <a:chExt cx="0" cy="0"/>
        </a:xfrm>
      </p:grpSpPr>
      <p:sp>
        <p:nvSpPr>
          <p:cNvPr id="975" name="Google Shape;975;p12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76" name="Google Shape;976;p1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77" name="Google Shape;977;p122"/>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978" name="Google Shape;978;p122"/>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979" name="Google Shape;979;p12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2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p:cSld name="Multi-use layout_4_1">
    <p:spTree>
      <p:nvGrpSpPr>
        <p:cNvPr id="981" name="Shape 981"/>
        <p:cNvGrpSpPr/>
        <p:nvPr/>
      </p:nvGrpSpPr>
      <p:grpSpPr>
        <a:xfrm>
          <a:off x="0" y="0"/>
          <a:ext cx="0" cy="0"/>
          <a:chOff x="0" y="0"/>
          <a:chExt cx="0" cy="0"/>
        </a:xfrm>
      </p:grpSpPr>
      <p:sp>
        <p:nvSpPr>
          <p:cNvPr id="982" name="Google Shape;982;p12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83" name="Google Shape;983;p1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84" name="Google Shape;984;p123"/>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985" name="Google Shape;985;p123"/>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986" name="Google Shape;986;p12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2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2025 Snowflake Inc. All Rights Reserved</a:t>
            </a:r>
            <a:endParaRPr b="0" i="0" sz="600" u="none" cap="none" strike="noStrike">
              <a:solidFill>
                <a:srgbClr val="929292"/>
              </a:solidFill>
              <a:latin typeface="Arial"/>
              <a:ea typeface="Arial"/>
              <a:cs typeface="Arial"/>
              <a:sym typeface="Arial"/>
            </a:endParaRPr>
          </a:p>
        </p:txBody>
      </p:sp>
      <p:sp>
        <p:nvSpPr>
          <p:cNvPr id="988" name="Google Shape;988;p12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989" name="Shape 989"/>
        <p:cNvGrpSpPr/>
        <p:nvPr/>
      </p:nvGrpSpPr>
      <p:grpSpPr>
        <a:xfrm>
          <a:off x="0" y="0"/>
          <a:ext cx="0" cy="0"/>
          <a:chOff x="0" y="0"/>
          <a:chExt cx="0" cy="0"/>
        </a:xfrm>
      </p:grpSpPr>
      <p:sp>
        <p:nvSpPr>
          <p:cNvPr id="990" name="Google Shape;990;p12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Lato"/>
              <a:ea typeface="Lato"/>
              <a:cs typeface="Lato"/>
              <a:sym typeface="Lato"/>
            </a:endParaRPr>
          </a:p>
        </p:txBody>
      </p:sp>
      <p:sp>
        <p:nvSpPr>
          <p:cNvPr id="991" name="Google Shape;991;p12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992" name="Google Shape;992;p124"/>
          <p:cNvSpPr/>
          <p:nvPr/>
        </p:nvSpPr>
        <p:spPr>
          <a:xfrm>
            <a:off x="45743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93" name="Google Shape;993;p12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94" name="Google Shape;994;p12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995" name="Google Shape;995;p124"/>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96" name="Google Shape;996;p124"/>
          <p:cNvSpPr/>
          <p:nvPr/>
        </p:nvSpPr>
        <p:spPr>
          <a:xfrm>
            <a:off x="14549038" y="257175"/>
            <a:ext cx="1488104"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059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997" name="Google Shape;997;p124"/>
          <p:cNvSpPr/>
          <p:nvPr/>
        </p:nvSpPr>
        <p:spPr>
          <a:xfrm>
            <a:off x="114261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98" name="Google Shape;998;p124"/>
          <p:cNvSpPr/>
          <p:nvPr/>
        </p:nvSpPr>
        <p:spPr>
          <a:xfrm>
            <a:off x="11595076"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999" name="Google Shape;999;p124"/>
          <p:cNvSpPr txBox="1"/>
          <p:nvPr>
            <p:ph idx="1" type="body"/>
          </p:nvPr>
        </p:nvSpPr>
        <p:spPr>
          <a:xfrm>
            <a:off x="4839850" y="1005840"/>
            <a:ext cx="3922200" cy="3657600"/>
          </a:xfrm>
          <a:prstGeom prst="rect">
            <a:avLst/>
          </a:prstGeom>
          <a:noFill/>
          <a:ln>
            <a:noFill/>
          </a:ln>
        </p:spPr>
        <p:txBody>
          <a:bodyPr anchorCtr="0" anchor="t" bIns="91425" lIns="91425" spcFirstLastPara="1" rIns="91425" wrap="square" tIns="91425">
            <a:noAutofit/>
          </a:bodyPr>
          <a:lstStyle>
            <a:lvl1pPr indent="-228600" lvl="0" marL="457200" algn="l">
              <a:lnSpc>
                <a:spcPct val="115000"/>
              </a:lnSpc>
              <a:spcBef>
                <a:spcPts val="0"/>
              </a:spcBef>
              <a:spcAft>
                <a:spcPts val="0"/>
              </a:spcAft>
              <a:buClr>
                <a:schemeClr val="lt1"/>
              </a:buClr>
              <a:buSzPts val="1800"/>
              <a:buFont typeface="Arial"/>
              <a:buNone/>
              <a:defRPr>
                <a:solidFill>
                  <a:schemeClr val="lt1"/>
                </a:solidFill>
              </a:defRPr>
            </a:lvl1pPr>
            <a:lvl2pPr indent="-228600" lvl="1" marL="914400" algn="l">
              <a:lnSpc>
                <a:spcPct val="115000"/>
              </a:lnSpc>
              <a:spcBef>
                <a:spcPts val="1000"/>
              </a:spcBef>
              <a:spcAft>
                <a:spcPts val="0"/>
              </a:spcAft>
              <a:buClr>
                <a:schemeClr val="lt1"/>
              </a:buClr>
              <a:buSzPts val="1800"/>
              <a:buFont typeface="Arial"/>
              <a:buNone/>
              <a:defRPr>
                <a:solidFill>
                  <a:schemeClr val="lt1"/>
                </a:solidFill>
              </a:defRPr>
            </a:lvl2pPr>
            <a:lvl3pPr indent="-228600" lvl="2" marL="1371600" algn="l">
              <a:lnSpc>
                <a:spcPct val="115000"/>
              </a:lnSpc>
              <a:spcBef>
                <a:spcPts val="1000"/>
              </a:spcBef>
              <a:spcAft>
                <a:spcPts val="0"/>
              </a:spcAft>
              <a:buClr>
                <a:schemeClr val="lt1"/>
              </a:buClr>
              <a:buSzPts val="1800"/>
              <a:buFont typeface="Arial"/>
              <a:buNone/>
              <a:defRPr sz="1800">
                <a:solidFill>
                  <a:schemeClr val="lt1"/>
                </a:solidFill>
              </a:defRPr>
            </a:lvl3pPr>
            <a:lvl4pPr indent="-228600" lvl="3" marL="1828800" algn="l">
              <a:lnSpc>
                <a:spcPct val="115000"/>
              </a:lnSpc>
              <a:spcBef>
                <a:spcPts val="1000"/>
              </a:spcBef>
              <a:spcAft>
                <a:spcPts val="0"/>
              </a:spcAft>
              <a:buClr>
                <a:schemeClr val="lt1"/>
              </a:buClr>
              <a:buSzPts val="1800"/>
              <a:buFont typeface="Arial"/>
              <a:buNone/>
              <a:defRPr sz="1800">
                <a:solidFill>
                  <a:schemeClr val="lt1"/>
                </a:solidFill>
              </a:defRPr>
            </a:lvl4pPr>
            <a:lvl5pPr indent="-228600" lvl="4" marL="2286000" algn="l">
              <a:lnSpc>
                <a:spcPct val="115000"/>
              </a:lnSpc>
              <a:spcBef>
                <a:spcPts val="1000"/>
              </a:spcBef>
              <a:spcAft>
                <a:spcPts val="0"/>
              </a:spcAft>
              <a:buClr>
                <a:schemeClr val="lt1"/>
              </a:buClr>
              <a:buSzPts val="1800"/>
              <a:buFont typeface="Arial"/>
              <a:buNone/>
              <a:defRPr sz="1800">
                <a:solidFill>
                  <a:schemeClr val="lt1"/>
                </a:solidFill>
              </a:defRPr>
            </a:lvl5pPr>
            <a:lvl6pPr indent="-342900" lvl="5" marL="2743200" algn="l">
              <a:lnSpc>
                <a:spcPct val="115000"/>
              </a:lnSpc>
              <a:spcBef>
                <a:spcPts val="1000"/>
              </a:spcBef>
              <a:spcAft>
                <a:spcPts val="0"/>
              </a:spcAft>
              <a:buClr>
                <a:schemeClr val="lt1"/>
              </a:buClr>
              <a:buSzPts val="1800"/>
              <a:buChar char="•"/>
              <a:defRPr sz="1800">
                <a:solidFill>
                  <a:schemeClr val="lt1"/>
                </a:solidFill>
              </a:defRPr>
            </a:lvl6pPr>
            <a:lvl7pPr indent="-342900" lvl="6" marL="3200400" algn="l">
              <a:lnSpc>
                <a:spcPct val="115000"/>
              </a:lnSpc>
              <a:spcBef>
                <a:spcPts val="1000"/>
              </a:spcBef>
              <a:spcAft>
                <a:spcPts val="0"/>
              </a:spcAft>
              <a:buClr>
                <a:schemeClr val="lt1"/>
              </a:buClr>
              <a:buSzPts val="1800"/>
              <a:buChar char="•"/>
              <a:defRPr sz="1800">
                <a:solidFill>
                  <a:schemeClr val="lt1"/>
                </a:solidFill>
              </a:defRPr>
            </a:lvl7pPr>
            <a:lvl8pPr indent="-342900" lvl="7" marL="3657600" algn="l">
              <a:lnSpc>
                <a:spcPct val="115000"/>
              </a:lnSpc>
              <a:spcBef>
                <a:spcPts val="1000"/>
              </a:spcBef>
              <a:spcAft>
                <a:spcPts val="0"/>
              </a:spcAft>
              <a:buClr>
                <a:schemeClr val="lt1"/>
              </a:buClr>
              <a:buSzPts val="1800"/>
              <a:buChar char="•"/>
              <a:defRPr sz="1800">
                <a:solidFill>
                  <a:schemeClr val="lt1"/>
                </a:solidFill>
              </a:defRPr>
            </a:lvl8pPr>
            <a:lvl9pPr indent="-342900" lvl="8" marL="4114800" algn="l">
              <a:lnSpc>
                <a:spcPct val="115000"/>
              </a:lnSpc>
              <a:spcBef>
                <a:spcPts val="1000"/>
              </a:spcBef>
              <a:spcAft>
                <a:spcPts val="1000"/>
              </a:spcAft>
              <a:buClr>
                <a:schemeClr val="lt1"/>
              </a:buClr>
              <a:buSzPts val="1800"/>
              <a:buChar char="•"/>
              <a:defRPr sz="1800">
                <a:solidFill>
                  <a:schemeClr val="lt1"/>
                </a:solidFill>
              </a:defRPr>
            </a:lvl9pPr>
          </a:lstStyle>
          <a:p/>
        </p:txBody>
      </p:sp>
      <p:sp>
        <p:nvSpPr>
          <p:cNvPr id="1000" name="Google Shape;1000;p124"/>
          <p:cNvSpPr txBox="1"/>
          <p:nvPr>
            <p:ph idx="2"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algn="l">
              <a:lnSpc>
                <a:spcPct val="105000"/>
              </a:lnSpc>
              <a:spcBef>
                <a:spcPts val="0"/>
              </a:spcBef>
              <a:spcAft>
                <a:spcPts val="0"/>
              </a:spcAft>
              <a:buClr>
                <a:srgbClr val="5B5B5B"/>
              </a:buClr>
              <a:buSzPts val="1600"/>
              <a:buNone/>
              <a:defRPr sz="1600">
                <a:solidFill>
                  <a:srgbClr val="5B5B5B"/>
                </a:solidFill>
              </a:defRPr>
            </a:lvl1pPr>
            <a:lvl2pPr indent="-342900" lvl="1" marL="914400" algn="l">
              <a:lnSpc>
                <a:spcPct val="105000"/>
              </a:lnSpc>
              <a:spcBef>
                <a:spcPts val="1000"/>
              </a:spcBef>
              <a:spcAft>
                <a:spcPts val="0"/>
              </a:spcAft>
              <a:buClr>
                <a:srgbClr val="5B5B5B"/>
              </a:buClr>
              <a:buSzPts val="1800"/>
              <a:buChar char="•"/>
              <a:defRPr>
                <a:solidFill>
                  <a:srgbClr val="5B5B5B"/>
                </a:solidFill>
              </a:defRPr>
            </a:lvl2pPr>
            <a:lvl3pPr indent="-342900" lvl="2" marL="1371600" algn="l">
              <a:lnSpc>
                <a:spcPct val="105000"/>
              </a:lnSpc>
              <a:spcBef>
                <a:spcPts val="1000"/>
              </a:spcBef>
              <a:spcAft>
                <a:spcPts val="0"/>
              </a:spcAft>
              <a:buClr>
                <a:srgbClr val="5B5B5B"/>
              </a:buClr>
              <a:buSzPts val="1800"/>
              <a:buChar char="•"/>
              <a:defRPr>
                <a:solidFill>
                  <a:srgbClr val="5B5B5B"/>
                </a:solidFill>
              </a:defRPr>
            </a:lvl3pPr>
            <a:lvl4pPr indent="-342900" lvl="3" marL="1828800" algn="l">
              <a:lnSpc>
                <a:spcPct val="105000"/>
              </a:lnSpc>
              <a:spcBef>
                <a:spcPts val="1000"/>
              </a:spcBef>
              <a:spcAft>
                <a:spcPts val="0"/>
              </a:spcAft>
              <a:buClr>
                <a:srgbClr val="5B5B5B"/>
              </a:buClr>
              <a:buSzPts val="1800"/>
              <a:buChar char="•"/>
              <a:defRPr>
                <a:solidFill>
                  <a:srgbClr val="5B5B5B"/>
                </a:solidFill>
              </a:defRPr>
            </a:lvl4pPr>
            <a:lvl5pPr indent="-342900" lvl="4" marL="2286000" algn="l">
              <a:lnSpc>
                <a:spcPct val="105000"/>
              </a:lnSpc>
              <a:spcBef>
                <a:spcPts val="1000"/>
              </a:spcBef>
              <a:spcAft>
                <a:spcPts val="0"/>
              </a:spcAft>
              <a:buClr>
                <a:srgbClr val="5B5B5B"/>
              </a:buClr>
              <a:buSzPts val="1800"/>
              <a:buChar char="•"/>
              <a:defRPr>
                <a:solidFill>
                  <a:srgbClr val="5B5B5B"/>
                </a:solidFill>
              </a:defRPr>
            </a:lvl5pPr>
            <a:lvl6pPr indent="-342900" lvl="5" marL="2743200" algn="l">
              <a:lnSpc>
                <a:spcPct val="105000"/>
              </a:lnSpc>
              <a:spcBef>
                <a:spcPts val="1000"/>
              </a:spcBef>
              <a:spcAft>
                <a:spcPts val="0"/>
              </a:spcAft>
              <a:buClr>
                <a:srgbClr val="5B5B5B"/>
              </a:buClr>
              <a:buSzPts val="1800"/>
              <a:buChar char="•"/>
              <a:defRPr>
                <a:solidFill>
                  <a:srgbClr val="5B5B5B"/>
                </a:solidFill>
              </a:defRPr>
            </a:lvl6pPr>
            <a:lvl7pPr indent="-342900" lvl="6" marL="3200400" algn="l">
              <a:lnSpc>
                <a:spcPct val="105000"/>
              </a:lnSpc>
              <a:spcBef>
                <a:spcPts val="1000"/>
              </a:spcBef>
              <a:spcAft>
                <a:spcPts val="0"/>
              </a:spcAft>
              <a:buClr>
                <a:srgbClr val="5B5B5B"/>
              </a:buClr>
              <a:buSzPts val="1800"/>
              <a:buChar char="•"/>
              <a:defRPr>
                <a:solidFill>
                  <a:srgbClr val="5B5B5B"/>
                </a:solidFill>
              </a:defRPr>
            </a:lvl7pPr>
            <a:lvl8pPr indent="-342900" lvl="7" marL="3657600" algn="l">
              <a:lnSpc>
                <a:spcPct val="105000"/>
              </a:lnSpc>
              <a:spcBef>
                <a:spcPts val="1000"/>
              </a:spcBef>
              <a:spcAft>
                <a:spcPts val="0"/>
              </a:spcAft>
              <a:buClr>
                <a:srgbClr val="5B5B5B"/>
              </a:buClr>
              <a:buSzPts val="1800"/>
              <a:buChar char="•"/>
              <a:defRPr>
                <a:solidFill>
                  <a:srgbClr val="5B5B5B"/>
                </a:solidFill>
              </a:defRPr>
            </a:lvl8pPr>
            <a:lvl9pPr indent="-342900" lvl="8" marL="411480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001" name="Google Shape;1001;p124"/>
          <p:cNvSpPr txBox="1"/>
          <p:nvPr>
            <p:ph type="title"/>
          </p:nvPr>
        </p:nvSpPr>
        <p:spPr>
          <a:xfrm>
            <a:off x="365755" y="228600"/>
            <a:ext cx="39789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02" name="Google Shape;1002;p12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3" name="Google Shape;1003;p1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04" name="Google Shape;1004;p12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1005" name="Shape 1005"/>
        <p:cNvGrpSpPr/>
        <p:nvPr/>
      </p:nvGrpSpPr>
      <p:grpSpPr>
        <a:xfrm>
          <a:off x="0" y="0"/>
          <a:ext cx="0" cy="0"/>
          <a:chOff x="0" y="0"/>
          <a:chExt cx="0" cy="0"/>
        </a:xfrm>
      </p:grpSpPr>
      <p:sp>
        <p:nvSpPr>
          <p:cNvPr id="1006" name="Google Shape;1006;p125"/>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800"/>
              <a:buNone/>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1007" name="Google Shape;1007;p125"/>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08" name="Google Shape;1008;p1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9" name="Google Shape;1009;p1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10" name="Google Shape;1010;p12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011" name="Google Shape;1011;p125"/>
          <p:cNvSpPr txBox="1"/>
          <p:nvPr>
            <p:ph idx="2"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1012" name="Shape 1012"/>
        <p:cNvGrpSpPr/>
        <p:nvPr/>
      </p:nvGrpSpPr>
      <p:grpSpPr>
        <a:xfrm>
          <a:off x="0" y="0"/>
          <a:ext cx="0" cy="0"/>
          <a:chOff x="0" y="0"/>
          <a:chExt cx="0" cy="0"/>
        </a:xfrm>
      </p:grpSpPr>
      <p:sp>
        <p:nvSpPr>
          <p:cNvPr id="1013" name="Google Shape;1013;p126"/>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14" name="Google Shape;1014;p12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15" name="Google Shape;1015;p126"/>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16" name="Google Shape;1016;p126"/>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17" name="Google Shape;1017;p126"/>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18" name="Google Shape;1018;p126"/>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19" name="Google Shape;1019;p126"/>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20" name="Google Shape;1020;p126"/>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021" name="Google Shape;1021;p126"/>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022" name="Shape 1022"/>
        <p:cNvGrpSpPr/>
        <p:nvPr/>
      </p:nvGrpSpPr>
      <p:grpSpPr>
        <a:xfrm>
          <a:off x="0" y="0"/>
          <a:ext cx="0" cy="0"/>
          <a:chOff x="0" y="0"/>
          <a:chExt cx="0" cy="0"/>
        </a:xfrm>
      </p:grpSpPr>
      <p:sp>
        <p:nvSpPr>
          <p:cNvPr id="1023" name="Google Shape;1023;p127"/>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27"/>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5000"/>
              </a:lnSpc>
              <a:spcBef>
                <a:spcPts val="0"/>
              </a:spcBef>
              <a:spcAft>
                <a:spcPts val="0"/>
              </a:spcAft>
              <a:buClr>
                <a:schemeClr val="dk1"/>
              </a:buClr>
              <a:buSzPts val="2600"/>
              <a:buNone/>
              <a:defRPr b="1" i="0" sz="2600" cap="none">
                <a:solidFill>
                  <a:schemeClr val="dk1"/>
                </a:solidFill>
              </a:defRPr>
            </a:lvl1pPr>
            <a:lvl2pPr indent="-342900" lvl="1" marL="914400" algn="l">
              <a:lnSpc>
                <a:spcPct val="105000"/>
              </a:lnSpc>
              <a:spcBef>
                <a:spcPts val="1000"/>
              </a:spcBef>
              <a:spcAft>
                <a:spcPts val="0"/>
              </a:spcAft>
              <a:buClr>
                <a:schemeClr val="dk1"/>
              </a:buClr>
              <a:buSzPts val="1800"/>
              <a:buChar char="•"/>
              <a:defRPr b="1"/>
            </a:lvl2pPr>
            <a:lvl3pPr indent="-342900" lvl="2" marL="1371600" algn="l">
              <a:lnSpc>
                <a:spcPct val="105000"/>
              </a:lnSpc>
              <a:spcBef>
                <a:spcPts val="1000"/>
              </a:spcBef>
              <a:spcAft>
                <a:spcPts val="0"/>
              </a:spcAft>
              <a:buClr>
                <a:schemeClr val="dk1"/>
              </a:buClr>
              <a:buSzPts val="1800"/>
              <a:buChar char="•"/>
              <a:defRPr b="1" sz="1800"/>
            </a:lvl3pPr>
            <a:lvl4pPr indent="-317500" lvl="3" marL="1828800" algn="l">
              <a:lnSpc>
                <a:spcPct val="105000"/>
              </a:lnSpc>
              <a:spcBef>
                <a:spcPts val="1000"/>
              </a:spcBef>
              <a:spcAft>
                <a:spcPts val="0"/>
              </a:spcAft>
              <a:buClr>
                <a:schemeClr val="dk1"/>
              </a:buClr>
              <a:buSzPts val="1400"/>
              <a:buChar char="•"/>
              <a:defRPr b="1"/>
            </a:lvl4pPr>
            <a:lvl5pPr indent="-317500" lvl="4" marL="2286000" algn="l">
              <a:lnSpc>
                <a:spcPct val="105000"/>
              </a:lnSpc>
              <a:spcBef>
                <a:spcPts val="1000"/>
              </a:spcBef>
              <a:spcAft>
                <a:spcPts val="0"/>
              </a:spcAft>
              <a:buClr>
                <a:schemeClr val="dk1"/>
              </a:buClr>
              <a:buSzPts val="1400"/>
              <a:buChar char="•"/>
              <a:defRPr b="1"/>
            </a:lvl5pPr>
            <a:lvl6pPr indent="-317500" lvl="5" marL="2743200" algn="l">
              <a:lnSpc>
                <a:spcPct val="105000"/>
              </a:lnSpc>
              <a:spcBef>
                <a:spcPts val="1000"/>
              </a:spcBef>
              <a:spcAft>
                <a:spcPts val="0"/>
              </a:spcAft>
              <a:buClr>
                <a:schemeClr val="dk1"/>
              </a:buClr>
              <a:buSzPts val="1400"/>
              <a:buChar char="•"/>
              <a:defRPr b="1"/>
            </a:lvl6pPr>
            <a:lvl7pPr indent="-317500" lvl="6" marL="3200400" algn="l">
              <a:lnSpc>
                <a:spcPct val="105000"/>
              </a:lnSpc>
              <a:spcBef>
                <a:spcPts val="1000"/>
              </a:spcBef>
              <a:spcAft>
                <a:spcPts val="0"/>
              </a:spcAft>
              <a:buClr>
                <a:schemeClr val="dk1"/>
              </a:buClr>
              <a:buSzPts val="1400"/>
              <a:buChar char="•"/>
              <a:defRPr b="1"/>
            </a:lvl7pPr>
            <a:lvl8pPr indent="-317500" lvl="7" marL="3657600" algn="l">
              <a:lnSpc>
                <a:spcPct val="105000"/>
              </a:lnSpc>
              <a:spcBef>
                <a:spcPts val="1000"/>
              </a:spcBef>
              <a:spcAft>
                <a:spcPts val="0"/>
              </a:spcAft>
              <a:buClr>
                <a:schemeClr val="dk1"/>
              </a:buClr>
              <a:buSzPts val="1400"/>
              <a:buChar char="•"/>
              <a:defRPr b="1"/>
            </a:lvl8pPr>
            <a:lvl9pPr indent="-317500" lvl="8" marL="4114800" algn="l">
              <a:lnSpc>
                <a:spcPct val="105000"/>
              </a:lnSpc>
              <a:spcBef>
                <a:spcPts val="1000"/>
              </a:spcBef>
              <a:spcAft>
                <a:spcPts val="1000"/>
              </a:spcAft>
              <a:buClr>
                <a:schemeClr val="dk1"/>
              </a:buClr>
              <a:buSzPts val="1400"/>
              <a:buChar char="•"/>
              <a:defRPr b="1"/>
            </a:lvl9pPr>
          </a:lstStyle>
          <a:p/>
        </p:txBody>
      </p:sp>
      <p:sp>
        <p:nvSpPr>
          <p:cNvPr id="1025" name="Google Shape;1025;p127"/>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26" name="Google Shape;1026;p1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27" name="Google Shape;1027;p12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028" name="Google Shape;1028;p127"/>
          <p:cNvSpPr txBox="1"/>
          <p:nvPr>
            <p:ph idx="2" type="body"/>
          </p:nvPr>
        </p:nvSpPr>
        <p:spPr>
          <a:xfrm>
            <a:off x="2961200" y="914400"/>
            <a:ext cx="5725500" cy="3771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solidFill>
                  <a:srgbClr val="FFFFFF"/>
                </a:solidFill>
              </a:defRPr>
            </a:lvl1pPr>
            <a:lvl2pPr indent="-342900" lvl="1" marL="914400" algn="l">
              <a:lnSpc>
                <a:spcPct val="115000"/>
              </a:lnSpc>
              <a:spcBef>
                <a:spcPts val="1000"/>
              </a:spcBef>
              <a:spcAft>
                <a:spcPts val="0"/>
              </a:spcAft>
              <a:buSzPts val="1800"/>
              <a:buChar char="•"/>
              <a:defRPr>
                <a:solidFill>
                  <a:srgbClr val="FFFFFF"/>
                </a:solidFill>
              </a:defRPr>
            </a:lvl2pPr>
            <a:lvl3pPr indent="-317500" lvl="2" marL="1371600" algn="l">
              <a:lnSpc>
                <a:spcPct val="115000"/>
              </a:lnSpc>
              <a:spcBef>
                <a:spcPts val="1000"/>
              </a:spcBef>
              <a:spcAft>
                <a:spcPts val="0"/>
              </a:spcAft>
              <a:buSzPts val="1400"/>
              <a:buChar char="•"/>
              <a:defRPr>
                <a:solidFill>
                  <a:srgbClr val="FFFFFF"/>
                </a:solidFill>
              </a:defRPr>
            </a:lvl3pPr>
            <a:lvl4pPr indent="-317500" lvl="3" marL="1828800" algn="l">
              <a:lnSpc>
                <a:spcPct val="115000"/>
              </a:lnSpc>
              <a:spcBef>
                <a:spcPts val="1000"/>
              </a:spcBef>
              <a:spcAft>
                <a:spcPts val="0"/>
              </a:spcAft>
              <a:buSzPts val="1400"/>
              <a:buChar char="•"/>
              <a:defRPr>
                <a:solidFill>
                  <a:srgbClr val="FFFFFF"/>
                </a:solidFill>
              </a:defRPr>
            </a:lvl4pPr>
            <a:lvl5pPr indent="-317500" lvl="4" marL="2286000" algn="l">
              <a:lnSpc>
                <a:spcPct val="115000"/>
              </a:lnSpc>
              <a:spcBef>
                <a:spcPts val="1000"/>
              </a:spcBef>
              <a:spcAft>
                <a:spcPts val="0"/>
              </a:spcAft>
              <a:buSzPts val="1400"/>
              <a:buChar char="•"/>
              <a:defRPr>
                <a:solidFill>
                  <a:srgbClr val="FFFFFF"/>
                </a:solidFill>
              </a:defRPr>
            </a:lvl5pPr>
            <a:lvl6pPr indent="-317500" lvl="5" marL="2743200" algn="l">
              <a:lnSpc>
                <a:spcPct val="115000"/>
              </a:lnSpc>
              <a:spcBef>
                <a:spcPts val="1000"/>
              </a:spcBef>
              <a:spcAft>
                <a:spcPts val="0"/>
              </a:spcAft>
              <a:buSzPts val="1400"/>
              <a:buChar char="•"/>
              <a:defRPr>
                <a:solidFill>
                  <a:srgbClr val="FFFFFF"/>
                </a:solidFill>
              </a:defRPr>
            </a:lvl6pPr>
            <a:lvl7pPr indent="-317500" lvl="6" marL="3200400" algn="l">
              <a:lnSpc>
                <a:spcPct val="115000"/>
              </a:lnSpc>
              <a:spcBef>
                <a:spcPts val="1000"/>
              </a:spcBef>
              <a:spcAft>
                <a:spcPts val="0"/>
              </a:spcAft>
              <a:buSzPts val="1400"/>
              <a:buChar char="•"/>
              <a:defRPr>
                <a:solidFill>
                  <a:srgbClr val="FFFFFF"/>
                </a:solidFill>
              </a:defRPr>
            </a:lvl7pPr>
            <a:lvl8pPr indent="-317500" lvl="7" marL="3657600" algn="l">
              <a:lnSpc>
                <a:spcPct val="115000"/>
              </a:lnSpc>
              <a:spcBef>
                <a:spcPts val="1000"/>
              </a:spcBef>
              <a:spcAft>
                <a:spcPts val="0"/>
              </a:spcAft>
              <a:buSzPts val="1400"/>
              <a:buChar char="•"/>
              <a:defRPr>
                <a:solidFill>
                  <a:srgbClr val="FFFFFF"/>
                </a:solidFill>
              </a:defRPr>
            </a:lvl8pPr>
            <a:lvl9pPr indent="-317500" lvl="8" marL="4114800" algn="l">
              <a:lnSpc>
                <a:spcPct val="115000"/>
              </a:lnSpc>
              <a:spcBef>
                <a:spcPts val="1000"/>
              </a:spcBef>
              <a:spcAft>
                <a:spcPts val="1000"/>
              </a:spcAft>
              <a:buSzPts val="1400"/>
              <a:buChar char="•"/>
              <a:defRPr>
                <a:solidFill>
                  <a:srgbClr val="FFFFFF"/>
                </a:solidFill>
              </a:defRPr>
            </a:lvl9pPr>
          </a:lstStyle>
          <a:p/>
        </p:txBody>
      </p:sp>
      <p:sp>
        <p:nvSpPr>
          <p:cNvPr id="1029" name="Google Shape;1029;p127"/>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059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030" name="Google Shape;1030;p127"/>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031" name="Google Shape;1031;p127"/>
          <p:cNvSpPr/>
          <p:nvPr/>
        </p:nvSpPr>
        <p:spPr>
          <a:xfrm>
            <a:off x="7399725" y="563789"/>
            <a:ext cx="1744266" cy="2497649"/>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5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032" name="Shape 1032"/>
        <p:cNvGrpSpPr/>
        <p:nvPr/>
      </p:nvGrpSpPr>
      <p:grpSpPr>
        <a:xfrm>
          <a:off x="0" y="0"/>
          <a:ext cx="0" cy="0"/>
          <a:chOff x="0" y="0"/>
          <a:chExt cx="0" cy="0"/>
        </a:xfrm>
      </p:grpSpPr>
      <p:sp>
        <p:nvSpPr>
          <p:cNvPr id="1033" name="Google Shape;1033;p128"/>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28"/>
          <p:cNvSpPr txBox="1"/>
          <p:nvPr>
            <p:ph idx="1" type="body"/>
          </p:nvPr>
        </p:nvSpPr>
        <p:spPr>
          <a:xfrm>
            <a:off x="365750" y="228600"/>
            <a:ext cx="23766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FFFFFF"/>
              </a:buClr>
              <a:buSzPts val="2600"/>
              <a:buNone/>
              <a:defRPr b="1" i="0" sz="2600" cap="none">
                <a:solidFill>
                  <a:srgbClr val="FFFFFF"/>
                </a:solidFill>
              </a:defRPr>
            </a:lvl1pPr>
            <a:lvl2pPr indent="-342900" lvl="1" marL="914400" algn="l">
              <a:lnSpc>
                <a:spcPct val="105000"/>
              </a:lnSpc>
              <a:spcBef>
                <a:spcPts val="0"/>
              </a:spcBef>
              <a:spcAft>
                <a:spcPts val="0"/>
              </a:spcAft>
              <a:buClr>
                <a:srgbClr val="FFFFFF"/>
              </a:buClr>
              <a:buSzPts val="1800"/>
              <a:buChar char="•"/>
              <a:defRPr b="1">
                <a:solidFill>
                  <a:srgbClr val="FFFFFF"/>
                </a:solidFill>
              </a:defRPr>
            </a:lvl2pPr>
            <a:lvl3pPr indent="-342900" lvl="2" marL="1371600" algn="l">
              <a:lnSpc>
                <a:spcPct val="105000"/>
              </a:lnSpc>
              <a:spcBef>
                <a:spcPts val="1000"/>
              </a:spcBef>
              <a:spcAft>
                <a:spcPts val="0"/>
              </a:spcAft>
              <a:buClr>
                <a:srgbClr val="FFFFFF"/>
              </a:buClr>
              <a:buSzPts val="1800"/>
              <a:buChar char="•"/>
              <a:defRPr b="1" sz="1800">
                <a:solidFill>
                  <a:srgbClr val="FFFFFF"/>
                </a:solidFill>
              </a:defRPr>
            </a:lvl3pPr>
            <a:lvl4pPr indent="-317500" lvl="3" marL="1828800" algn="l">
              <a:lnSpc>
                <a:spcPct val="105000"/>
              </a:lnSpc>
              <a:spcBef>
                <a:spcPts val="1000"/>
              </a:spcBef>
              <a:spcAft>
                <a:spcPts val="0"/>
              </a:spcAft>
              <a:buClr>
                <a:srgbClr val="FFFFFF"/>
              </a:buClr>
              <a:buSzPts val="1400"/>
              <a:buChar char="•"/>
              <a:defRPr b="1">
                <a:solidFill>
                  <a:srgbClr val="FFFFFF"/>
                </a:solidFill>
              </a:defRPr>
            </a:lvl4pPr>
            <a:lvl5pPr indent="-317500" lvl="4" marL="2286000" algn="l">
              <a:lnSpc>
                <a:spcPct val="105000"/>
              </a:lnSpc>
              <a:spcBef>
                <a:spcPts val="1000"/>
              </a:spcBef>
              <a:spcAft>
                <a:spcPts val="0"/>
              </a:spcAft>
              <a:buClr>
                <a:srgbClr val="FFFFFF"/>
              </a:buClr>
              <a:buSzPts val="1400"/>
              <a:buChar char="•"/>
              <a:defRPr b="1">
                <a:solidFill>
                  <a:srgbClr val="FFFFFF"/>
                </a:solidFill>
              </a:defRPr>
            </a:lvl5pPr>
            <a:lvl6pPr indent="-317500" lvl="5" marL="2743200" algn="l">
              <a:lnSpc>
                <a:spcPct val="105000"/>
              </a:lnSpc>
              <a:spcBef>
                <a:spcPts val="1000"/>
              </a:spcBef>
              <a:spcAft>
                <a:spcPts val="0"/>
              </a:spcAft>
              <a:buClr>
                <a:srgbClr val="FFFFFF"/>
              </a:buClr>
              <a:buSzPts val="1400"/>
              <a:buChar char="•"/>
              <a:defRPr b="1">
                <a:solidFill>
                  <a:srgbClr val="FFFFFF"/>
                </a:solidFill>
              </a:defRPr>
            </a:lvl6pPr>
            <a:lvl7pPr indent="-317500" lvl="6" marL="3200400" algn="l">
              <a:lnSpc>
                <a:spcPct val="105000"/>
              </a:lnSpc>
              <a:spcBef>
                <a:spcPts val="1000"/>
              </a:spcBef>
              <a:spcAft>
                <a:spcPts val="0"/>
              </a:spcAft>
              <a:buClr>
                <a:srgbClr val="FFFFFF"/>
              </a:buClr>
              <a:buSzPts val="1400"/>
              <a:buChar char="•"/>
              <a:defRPr b="1">
                <a:solidFill>
                  <a:srgbClr val="FFFFFF"/>
                </a:solidFill>
              </a:defRPr>
            </a:lvl7pPr>
            <a:lvl8pPr indent="-317500" lvl="7" marL="3657600" algn="l">
              <a:lnSpc>
                <a:spcPct val="105000"/>
              </a:lnSpc>
              <a:spcBef>
                <a:spcPts val="1000"/>
              </a:spcBef>
              <a:spcAft>
                <a:spcPts val="0"/>
              </a:spcAft>
              <a:buClr>
                <a:srgbClr val="FFFFFF"/>
              </a:buClr>
              <a:buSzPts val="1400"/>
              <a:buChar char="•"/>
              <a:defRPr b="1">
                <a:solidFill>
                  <a:srgbClr val="FFFFFF"/>
                </a:solidFill>
              </a:defRPr>
            </a:lvl8pPr>
            <a:lvl9pPr indent="-317500" lvl="8" marL="4114800" algn="l">
              <a:lnSpc>
                <a:spcPct val="105000"/>
              </a:lnSpc>
              <a:spcBef>
                <a:spcPts val="1000"/>
              </a:spcBef>
              <a:spcAft>
                <a:spcPts val="1000"/>
              </a:spcAft>
              <a:buClr>
                <a:srgbClr val="FFFFFF"/>
              </a:buClr>
              <a:buSzPts val="1400"/>
              <a:buChar char="•"/>
              <a:defRPr b="1">
                <a:solidFill>
                  <a:srgbClr val="FFFFFF"/>
                </a:solidFill>
              </a:defRPr>
            </a:lvl9pPr>
          </a:lstStyle>
          <a:p/>
        </p:txBody>
      </p:sp>
      <p:sp>
        <p:nvSpPr>
          <p:cNvPr id="1035" name="Google Shape;1035;p1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36" name="Google Shape;1036;p1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37" name="Google Shape;1037;p12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 2023 Snowflake Inc. All Rights Reserved</a:t>
            </a:r>
            <a:endParaRPr b="0" i="0" sz="600" u="none" cap="none" strike="noStrike">
              <a:solidFill>
                <a:srgbClr val="FFFFFF"/>
              </a:solidFill>
              <a:latin typeface="Arial"/>
              <a:ea typeface="Arial"/>
              <a:cs typeface="Arial"/>
              <a:sym typeface="Arial"/>
            </a:endParaRPr>
          </a:p>
        </p:txBody>
      </p:sp>
      <p:sp>
        <p:nvSpPr>
          <p:cNvPr id="1038" name="Google Shape;1038;p128"/>
          <p:cNvSpPr txBox="1"/>
          <p:nvPr>
            <p:ph idx="2" type="body"/>
          </p:nvPr>
        </p:nvSpPr>
        <p:spPr>
          <a:xfrm>
            <a:off x="365760" y="742950"/>
            <a:ext cx="2194500" cy="36576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Clr>
                <a:srgbClr val="FFFFFF"/>
              </a:buClr>
              <a:buSzPts val="1200"/>
              <a:buChar char="•"/>
              <a:defRPr sz="1200">
                <a:solidFill>
                  <a:srgbClr val="FFFFFF"/>
                </a:solidFill>
              </a:defRPr>
            </a:lvl1pPr>
            <a:lvl2pPr indent="-304800" lvl="1" marL="914400" algn="l">
              <a:lnSpc>
                <a:spcPct val="115000"/>
              </a:lnSpc>
              <a:spcBef>
                <a:spcPts val="1000"/>
              </a:spcBef>
              <a:spcAft>
                <a:spcPts val="0"/>
              </a:spcAft>
              <a:buClr>
                <a:srgbClr val="FFFFFF"/>
              </a:buClr>
              <a:buSzPts val="1200"/>
              <a:buChar char="•"/>
              <a:defRPr sz="1200">
                <a:solidFill>
                  <a:srgbClr val="FFFFFF"/>
                </a:solidFill>
              </a:defRPr>
            </a:lvl2pPr>
            <a:lvl3pPr indent="-304800" lvl="2" marL="1371600" algn="l">
              <a:lnSpc>
                <a:spcPct val="115000"/>
              </a:lnSpc>
              <a:spcBef>
                <a:spcPts val="1000"/>
              </a:spcBef>
              <a:spcAft>
                <a:spcPts val="0"/>
              </a:spcAft>
              <a:buClr>
                <a:srgbClr val="FFFFFF"/>
              </a:buClr>
              <a:buSzPts val="1200"/>
              <a:buChar char="•"/>
              <a:defRPr sz="1200">
                <a:solidFill>
                  <a:srgbClr val="FFFFFF"/>
                </a:solidFill>
              </a:defRPr>
            </a:lvl3pPr>
            <a:lvl4pPr indent="-304800" lvl="3" marL="1828800" algn="l">
              <a:lnSpc>
                <a:spcPct val="115000"/>
              </a:lnSpc>
              <a:spcBef>
                <a:spcPts val="1000"/>
              </a:spcBef>
              <a:spcAft>
                <a:spcPts val="0"/>
              </a:spcAft>
              <a:buClr>
                <a:srgbClr val="FFFFFF"/>
              </a:buClr>
              <a:buSzPts val="1200"/>
              <a:buChar char="•"/>
              <a:defRPr sz="1200">
                <a:solidFill>
                  <a:srgbClr val="FFFFFF"/>
                </a:solidFill>
              </a:defRPr>
            </a:lvl4pPr>
            <a:lvl5pPr indent="-304800" lvl="4" marL="2286000" algn="l">
              <a:lnSpc>
                <a:spcPct val="115000"/>
              </a:lnSpc>
              <a:spcBef>
                <a:spcPts val="1000"/>
              </a:spcBef>
              <a:spcAft>
                <a:spcPts val="0"/>
              </a:spcAft>
              <a:buClr>
                <a:srgbClr val="FFFFFF"/>
              </a:buClr>
              <a:buSzPts val="1200"/>
              <a:buChar char="•"/>
              <a:defRPr sz="1200">
                <a:solidFill>
                  <a:srgbClr val="FFFFFF"/>
                </a:solidFill>
              </a:defRPr>
            </a:lvl5pPr>
            <a:lvl6pPr indent="-304800" lvl="5" marL="2743200" algn="l">
              <a:lnSpc>
                <a:spcPct val="115000"/>
              </a:lnSpc>
              <a:spcBef>
                <a:spcPts val="1000"/>
              </a:spcBef>
              <a:spcAft>
                <a:spcPts val="0"/>
              </a:spcAft>
              <a:buClr>
                <a:srgbClr val="FFFFFF"/>
              </a:buClr>
              <a:buSzPts val="1200"/>
              <a:buChar char="•"/>
              <a:defRPr sz="1200">
                <a:solidFill>
                  <a:srgbClr val="FFFFFF"/>
                </a:solidFill>
              </a:defRPr>
            </a:lvl6pPr>
            <a:lvl7pPr indent="-304800" lvl="6" marL="3200400" algn="l">
              <a:lnSpc>
                <a:spcPct val="115000"/>
              </a:lnSpc>
              <a:spcBef>
                <a:spcPts val="1000"/>
              </a:spcBef>
              <a:spcAft>
                <a:spcPts val="0"/>
              </a:spcAft>
              <a:buClr>
                <a:srgbClr val="FFFFFF"/>
              </a:buClr>
              <a:buSzPts val="1200"/>
              <a:buChar char="•"/>
              <a:defRPr sz="1200">
                <a:solidFill>
                  <a:srgbClr val="FFFFFF"/>
                </a:solidFill>
              </a:defRPr>
            </a:lvl7pPr>
            <a:lvl8pPr indent="-304800" lvl="7" marL="3657600" algn="l">
              <a:lnSpc>
                <a:spcPct val="115000"/>
              </a:lnSpc>
              <a:spcBef>
                <a:spcPts val="1000"/>
              </a:spcBef>
              <a:spcAft>
                <a:spcPts val="0"/>
              </a:spcAft>
              <a:buClr>
                <a:srgbClr val="FFFFFF"/>
              </a:buClr>
              <a:buSzPts val="1200"/>
              <a:buChar char="•"/>
              <a:defRPr sz="1200">
                <a:solidFill>
                  <a:srgbClr val="FFFFFF"/>
                </a:solidFill>
              </a:defRPr>
            </a:lvl8pPr>
            <a:lvl9pPr indent="-304800" lvl="8" marL="4114800" algn="l">
              <a:lnSpc>
                <a:spcPct val="115000"/>
              </a:lnSpc>
              <a:spcBef>
                <a:spcPts val="1000"/>
              </a:spcBef>
              <a:spcAft>
                <a:spcPts val="1000"/>
              </a:spcAft>
              <a:buClr>
                <a:srgbClr val="FFFFFF"/>
              </a:buClr>
              <a:buSzPts val="1200"/>
              <a:buChar char="•"/>
              <a:defRPr sz="1200">
                <a:solidFill>
                  <a:srgbClr val="FFFFFF"/>
                </a:solidFill>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039" name="Shape 1039"/>
        <p:cNvGrpSpPr/>
        <p:nvPr/>
      </p:nvGrpSpPr>
      <p:grpSpPr>
        <a:xfrm>
          <a:off x="0" y="0"/>
          <a:ext cx="0" cy="0"/>
          <a:chOff x="0" y="0"/>
          <a:chExt cx="0" cy="0"/>
        </a:xfrm>
      </p:grpSpPr>
      <p:sp>
        <p:nvSpPr>
          <p:cNvPr id="1040" name="Google Shape;1040;p12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41" name="Google Shape;1041;p12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42" name="Google Shape;1042;p12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spTree>
      <p:nvGrpSpPr>
        <p:cNvPr id="1043" name="Shape 1043"/>
        <p:cNvGrpSpPr/>
        <p:nvPr/>
      </p:nvGrpSpPr>
      <p:grpSpPr>
        <a:xfrm>
          <a:off x="0" y="0"/>
          <a:ext cx="0" cy="0"/>
          <a:chOff x="0" y="0"/>
          <a:chExt cx="0" cy="0"/>
        </a:xfrm>
      </p:grpSpPr>
      <p:sp>
        <p:nvSpPr>
          <p:cNvPr id="1044" name="Google Shape;1044;p13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p:cSld name="Quote - Violet_1_1">
    <p:bg>
      <p:bgPr>
        <a:solidFill>
          <a:schemeClr val="dk2"/>
        </a:solidFill>
      </p:bgPr>
    </p:bg>
    <p:spTree>
      <p:nvGrpSpPr>
        <p:cNvPr id="1045" name="Shape 1045"/>
        <p:cNvGrpSpPr/>
        <p:nvPr/>
      </p:nvGrpSpPr>
      <p:grpSpPr>
        <a:xfrm>
          <a:off x="0" y="0"/>
          <a:ext cx="0" cy="0"/>
          <a:chOff x="0" y="0"/>
          <a:chExt cx="0" cy="0"/>
        </a:xfrm>
      </p:grpSpPr>
      <p:sp>
        <p:nvSpPr>
          <p:cNvPr id="1046" name="Google Shape;1046;p13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047" name="Google Shape;1047;p13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048" name="Google Shape;1048;p13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1049" name="Shape 1049"/>
        <p:cNvGrpSpPr/>
        <p:nvPr/>
      </p:nvGrpSpPr>
      <p:grpSpPr>
        <a:xfrm>
          <a:off x="0" y="0"/>
          <a:ext cx="0" cy="0"/>
          <a:chOff x="0" y="0"/>
          <a:chExt cx="0" cy="0"/>
        </a:xfrm>
      </p:grpSpPr>
      <p:sp>
        <p:nvSpPr>
          <p:cNvPr id="1050" name="Google Shape;1050;p13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051" name="Google Shape;1051;p13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052" name="Google Shape;1052;p13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53" name="Google Shape;1053;p13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054" name="Google Shape;1054;p132"/>
          <p:cNvGrpSpPr/>
          <p:nvPr/>
        </p:nvGrpSpPr>
        <p:grpSpPr>
          <a:xfrm>
            <a:off x="457209" y="474129"/>
            <a:ext cx="1177786" cy="857849"/>
            <a:chOff x="865451" y="2114550"/>
            <a:chExt cx="3399093" cy="2475755"/>
          </a:xfrm>
        </p:grpSpPr>
        <p:sp>
          <p:nvSpPr>
            <p:cNvPr id="1055" name="Google Shape;1055;p132"/>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56" name="Google Shape;1056;p132"/>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057" name="Google Shape;1057;p132"/>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urple">
  <p:cSld name="Quote - Violet_1_1_1_1">
    <p:bg>
      <p:bgPr>
        <a:solidFill>
          <a:schemeClr val="accent5"/>
        </a:solidFill>
      </p:bgPr>
    </p:bg>
    <p:spTree>
      <p:nvGrpSpPr>
        <p:cNvPr id="1058" name="Shape 1058"/>
        <p:cNvGrpSpPr/>
        <p:nvPr/>
      </p:nvGrpSpPr>
      <p:grpSpPr>
        <a:xfrm>
          <a:off x="0" y="0"/>
          <a:ext cx="0" cy="0"/>
          <a:chOff x="0" y="0"/>
          <a:chExt cx="0" cy="0"/>
        </a:xfrm>
      </p:grpSpPr>
      <p:sp>
        <p:nvSpPr>
          <p:cNvPr id="1059" name="Google Shape;1059;p13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060" name="Google Shape;1060;p13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061" name="Google Shape;1061;p13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62" name="Google Shape;1062;p13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63" name="Google Shape;1063;p133"/>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grpSp>
        <p:nvGrpSpPr>
          <p:cNvPr id="1064" name="Google Shape;1064;p133"/>
          <p:cNvGrpSpPr/>
          <p:nvPr/>
        </p:nvGrpSpPr>
        <p:grpSpPr>
          <a:xfrm>
            <a:off x="457209" y="474129"/>
            <a:ext cx="1177786" cy="857849"/>
            <a:chOff x="865451" y="2114550"/>
            <a:chExt cx="3399093" cy="2475755"/>
          </a:xfrm>
        </p:grpSpPr>
        <p:sp>
          <p:nvSpPr>
            <p:cNvPr id="1065" name="Google Shape;1065;p133"/>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rgbClr val="FFFFFF">
                <a:alpha val="36080"/>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6" name="Google Shape;1066;p133"/>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rgbClr val="FFFFFF">
                <a:alpha val="36080"/>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1067" name="Shape 1067"/>
        <p:cNvGrpSpPr/>
        <p:nvPr/>
      </p:nvGrpSpPr>
      <p:grpSpPr>
        <a:xfrm>
          <a:off x="0" y="0"/>
          <a:ext cx="0" cy="0"/>
          <a:chOff x="0" y="0"/>
          <a:chExt cx="0" cy="0"/>
        </a:xfrm>
      </p:grpSpPr>
      <p:sp>
        <p:nvSpPr>
          <p:cNvPr id="1068" name="Google Shape;1068;p134"/>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34"/>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70" name="Google Shape;1070;p13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071" name="Google Shape;1071;p13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72" name="Google Shape;1072;p13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2">
  <p:cSld name="CUSTOM_1">
    <p:spTree>
      <p:nvGrpSpPr>
        <p:cNvPr id="1073" name="Shape 1073"/>
        <p:cNvGrpSpPr/>
        <p:nvPr/>
      </p:nvGrpSpPr>
      <p:grpSpPr>
        <a:xfrm>
          <a:off x="0" y="0"/>
          <a:ext cx="0" cy="0"/>
          <a:chOff x="0" y="0"/>
          <a:chExt cx="0" cy="0"/>
        </a:xfrm>
      </p:grpSpPr>
      <p:sp>
        <p:nvSpPr>
          <p:cNvPr id="1074" name="Google Shape;1074;p135"/>
          <p:cNvSpPr/>
          <p:nvPr/>
        </p:nvSpPr>
        <p:spPr>
          <a:xfrm>
            <a:off x="0" y="1120200"/>
            <a:ext cx="9144000" cy="4023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35"/>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76" name="Google Shape;1076;p13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077" name="Google Shape;1077;p13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78" name="Google Shape;1078;p13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accent1"/>
        </a:solidFill>
      </p:bgPr>
    </p:bg>
    <p:spTree>
      <p:nvGrpSpPr>
        <p:cNvPr id="1079" name="Shape 1079"/>
        <p:cNvGrpSpPr/>
        <p:nvPr/>
      </p:nvGrpSpPr>
      <p:grpSpPr>
        <a:xfrm>
          <a:off x="0" y="0"/>
          <a:ext cx="0" cy="0"/>
          <a:chOff x="0" y="0"/>
          <a:chExt cx="0" cy="0"/>
        </a:xfrm>
      </p:grpSpPr>
      <p:sp>
        <p:nvSpPr>
          <p:cNvPr id="1080" name="Google Shape;1080;p136"/>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081" name="Google Shape;1081;p136"/>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6000"/>
              <a:buNone/>
              <a:defRPr b="1" sz="6000" cap="none">
                <a:solidFill>
                  <a:schemeClr val="dk1"/>
                </a:solidFill>
                <a:latin typeface="Arial"/>
                <a:ea typeface="Arial"/>
                <a:cs typeface="Arial"/>
                <a:sym typeface="Arial"/>
              </a:defRPr>
            </a:lvl1pPr>
            <a:lvl2pPr indent="-342900" lvl="1" marL="914400" algn="l">
              <a:lnSpc>
                <a:spcPct val="100000"/>
              </a:lnSpc>
              <a:spcBef>
                <a:spcPts val="1000"/>
              </a:spcBef>
              <a:spcAft>
                <a:spcPts val="0"/>
              </a:spcAft>
              <a:buClr>
                <a:schemeClr val="dk1"/>
              </a:buClr>
              <a:buSzPts val="1800"/>
              <a:buChar char="•"/>
              <a:defRPr>
                <a:solidFill>
                  <a:schemeClr val="dk1"/>
                </a:solidFill>
              </a:defRPr>
            </a:lvl2pPr>
            <a:lvl3pPr indent="-342900" lvl="2" marL="1371600" algn="l">
              <a:lnSpc>
                <a:spcPct val="100000"/>
              </a:lnSpc>
              <a:spcBef>
                <a:spcPts val="1000"/>
              </a:spcBef>
              <a:spcAft>
                <a:spcPts val="0"/>
              </a:spcAft>
              <a:buClr>
                <a:schemeClr val="dk1"/>
              </a:buClr>
              <a:buSzPts val="1800"/>
              <a:buChar char="•"/>
              <a:defRPr>
                <a:solidFill>
                  <a:schemeClr val="dk1"/>
                </a:solidFill>
              </a:defRPr>
            </a:lvl3pPr>
            <a:lvl4pPr indent="-342900" lvl="3" marL="1828800" algn="l">
              <a:lnSpc>
                <a:spcPct val="100000"/>
              </a:lnSpc>
              <a:spcBef>
                <a:spcPts val="1000"/>
              </a:spcBef>
              <a:spcAft>
                <a:spcPts val="0"/>
              </a:spcAft>
              <a:buClr>
                <a:schemeClr val="dk1"/>
              </a:buClr>
              <a:buSzPts val="1800"/>
              <a:buChar char="•"/>
              <a:defRPr>
                <a:solidFill>
                  <a:schemeClr val="dk1"/>
                </a:solidFill>
              </a:defRPr>
            </a:lvl4pPr>
            <a:lvl5pPr indent="-342900" lvl="4" marL="2286000" algn="l">
              <a:lnSpc>
                <a:spcPct val="100000"/>
              </a:lnSpc>
              <a:spcBef>
                <a:spcPts val="1000"/>
              </a:spcBef>
              <a:spcAft>
                <a:spcPts val="0"/>
              </a:spcAft>
              <a:buClr>
                <a:schemeClr val="dk1"/>
              </a:buClr>
              <a:buSzPts val="1800"/>
              <a:buChar char="•"/>
              <a:defRPr>
                <a:solidFill>
                  <a:schemeClr val="dk1"/>
                </a:solidFill>
              </a:defRPr>
            </a:lvl5pPr>
            <a:lvl6pPr indent="-342900" lvl="5" marL="2743200" algn="l">
              <a:lnSpc>
                <a:spcPct val="100000"/>
              </a:lnSpc>
              <a:spcBef>
                <a:spcPts val="1000"/>
              </a:spcBef>
              <a:spcAft>
                <a:spcPts val="0"/>
              </a:spcAft>
              <a:buClr>
                <a:schemeClr val="dk1"/>
              </a:buClr>
              <a:buSzPts val="1800"/>
              <a:buChar char="•"/>
              <a:defRPr>
                <a:solidFill>
                  <a:schemeClr val="dk1"/>
                </a:solidFill>
              </a:defRPr>
            </a:lvl6pPr>
            <a:lvl7pPr indent="-342900" lvl="6" marL="3200400" algn="l">
              <a:lnSpc>
                <a:spcPct val="100000"/>
              </a:lnSpc>
              <a:spcBef>
                <a:spcPts val="1000"/>
              </a:spcBef>
              <a:spcAft>
                <a:spcPts val="0"/>
              </a:spcAft>
              <a:buClr>
                <a:schemeClr val="dk1"/>
              </a:buClr>
              <a:buSzPts val="1800"/>
              <a:buChar char="•"/>
              <a:defRPr>
                <a:solidFill>
                  <a:schemeClr val="dk1"/>
                </a:solidFill>
              </a:defRPr>
            </a:lvl7pPr>
            <a:lvl8pPr indent="-342900" lvl="7" marL="3657600" algn="l">
              <a:lnSpc>
                <a:spcPct val="100000"/>
              </a:lnSpc>
              <a:spcBef>
                <a:spcPts val="1000"/>
              </a:spcBef>
              <a:spcAft>
                <a:spcPts val="0"/>
              </a:spcAft>
              <a:buClr>
                <a:schemeClr val="dk1"/>
              </a:buClr>
              <a:buSzPts val="1800"/>
              <a:buChar char="•"/>
              <a:defRPr>
                <a:solidFill>
                  <a:schemeClr val="dk1"/>
                </a:solidFill>
              </a:defRPr>
            </a:lvl8pPr>
            <a:lvl9pPr indent="-342900" lvl="8" marL="4114800" algn="l">
              <a:lnSpc>
                <a:spcPct val="100000"/>
              </a:lnSpc>
              <a:spcBef>
                <a:spcPts val="1000"/>
              </a:spcBef>
              <a:spcAft>
                <a:spcPts val="1000"/>
              </a:spcAft>
              <a:buClr>
                <a:schemeClr val="dk1"/>
              </a:buClr>
              <a:buSzPts val="1800"/>
              <a:buChar char="•"/>
              <a:defRPr>
                <a:solidFill>
                  <a:schemeClr val="dk1"/>
                </a:solidFill>
              </a:defRPr>
            </a:lvl9pPr>
          </a:lstStyle>
          <a:p/>
        </p:txBody>
      </p:sp>
      <p:sp>
        <p:nvSpPr>
          <p:cNvPr id="1082" name="Google Shape;1082;p136"/>
          <p:cNvSpPr/>
          <p:nvPr/>
        </p:nvSpPr>
        <p:spPr>
          <a:xfrm>
            <a:off x="5339725" y="975674"/>
            <a:ext cx="5477606" cy="52077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3608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83" name="Google Shape;1083;p136"/>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1">
  <p:cSld name="Data Cloud_1_1_1">
    <p:bg>
      <p:bgPr>
        <a:solidFill>
          <a:schemeClr val="accent1"/>
        </a:solidFill>
      </p:bgPr>
    </p:bg>
    <p:spTree>
      <p:nvGrpSpPr>
        <p:cNvPr id="1084" name="Shape 1084"/>
        <p:cNvGrpSpPr/>
        <p:nvPr/>
      </p:nvGrpSpPr>
      <p:grpSpPr>
        <a:xfrm>
          <a:off x="0" y="0"/>
          <a:ext cx="0" cy="0"/>
          <a:chOff x="0" y="0"/>
          <a:chExt cx="0" cy="0"/>
        </a:xfrm>
      </p:grpSpPr>
      <p:grpSp>
        <p:nvGrpSpPr>
          <p:cNvPr id="1085" name="Google Shape;1085;p137"/>
          <p:cNvGrpSpPr/>
          <p:nvPr/>
        </p:nvGrpSpPr>
        <p:grpSpPr>
          <a:xfrm>
            <a:off x="-10" y="3770440"/>
            <a:ext cx="9143997" cy="1371564"/>
            <a:chOff x="-10" y="3735321"/>
            <a:chExt cx="9139427" cy="1408177"/>
          </a:xfrm>
        </p:grpSpPr>
        <p:pic>
          <p:nvPicPr>
            <p:cNvPr id="1086" name="Google Shape;1086;p137"/>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087" name="Google Shape;1087;p137"/>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088" name="Google Shape;1088;p137"/>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089" name="Google Shape;1089;p137"/>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090" name="Google Shape;1090;p137"/>
          <p:cNvGrpSpPr/>
          <p:nvPr/>
        </p:nvGrpSpPr>
        <p:grpSpPr>
          <a:xfrm>
            <a:off x="-10" y="3770440"/>
            <a:ext cx="9143997" cy="1371564"/>
            <a:chOff x="-10" y="3735321"/>
            <a:chExt cx="9139427" cy="1408177"/>
          </a:xfrm>
        </p:grpSpPr>
        <p:pic>
          <p:nvPicPr>
            <p:cNvPr id="1091" name="Google Shape;1091;p137"/>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092" name="Google Shape;1092;p137"/>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093" name="Google Shape;1093;p137"/>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094" name="Google Shape;1094;p13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2023 Snowflake Inc. All Rights Reserved</a:t>
            </a:r>
            <a:endParaRPr b="0" i="0" sz="600" u="none" cap="none" strike="noStrike">
              <a:solidFill>
                <a:schemeClr val="dk1"/>
              </a:solidFill>
              <a:latin typeface="Arial"/>
              <a:ea typeface="Arial"/>
              <a:cs typeface="Arial"/>
              <a:sym typeface="Arial"/>
            </a:endParaRPr>
          </a:p>
        </p:txBody>
      </p:sp>
      <p:sp>
        <p:nvSpPr>
          <p:cNvPr id="1095" name="Google Shape;1095;p137"/>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096" name="Google Shape;1096;p13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097" name="Google Shape;1097;p13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098" name="Google Shape;1098;p13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099" name="Shape 1099"/>
        <p:cNvGrpSpPr/>
        <p:nvPr/>
      </p:nvGrpSpPr>
      <p:grpSpPr>
        <a:xfrm>
          <a:off x="0" y="0"/>
          <a:ext cx="0" cy="0"/>
          <a:chOff x="0" y="0"/>
          <a:chExt cx="0" cy="0"/>
        </a:xfrm>
      </p:grpSpPr>
      <p:grpSp>
        <p:nvGrpSpPr>
          <p:cNvPr id="1100" name="Google Shape;1100;p138"/>
          <p:cNvGrpSpPr/>
          <p:nvPr/>
        </p:nvGrpSpPr>
        <p:grpSpPr>
          <a:xfrm>
            <a:off x="-2" y="2914849"/>
            <a:ext cx="9143627" cy="2228425"/>
            <a:chOff x="-834856" y="2711517"/>
            <a:chExt cx="9978858" cy="2431981"/>
          </a:xfrm>
        </p:grpSpPr>
        <p:pic>
          <p:nvPicPr>
            <p:cNvPr id="1101" name="Google Shape;1101;p138"/>
            <p:cNvPicPr preferRelativeResize="0"/>
            <p:nvPr/>
          </p:nvPicPr>
          <p:blipFill rotWithShape="1">
            <a:blip r:embed="rId2">
              <a:alphaModFix amt="85000"/>
            </a:blip>
            <a:srcRect b="30780" l="45993" r="0" t="24708"/>
            <a:stretch/>
          </p:blipFill>
          <p:spPr>
            <a:xfrm>
              <a:off x="-834856" y="2711517"/>
              <a:ext cx="3540541" cy="2431980"/>
            </a:xfrm>
            <a:prstGeom prst="rect">
              <a:avLst/>
            </a:prstGeom>
            <a:noFill/>
            <a:ln>
              <a:noFill/>
            </a:ln>
          </p:spPr>
        </p:pic>
        <p:pic>
          <p:nvPicPr>
            <p:cNvPr id="1102" name="Google Shape;1102;p138"/>
            <p:cNvPicPr preferRelativeResize="0"/>
            <p:nvPr/>
          </p:nvPicPr>
          <p:blipFill rotWithShape="1">
            <a:blip r:embed="rId3">
              <a:alphaModFix amt="85000"/>
            </a:blip>
            <a:srcRect b="30783" l="0" r="1932" t="25272"/>
            <a:stretch/>
          </p:blipFill>
          <p:spPr>
            <a:xfrm>
              <a:off x="2715550" y="2742300"/>
              <a:ext cx="6428452" cy="2401198"/>
            </a:xfrm>
            <a:prstGeom prst="rect">
              <a:avLst/>
            </a:prstGeom>
            <a:noFill/>
            <a:ln>
              <a:noFill/>
            </a:ln>
          </p:spPr>
        </p:pic>
      </p:grpSp>
      <p:sp>
        <p:nvSpPr>
          <p:cNvPr id="1103" name="Google Shape;1103;p138"/>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04" name="Google Shape;1104;p13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2023 Snowflake Inc. All Rights Reserved</a:t>
            </a:r>
            <a:endParaRPr b="0" i="0" sz="600" u="none" cap="none" strike="noStrike">
              <a:solidFill>
                <a:schemeClr val="dk1"/>
              </a:solidFill>
              <a:latin typeface="Arial"/>
              <a:ea typeface="Arial"/>
              <a:cs typeface="Arial"/>
              <a:sym typeface="Arial"/>
            </a:endParaRPr>
          </a:p>
        </p:txBody>
      </p:sp>
      <p:sp>
        <p:nvSpPr>
          <p:cNvPr id="1105" name="Google Shape;1105;p138"/>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106" name="Google Shape;1106;p13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107" name="Google Shape;1107;p13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108" name="Google Shape;1108;p13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1109" name="Shape 1109"/>
        <p:cNvGrpSpPr/>
        <p:nvPr/>
      </p:nvGrpSpPr>
      <p:grpSpPr>
        <a:xfrm>
          <a:off x="0" y="0"/>
          <a:ext cx="0" cy="0"/>
          <a:chOff x="0" y="0"/>
          <a:chExt cx="0" cy="0"/>
        </a:xfrm>
      </p:grpSpPr>
      <p:grpSp>
        <p:nvGrpSpPr>
          <p:cNvPr id="1110" name="Google Shape;1110;p139"/>
          <p:cNvGrpSpPr/>
          <p:nvPr/>
        </p:nvGrpSpPr>
        <p:grpSpPr>
          <a:xfrm>
            <a:off x="-10" y="3770440"/>
            <a:ext cx="9143997" cy="1371564"/>
            <a:chOff x="-10" y="3735321"/>
            <a:chExt cx="9139427" cy="1408177"/>
          </a:xfrm>
        </p:grpSpPr>
        <p:pic>
          <p:nvPicPr>
            <p:cNvPr id="1111" name="Google Shape;1111;p139"/>
            <p:cNvPicPr preferRelativeResize="0"/>
            <p:nvPr/>
          </p:nvPicPr>
          <p:blipFill rotWithShape="1">
            <a:blip r:embed="rId2">
              <a:alphaModFix amt="72000"/>
            </a:blip>
            <a:srcRect b="0" l="0" r="0" t="0"/>
            <a:stretch/>
          </p:blipFill>
          <p:spPr>
            <a:xfrm>
              <a:off x="-10" y="3735321"/>
              <a:ext cx="3044952" cy="1408177"/>
            </a:xfrm>
            <a:prstGeom prst="rect">
              <a:avLst/>
            </a:prstGeom>
            <a:noFill/>
            <a:ln>
              <a:noFill/>
            </a:ln>
          </p:spPr>
        </p:pic>
        <p:pic>
          <p:nvPicPr>
            <p:cNvPr id="1112" name="Google Shape;1112;p139"/>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1113" name="Google Shape;1113;p139"/>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1114" name="Google Shape;1114;p139"/>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115" name="Google Shape;1115;p139"/>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116" name="Google Shape;1116;p13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_2">
    <p:bg>
      <p:bgPr>
        <a:solidFill>
          <a:schemeClr val="dk2"/>
        </a:solidFill>
      </p:bgPr>
    </p:bg>
    <p:spTree>
      <p:nvGrpSpPr>
        <p:cNvPr id="1117" name="Shape 1117"/>
        <p:cNvGrpSpPr/>
        <p:nvPr/>
      </p:nvGrpSpPr>
      <p:grpSpPr>
        <a:xfrm>
          <a:off x="0" y="0"/>
          <a:ext cx="0" cy="0"/>
          <a:chOff x="0" y="0"/>
          <a:chExt cx="0" cy="0"/>
        </a:xfrm>
      </p:grpSpPr>
      <p:sp>
        <p:nvSpPr>
          <p:cNvPr id="1118" name="Google Shape;1118;p14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119" name="Google Shape;1119;p14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120" name="Google Shape;1120;p14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1121" name="Google Shape;1121;p140"/>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122" name="Google Shape;1122;p140"/>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1123" name="Shape 1123"/>
        <p:cNvGrpSpPr/>
        <p:nvPr/>
      </p:nvGrpSpPr>
      <p:grpSpPr>
        <a:xfrm>
          <a:off x="0" y="0"/>
          <a:ext cx="0" cy="0"/>
          <a:chOff x="0" y="0"/>
          <a:chExt cx="0" cy="0"/>
        </a:xfrm>
      </p:grpSpPr>
      <p:sp>
        <p:nvSpPr>
          <p:cNvPr id="1124" name="Google Shape;1124;p14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125" name="Google Shape;1125;p14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126" name="Google Shape;1126;p14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1127" name="Google Shape;1127;p141"/>
          <p:cNvGrpSpPr/>
          <p:nvPr/>
        </p:nvGrpSpPr>
        <p:grpSpPr>
          <a:xfrm rot="-5400000">
            <a:off x="5223451" y="1196297"/>
            <a:ext cx="5164226" cy="2747928"/>
            <a:chOff x="1155183" y="3814094"/>
            <a:chExt cx="3118306" cy="1659276"/>
          </a:xfrm>
        </p:grpSpPr>
        <p:pic>
          <p:nvPicPr>
            <p:cNvPr id="1128" name="Google Shape;1128;p141"/>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1129" name="Google Shape;1129;p141"/>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1130" name="Shape 1130"/>
        <p:cNvGrpSpPr/>
        <p:nvPr/>
      </p:nvGrpSpPr>
      <p:grpSpPr>
        <a:xfrm>
          <a:off x="0" y="0"/>
          <a:ext cx="0" cy="0"/>
          <a:chOff x="0" y="0"/>
          <a:chExt cx="0" cy="0"/>
        </a:xfrm>
      </p:grpSpPr>
      <p:sp>
        <p:nvSpPr>
          <p:cNvPr id="1131" name="Google Shape;1131;p14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32" name="Google Shape;1132;p14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33" name="Google Shape;1133;p142"/>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134" name="Google Shape;1134;p142"/>
          <p:cNvSpPr txBox="1"/>
          <p:nvPr>
            <p:ph idx="1" type="subTitle"/>
          </p:nvPr>
        </p:nvSpPr>
        <p:spPr>
          <a:xfrm>
            <a:off x="365760" y="1122367"/>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135" name="Google Shape;1135;p14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4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137" name="Google Shape;1137;p142"/>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1138" name="Shape 1138"/>
        <p:cNvGrpSpPr/>
        <p:nvPr/>
      </p:nvGrpSpPr>
      <p:grpSpPr>
        <a:xfrm>
          <a:off x="0" y="0"/>
          <a:ext cx="0" cy="0"/>
          <a:chOff x="0" y="0"/>
          <a:chExt cx="0" cy="0"/>
        </a:xfrm>
      </p:grpSpPr>
      <p:grpSp>
        <p:nvGrpSpPr>
          <p:cNvPr id="1139" name="Google Shape;1139;p143"/>
          <p:cNvGrpSpPr/>
          <p:nvPr/>
        </p:nvGrpSpPr>
        <p:grpSpPr>
          <a:xfrm>
            <a:off x="3" y="3761953"/>
            <a:ext cx="9143997" cy="1371564"/>
            <a:chOff x="-10" y="3735321"/>
            <a:chExt cx="9139427" cy="1408177"/>
          </a:xfrm>
        </p:grpSpPr>
        <p:pic>
          <p:nvPicPr>
            <p:cNvPr id="1140" name="Google Shape;1140;p143"/>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1141" name="Google Shape;1141;p143"/>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1142" name="Google Shape;1142;p143"/>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1143" name="Google Shape;1143;p14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44" name="Google Shape;1144;p14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45" name="Google Shape;1145;p143"/>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146" name="Google Shape;1146;p143"/>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147" name="Google Shape;1147;p14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4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149" name="Google Shape;1149;p14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1150" name="Shape 1150"/>
        <p:cNvGrpSpPr/>
        <p:nvPr/>
      </p:nvGrpSpPr>
      <p:grpSpPr>
        <a:xfrm>
          <a:off x="0" y="0"/>
          <a:ext cx="0" cy="0"/>
          <a:chOff x="0" y="0"/>
          <a:chExt cx="0" cy="0"/>
        </a:xfrm>
      </p:grpSpPr>
      <p:grpSp>
        <p:nvGrpSpPr>
          <p:cNvPr id="1151" name="Google Shape;1151;p144"/>
          <p:cNvGrpSpPr/>
          <p:nvPr/>
        </p:nvGrpSpPr>
        <p:grpSpPr>
          <a:xfrm>
            <a:off x="0" y="4370576"/>
            <a:ext cx="9144001" cy="772925"/>
            <a:chOff x="0" y="4370576"/>
            <a:chExt cx="9144001" cy="772925"/>
          </a:xfrm>
        </p:grpSpPr>
        <p:pic>
          <p:nvPicPr>
            <p:cNvPr id="1152" name="Google Shape;1152;p144"/>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1153" name="Google Shape;1153;p144"/>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1154" name="Google Shape;1154;p144"/>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1155" name="Google Shape;1155;p14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56" name="Google Shape;1156;p14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57" name="Google Shape;1157;p144"/>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158" name="Google Shape;1158;p144"/>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159" name="Google Shape;1159;p14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14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161" name="Google Shape;1161;p14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1162" name="Shape 1162"/>
        <p:cNvGrpSpPr/>
        <p:nvPr/>
      </p:nvGrpSpPr>
      <p:grpSpPr>
        <a:xfrm>
          <a:off x="0" y="0"/>
          <a:ext cx="0" cy="0"/>
          <a:chOff x="0" y="0"/>
          <a:chExt cx="0" cy="0"/>
        </a:xfrm>
      </p:grpSpPr>
      <p:sp>
        <p:nvSpPr>
          <p:cNvPr id="1163" name="Google Shape;1163;p145"/>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164" name="Google Shape;1164;p14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165" name="Google Shape;1165;p14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66" name="Google Shape;1166;p14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167" name="Google Shape;1167;p145"/>
          <p:cNvGrpSpPr/>
          <p:nvPr/>
        </p:nvGrpSpPr>
        <p:grpSpPr>
          <a:xfrm>
            <a:off x="457209" y="474129"/>
            <a:ext cx="1177786" cy="857849"/>
            <a:chOff x="865451" y="2114550"/>
            <a:chExt cx="3399093" cy="2475755"/>
          </a:xfrm>
        </p:grpSpPr>
        <p:sp>
          <p:nvSpPr>
            <p:cNvPr id="1168" name="Google Shape;1168;p14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169" name="Google Shape;1169;p14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170" name="Google Shape;1170;p145"/>
          <p:cNvSpPr txBox="1"/>
          <p:nvPr>
            <p:ph idx="2" type="subTitle"/>
          </p:nvPr>
        </p:nvSpPr>
        <p:spPr>
          <a:xfrm>
            <a:off x="3017525" y="3999997"/>
            <a:ext cx="4206300" cy="6864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1171" name="Shape 1171"/>
        <p:cNvGrpSpPr/>
        <p:nvPr/>
      </p:nvGrpSpPr>
      <p:grpSpPr>
        <a:xfrm>
          <a:off x="0" y="0"/>
          <a:ext cx="0" cy="0"/>
          <a:chOff x="0" y="0"/>
          <a:chExt cx="0" cy="0"/>
        </a:xfrm>
      </p:grpSpPr>
      <p:sp>
        <p:nvSpPr>
          <p:cNvPr id="1172" name="Google Shape;1172;p14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200"/>
              <a:buNone/>
              <a:defRPr sz="4200" cap="none">
                <a:solidFill>
                  <a:schemeClr val="dk1"/>
                </a:solidFill>
              </a:defRPr>
            </a:lvl1pPr>
            <a:lvl2pPr indent="-342900" lvl="1" marL="914400" algn="l">
              <a:lnSpc>
                <a:spcPct val="100000"/>
              </a:lnSpc>
              <a:spcBef>
                <a:spcPts val="1000"/>
              </a:spcBef>
              <a:spcAft>
                <a:spcPts val="0"/>
              </a:spcAft>
              <a:buClr>
                <a:schemeClr val="dk1"/>
              </a:buClr>
              <a:buSzPts val="1800"/>
              <a:buChar char="•"/>
              <a:defRPr>
                <a:solidFill>
                  <a:schemeClr val="dk1"/>
                </a:solidFill>
              </a:defRPr>
            </a:lvl2pPr>
            <a:lvl3pPr indent="-342900" lvl="2" marL="1371600" algn="l">
              <a:lnSpc>
                <a:spcPct val="100000"/>
              </a:lnSpc>
              <a:spcBef>
                <a:spcPts val="1000"/>
              </a:spcBef>
              <a:spcAft>
                <a:spcPts val="0"/>
              </a:spcAft>
              <a:buClr>
                <a:schemeClr val="dk1"/>
              </a:buClr>
              <a:buSzPts val="1800"/>
              <a:buChar char="•"/>
              <a:defRPr>
                <a:solidFill>
                  <a:schemeClr val="dk1"/>
                </a:solidFill>
              </a:defRPr>
            </a:lvl3pPr>
            <a:lvl4pPr indent="-342900" lvl="3" marL="1828800" algn="l">
              <a:lnSpc>
                <a:spcPct val="100000"/>
              </a:lnSpc>
              <a:spcBef>
                <a:spcPts val="1000"/>
              </a:spcBef>
              <a:spcAft>
                <a:spcPts val="0"/>
              </a:spcAft>
              <a:buClr>
                <a:schemeClr val="dk1"/>
              </a:buClr>
              <a:buSzPts val="1800"/>
              <a:buChar char="•"/>
              <a:defRPr>
                <a:solidFill>
                  <a:schemeClr val="dk1"/>
                </a:solidFill>
              </a:defRPr>
            </a:lvl4pPr>
            <a:lvl5pPr indent="-342900" lvl="4" marL="2286000" algn="l">
              <a:lnSpc>
                <a:spcPct val="100000"/>
              </a:lnSpc>
              <a:spcBef>
                <a:spcPts val="1000"/>
              </a:spcBef>
              <a:spcAft>
                <a:spcPts val="0"/>
              </a:spcAft>
              <a:buClr>
                <a:schemeClr val="dk1"/>
              </a:buClr>
              <a:buSzPts val="1800"/>
              <a:buChar char="•"/>
              <a:defRPr>
                <a:solidFill>
                  <a:schemeClr val="dk1"/>
                </a:solidFill>
              </a:defRPr>
            </a:lvl5pPr>
            <a:lvl6pPr indent="-342900" lvl="5" marL="2743200" algn="l">
              <a:lnSpc>
                <a:spcPct val="100000"/>
              </a:lnSpc>
              <a:spcBef>
                <a:spcPts val="1000"/>
              </a:spcBef>
              <a:spcAft>
                <a:spcPts val="0"/>
              </a:spcAft>
              <a:buClr>
                <a:schemeClr val="dk1"/>
              </a:buClr>
              <a:buSzPts val="1800"/>
              <a:buChar char="•"/>
              <a:defRPr>
                <a:solidFill>
                  <a:schemeClr val="dk1"/>
                </a:solidFill>
              </a:defRPr>
            </a:lvl6pPr>
            <a:lvl7pPr indent="-342900" lvl="6" marL="3200400" algn="l">
              <a:lnSpc>
                <a:spcPct val="100000"/>
              </a:lnSpc>
              <a:spcBef>
                <a:spcPts val="1000"/>
              </a:spcBef>
              <a:spcAft>
                <a:spcPts val="0"/>
              </a:spcAft>
              <a:buClr>
                <a:schemeClr val="dk1"/>
              </a:buClr>
              <a:buSzPts val="1800"/>
              <a:buChar char="•"/>
              <a:defRPr>
                <a:solidFill>
                  <a:schemeClr val="dk1"/>
                </a:solidFill>
              </a:defRPr>
            </a:lvl7pPr>
            <a:lvl8pPr indent="-342900" lvl="7" marL="3657600" algn="l">
              <a:lnSpc>
                <a:spcPct val="100000"/>
              </a:lnSpc>
              <a:spcBef>
                <a:spcPts val="1000"/>
              </a:spcBef>
              <a:spcAft>
                <a:spcPts val="0"/>
              </a:spcAft>
              <a:buClr>
                <a:schemeClr val="dk1"/>
              </a:buClr>
              <a:buSzPts val="1800"/>
              <a:buChar char="•"/>
              <a:defRPr>
                <a:solidFill>
                  <a:schemeClr val="dk1"/>
                </a:solidFill>
              </a:defRPr>
            </a:lvl8pPr>
            <a:lvl9pPr indent="-342900" lvl="8" marL="4114800" algn="l">
              <a:lnSpc>
                <a:spcPct val="100000"/>
              </a:lnSpc>
              <a:spcBef>
                <a:spcPts val="1000"/>
              </a:spcBef>
              <a:spcAft>
                <a:spcPts val="1000"/>
              </a:spcAft>
              <a:buClr>
                <a:schemeClr val="dk1"/>
              </a:buClr>
              <a:buSzPts val="1800"/>
              <a:buChar char="•"/>
              <a:defRPr>
                <a:solidFill>
                  <a:schemeClr val="dk1"/>
                </a:solidFill>
              </a:defRPr>
            </a:lvl9pPr>
          </a:lstStyle>
          <a:p/>
        </p:txBody>
      </p:sp>
      <p:grpSp>
        <p:nvGrpSpPr>
          <p:cNvPr id="1173" name="Google Shape;1173;p146"/>
          <p:cNvGrpSpPr/>
          <p:nvPr/>
        </p:nvGrpSpPr>
        <p:grpSpPr>
          <a:xfrm>
            <a:off x="457209" y="474129"/>
            <a:ext cx="1177786" cy="857849"/>
            <a:chOff x="865451" y="2114550"/>
            <a:chExt cx="3399093" cy="2475755"/>
          </a:xfrm>
        </p:grpSpPr>
        <p:sp>
          <p:nvSpPr>
            <p:cNvPr id="1174" name="Google Shape;1174;p14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175" name="Google Shape;1175;p14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176" name="Google Shape;1176;p146"/>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600"/>
              <a:buNone/>
              <a:defRPr b="1" sz="1600">
                <a:solidFill>
                  <a:srgbClr val="5B5B5B"/>
                </a:solidFill>
              </a:defRPr>
            </a:lvl1pPr>
            <a:lvl2pPr lvl="1" algn="l">
              <a:lnSpc>
                <a:spcPct val="115000"/>
              </a:lnSpc>
              <a:spcBef>
                <a:spcPts val="1000"/>
              </a:spcBef>
              <a:spcAft>
                <a:spcPts val="0"/>
              </a:spcAft>
              <a:buClr>
                <a:srgbClr val="5B5B5B"/>
              </a:buClr>
              <a:buSzPts val="1800"/>
              <a:buNone/>
              <a:defRPr b="1">
                <a:solidFill>
                  <a:srgbClr val="5B5B5B"/>
                </a:solidFill>
              </a:defRPr>
            </a:lvl2pPr>
            <a:lvl3pPr lvl="2" algn="l">
              <a:lnSpc>
                <a:spcPct val="115000"/>
              </a:lnSpc>
              <a:spcBef>
                <a:spcPts val="1000"/>
              </a:spcBef>
              <a:spcAft>
                <a:spcPts val="0"/>
              </a:spcAft>
              <a:buClr>
                <a:srgbClr val="5B5B5B"/>
              </a:buClr>
              <a:buSzPts val="1400"/>
              <a:buNone/>
              <a:defRPr b="1">
                <a:solidFill>
                  <a:srgbClr val="5B5B5B"/>
                </a:solidFill>
              </a:defRPr>
            </a:lvl3pPr>
            <a:lvl4pPr lvl="3" algn="l">
              <a:lnSpc>
                <a:spcPct val="115000"/>
              </a:lnSpc>
              <a:spcBef>
                <a:spcPts val="1000"/>
              </a:spcBef>
              <a:spcAft>
                <a:spcPts val="0"/>
              </a:spcAft>
              <a:buClr>
                <a:srgbClr val="5B5B5B"/>
              </a:buClr>
              <a:buSzPts val="1400"/>
              <a:buNone/>
              <a:defRPr b="1">
                <a:solidFill>
                  <a:srgbClr val="5B5B5B"/>
                </a:solidFill>
              </a:defRPr>
            </a:lvl4pPr>
            <a:lvl5pPr lvl="4" algn="l">
              <a:lnSpc>
                <a:spcPct val="115000"/>
              </a:lnSpc>
              <a:spcBef>
                <a:spcPts val="1000"/>
              </a:spcBef>
              <a:spcAft>
                <a:spcPts val="0"/>
              </a:spcAft>
              <a:buClr>
                <a:srgbClr val="5B5B5B"/>
              </a:buClr>
              <a:buSzPts val="1400"/>
              <a:buNone/>
              <a:defRPr b="1">
                <a:solidFill>
                  <a:srgbClr val="5B5B5B"/>
                </a:solidFill>
              </a:defRPr>
            </a:lvl5pPr>
            <a:lvl6pPr lvl="5" algn="l">
              <a:lnSpc>
                <a:spcPct val="115000"/>
              </a:lnSpc>
              <a:spcBef>
                <a:spcPts val="1000"/>
              </a:spcBef>
              <a:spcAft>
                <a:spcPts val="0"/>
              </a:spcAft>
              <a:buClr>
                <a:srgbClr val="5B5B5B"/>
              </a:buClr>
              <a:buSzPts val="1400"/>
              <a:buNone/>
              <a:defRPr b="1">
                <a:solidFill>
                  <a:srgbClr val="5B5B5B"/>
                </a:solidFill>
              </a:defRPr>
            </a:lvl6pPr>
            <a:lvl7pPr lvl="6" algn="l">
              <a:lnSpc>
                <a:spcPct val="115000"/>
              </a:lnSpc>
              <a:spcBef>
                <a:spcPts val="1000"/>
              </a:spcBef>
              <a:spcAft>
                <a:spcPts val="0"/>
              </a:spcAft>
              <a:buClr>
                <a:srgbClr val="5B5B5B"/>
              </a:buClr>
              <a:buSzPts val="1400"/>
              <a:buNone/>
              <a:defRPr b="1">
                <a:solidFill>
                  <a:srgbClr val="5B5B5B"/>
                </a:solidFill>
              </a:defRPr>
            </a:lvl7pPr>
            <a:lvl8pPr lvl="7" algn="l">
              <a:lnSpc>
                <a:spcPct val="115000"/>
              </a:lnSpc>
              <a:spcBef>
                <a:spcPts val="1000"/>
              </a:spcBef>
              <a:spcAft>
                <a:spcPts val="0"/>
              </a:spcAft>
              <a:buClr>
                <a:srgbClr val="5B5B5B"/>
              </a:buClr>
              <a:buSzPts val="1400"/>
              <a:buNone/>
              <a:defRPr b="1">
                <a:solidFill>
                  <a:srgbClr val="5B5B5B"/>
                </a:solidFill>
              </a:defRPr>
            </a:lvl8pPr>
            <a:lvl9pPr lvl="8" algn="l">
              <a:lnSpc>
                <a:spcPct val="115000"/>
              </a:lnSpc>
              <a:spcBef>
                <a:spcPts val="1000"/>
              </a:spcBef>
              <a:spcAft>
                <a:spcPts val="1000"/>
              </a:spcAft>
              <a:buClr>
                <a:srgbClr val="5B5B5B"/>
              </a:buClr>
              <a:buSzPts val="1400"/>
              <a:buNone/>
              <a:defRPr b="1">
                <a:solidFill>
                  <a:srgbClr val="5B5B5B"/>
                </a:solidFill>
              </a:defRPr>
            </a:lvl9pPr>
          </a:lstStyle>
          <a:p/>
        </p:txBody>
      </p:sp>
      <p:sp>
        <p:nvSpPr>
          <p:cNvPr id="1177" name="Google Shape;1177;p14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78" name="Google Shape;1178;p14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79" name="Google Shape;1179;p14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1180" name="Shape 1180"/>
        <p:cNvGrpSpPr/>
        <p:nvPr/>
      </p:nvGrpSpPr>
      <p:grpSpPr>
        <a:xfrm>
          <a:off x="0" y="0"/>
          <a:ext cx="0" cy="0"/>
          <a:chOff x="0" y="0"/>
          <a:chExt cx="0" cy="0"/>
        </a:xfrm>
      </p:grpSpPr>
      <p:sp>
        <p:nvSpPr>
          <p:cNvPr id="1181" name="Google Shape;1181;p147"/>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182" name="Google Shape;1182;p147"/>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183" name="Google Shape;1183;p147"/>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grpSp>
        <p:nvGrpSpPr>
          <p:cNvPr id="1184" name="Google Shape;1184;p147"/>
          <p:cNvGrpSpPr/>
          <p:nvPr/>
        </p:nvGrpSpPr>
        <p:grpSpPr>
          <a:xfrm>
            <a:off x="-10" y="3770440"/>
            <a:ext cx="9143997" cy="1371564"/>
            <a:chOff x="-10" y="3735321"/>
            <a:chExt cx="9139427" cy="1408177"/>
          </a:xfrm>
        </p:grpSpPr>
        <p:pic>
          <p:nvPicPr>
            <p:cNvPr id="1185" name="Google Shape;1185;p147"/>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186" name="Google Shape;1186;p147"/>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187" name="Google Shape;1187;p147"/>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1">
  <p:cSld name="One Column Layout_2">
    <p:spTree>
      <p:nvGrpSpPr>
        <p:cNvPr id="1188" name="Shape 1188"/>
        <p:cNvGrpSpPr/>
        <p:nvPr/>
      </p:nvGrpSpPr>
      <p:grpSpPr>
        <a:xfrm>
          <a:off x="0" y="0"/>
          <a:ext cx="0" cy="0"/>
          <a:chOff x="0" y="0"/>
          <a:chExt cx="0" cy="0"/>
        </a:xfrm>
      </p:grpSpPr>
      <p:sp>
        <p:nvSpPr>
          <p:cNvPr id="1189" name="Google Shape;1189;p148"/>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190" name="Google Shape;1190;p148"/>
          <p:cNvGrpSpPr/>
          <p:nvPr/>
        </p:nvGrpSpPr>
        <p:grpSpPr>
          <a:xfrm>
            <a:off x="345152" y="4876022"/>
            <a:ext cx="135124" cy="133368"/>
            <a:chOff x="2940050" y="1514475"/>
            <a:chExt cx="4643437" cy="4583110"/>
          </a:xfrm>
        </p:grpSpPr>
        <p:sp>
          <p:nvSpPr>
            <p:cNvPr id="1191" name="Google Shape;1191;p148"/>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2" name="Google Shape;1192;p148"/>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3" name="Google Shape;1193;p148"/>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4" name="Google Shape;1194;p148"/>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5" name="Google Shape;1195;p148"/>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6" name="Google Shape;1196;p148"/>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7" name="Google Shape;1197;p148"/>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198" name="Google Shape;1198;p148"/>
          <p:cNvSpPr txBox="1"/>
          <p:nvPr>
            <p:ph idx="1" type="body"/>
          </p:nvPr>
        </p:nvSpPr>
        <p:spPr>
          <a:xfrm>
            <a:off x="314275" y="992624"/>
            <a:ext cx="8583900" cy="3785100"/>
          </a:xfrm>
          <a:prstGeom prst="rect">
            <a:avLst/>
          </a:prstGeom>
          <a:noFill/>
          <a:ln>
            <a:noFill/>
          </a:ln>
        </p:spPr>
        <p:txBody>
          <a:bodyPr anchorCtr="0" anchor="t" bIns="34275" lIns="68575" spcFirstLastPara="1" rIns="68575" wrap="square" tIns="34275">
            <a:spAutoFit/>
          </a:bodyPr>
          <a:lstStyle>
            <a:lvl1pPr indent="-228600" lvl="0" marL="457200" marR="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199" name="Google Shape;1199;p148"/>
          <p:cNvSpPr txBox="1"/>
          <p:nvPr>
            <p:ph idx="2" type="body"/>
          </p:nvPr>
        </p:nvSpPr>
        <p:spPr>
          <a:xfrm>
            <a:off x="302895" y="384572"/>
            <a:ext cx="8589600" cy="543000"/>
          </a:xfrm>
          <a:prstGeom prst="rect">
            <a:avLst/>
          </a:prstGeom>
          <a:noFill/>
          <a:ln>
            <a:noFill/>
          </a:ln>
        </p:spPr>
        <p:txBody>
          <a:bodyPr anchorCtr="0" anchor="b" bIns="34275" lIns="68575" spcFirstLastPara="1" rIns="68575" wrap="square" tIns="34275">
            <a:sp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00" name="Google Shape;1200;p148"/>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01" name="Google Shape;1201;p148"/>
          <p:cNvGrpSpPr/>
          <p:nvPr/>
        </p:nvGrpSpPr>
        <p:grpSpPr>
          <a:xfrm>
            <a:off x="345152" y="4876022"/>
            <a:ext cx="135124" cy="133368"/>
            <a:chOff x="2940050" y="1514475"/>
            <a:chExt cx="4643437" cy="4583110"/>
          </a:xfrm>
        </p:grpSpPr>
        <p:sp>
          <p:nvSpPr>
            <p:cNvPr id="1202" name="Google Shape;1202;p148"/>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3" name="Google Shape;1203;p148"/>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4" name="Google Shape;1204;p148"/>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5" name="Google Shape;1205;p148"/>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6" name="Google Shape;1206;p148"/>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7" name="Google Shape;1207;p148"/>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8" name="Google Shape;1208;p148"/>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09" name="Google Shape;1209;p148"/>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10" name="Google Shape;1210;p148"/>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2">
  <p:cSld name="One Column Layout_3">
    <p:spTree>
      <p:nvGrpSpPr>
        <p:cNvPr id="1211" name="Shape 1211"/>
        <p:cNvGrpSpPr/>
        <p:nvPr/>
      </p:nvGrpSpPr>
      <p:grpSpPr>
        <a:xfrm>
          <a:off x="0" y="0"/>
          <a:ext cx="0" cy="0"/>
          <a:chOff x="0" y="0"/>
          <a:chExt cx="0" cy="0"/>
        </a:xfrm>
      </p:grpSpPr>
      <p:sp>
        <p:nvSpPr>
          <p:cNvPr id="1212" name="Google Shape;1212;p149"/>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213" name="Google Shape;1213;p149"/>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214" name="Google Shape;1214;p149"/>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
        <p:nvSpPr>
          <p:cNvPr id="1215" name="Google Shape;1215;p149"/>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16" name="Google Shape;1216;p14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4">
    <p:spTree>
      <p:nvGrpSpPr>
        <p:cNvPr id="1217" name="Shape 1217"/>
        <p:cNvGrpSpPr/>
        <p:nvPr/>
      </p:nvGrpSpPr>
      <p:grpSpPr>
        <a:xfrm>
          <a:off x="0" y="0"/>
          <a:ext cx="0" cy="0"/>
          <a:chOff x="0" y="0"/>
          <a:chExt cx="0" cy="0"/>
        </a:xfrm>
      </p:grpSpPr>
      <p:sp>
        <p:nvSpPr>
          <p:cNvPr id="1218" name="Google Shape;1218;p150"/>
          <p:cNvSpPr/>
          <p:nvPr/>
        </p:nvSpPr>
        <p:spPr>
          <a:xfrm>
            <a:off x="345195" y="4876043"/>
            <a:ext cx="143191" cy="130301"/>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19" name="Google Shape;1219;p150"/>
          <p:cNvSpPr txBox="1"/>
          <p:nvPr>
            <p:ph idx="1" type="body"/>
          </p:nvPr>
        </p:nvSpPr>
        <p:spPr>
          <a:xfrm>
            <a:off x="277178" y="222662"/>
            <a:ext cx="8589600" cy="704700"/>
          </a:xfrm>
          <a:prstGeom prst="rect">
            <a:avLst/>
          </a:prstGeom>
          <a:noFill/>
          <a:ln>
            <a:noFill/>
          </a:ln>
        </p:spPr>
        <p:txBody>
          <a:bodyPr anchorCtr="0" anchor="b" bIns="45700" lIns="91425" spcFirstLastPara="1" rIns="91425" wrap="square" tIns="45700">
            <a:spAutoFit/>
          </a:bodyPr>
          <a:lstStyle>
            <a:lvl1pPr indent="-228600" lvl="0" marL="457200" algn="ctr">
              <a:lnSpc>
                <a:spcPct val="90000"/>
              </a:lnSpc>
              <a:spcBef>
                <a:spcPts val="750"/>
              </a:spcBef>
              <a:spcAft>
                <a:spcPts val="0"/>
              </a:spcAft>
              <a:buClr>
                <a:schemeClr val="dk1"/>
              </a:buClr>
              <a:buSzPts val="2700"/>
              <a:buNone/>
              <a:defRPr b="1" i="0" sz="2700" cap="none">
                <a:latin typeface="Arial"/>
                <a:ea typeface="Arial"/>
                <a:cs typeface="Arial"/>
                <a:sym typeface="Aria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220" name="Google Shape;1220;p150"/>
          <p:cNvSpPr txBox="1"/>
          <p:nvPr>
            <p:ph idx="2" type="body"/>
          </p:nvPr>
        </p:nvSpPr>
        <p:spPr>
          <a:xfrm>
            <a:off x="271344" y="943213"/>
            <a:ext cx="8601300" cy="294900"/>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221" name="Google Shape;1221;p150"/>
          <p:cNvSpPr/>
          <p:nvPr/>
        </p:nvSpPr>
        <p:spPr>
          <a:xfrm>
            <a:off x="565331" y="4898914"/>
            <a:ext cx="18690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1222" name="Google Shape;1222;p150"/>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3">
  <p:cSld name="One Column Layout_4">
    <p:spTree>
      <p:nvGrpSpPr>
        <p:cNvPr id="1223" name="Shape 1223"/>
        <p:cNvGrpSpPr/>
        <p:nvPr/>
      </p:nvGrpSpPr>
      <p:grpSpPr>
        <a:xfrm>
          <a:off x="0" y="0"/>
          <a:ext cx="0" cy="0"/>
          <a:chOff x="0" y="0"/>
          <a:chExt cx="0" cy="0"/>
        </a:xfrm>
      </p:grpSpPr>
      <p:sp>
        <p:nvSpPr>
          <p:cNvPr id="1224" name="Google Shape;1224;p151"/>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225" name="Google Shape;1225;p151"/>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226" name="Google Shape;1226;p151"/>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1227" name="Google Shape;1227;p151"/>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28" name="Google Shape;1228;p15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4">
  <p:cSld name="One Column Layout_5">
    <p:spTree>
      <p:nvGrpSpPr>
        <p:cNvPr id="1229" name="Shape 1229"/>
        <p:cNvGrpSpPr/>
        <p:nvPr/>
      </p:nvGrpSpPr>
      <p:grpSpPr>
        <a:xfrm>
          <a:off x="0" y="0"/>
          <a:ext cx="0" cy="0"/>
          <a:chOff x="0" y="0"/>
          <a:chExt cx="0" cy="0"/>
        </a:xfrm>
      </p:grpSpPr>
      <p:sp>
        <p:nvSpPr>
          <p:cNvPr id="1230" name="Google Shape;1230;p152"/>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31" name="Google Shape;1231;p152"/>
          <p:cNvGrpSpPr/>
          <p:nvPr/>
        </p:nvGrpSpPr>
        <p:grpSpPr>
          <a:xfrm>
            <a:off x="345152" y="4876022"/>
            <a:ext cx="135124" cy="133368"/>
            <a:chOff x="2940050" y="1514475"/>
            <a:chExt cx="4643437" cy="4583110"/>
          </a:xfrm>
        </p:grpSpPr>
        <p:sp>
          <p:nvSpPr>
            <p:cNvPr id="1232" name="Google Shape;1232;p15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3" name="Google Shape;1233;p15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4" name="Google Shape;1234;p15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5" name="Google Shape;1235;p15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6" name="Google Shape;1236;p15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7" name="Google Shape;1237;p15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8" name="Google Shape;1238;p15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39" name="Google Shape;1239;p152"/>
          <p:cNvSpPr txBox="1"/>
          <p:nvPr>
            <p:ph idx="1" type="body"/>
          </p:nvPr>
        </p:nvSpPr>
        <p:spPr>
          <a:xfrm>
            <a:off x="314275" y="992624"/>
            <a:ext cx="8583900" cy="3785100"/>
          </a:xfrm>
          <a:prstGeom prst="rect">
            <a:avLst/>
          </a:prstGeom>
          <a:noFill/>
          <a:ln>
            <a:noFill/>
          </a:ln>
        </p:spPr>
        <p:txBody>
          <a:bodyPr anchorCtr="0" anchor="t" bIns="34275" lIns="68575" spcFirstLastPara="1" rIns="68575" wrap="square" tIns="34275">
            <a:spAutoFit/>
          </a:bodyPr>
          <a:lstStyle>
            <a:lvl1pPr indent="-228600" lvl="0" marL="457200" marR="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40" name="Google Shape;1240;p152"/>
          <p:cNvSpPr txBox="1"/>
          <p:nvPr>
            <p:ph idx="2" type="body"/>
          </p:nvPr>
        </p:nvSpPr>
        <p:spPr>
          <a:xfrm>
            <a:off x="302895" y="384572"/>
            <a:ext cx="8589600" cy="543000"/>
          </a:xfrm>
          <a:prstGeom prst="rect">
            <a:avLst/>
          </a:prstGeom>
          <a:noFill/>
          <a:ln>
            <a:noFill/>
          </a:ln>
        </p:spPr>
        <p:txBody>
          <a:bodyPr anchorCtr="0" anchor="b" bIns="34275" lIns="68575" spcFirstLastPara="1" rIns="68575" wrap="square" tIns="34275">
            <a:sp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41" name="Google Shape;1241;p152"/>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42" name="Google Shape;1242;p152"/>
          <p:cNvGrpSpPr/>
          <p:nvPr/>
        </p:nvGrpSpPr>
        <p:grpSpPr>
          <a:xfrm>
            <a:off x="345152" y="4876022"/>
            <a:ext cx="135124" cy="133368"/>
            <a:chOff x="2940050" y="1514475"/>
            <a:chExt cx="4643437" cy="4583110"/>
          </a:xfrm>
        </p:grpSpPr>
        <p:sp>
          <p:nvSpPr>
            <p:cNvPr id="1243" name="Google Shape;1243;p15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4" name="Google Shape;1244;p15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5" name="Google Shape;1245;p15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6" name="Google Shape;1246;p15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7" name="Google Shape;1247;p15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8" name="Google Shape;1248;p15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9" name="Google Shape;1249;p15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50" name="Google Shape;1250;p152"/>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51" name="Google Shape;1251;p152"/>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5">
  <p:cSld name="One Column Layout_6">
    <p:spTree>
      <p:nvGrpSpPr>
        <p:cNvPr id="1252" name="Shape 1252"/>
        <p:cNvGrpSpPr/>
        <p:nvPr/>
      </p:nvGrpSpPr>
      <p:grpSpPr>
        <a:xfrm>
          <a:off x="0" y="0"/>
          <a:ext cx="0" cy="0"/>
          <a:chOff x="0" y="0"/>
          <a:chExt cx="0" cy="0"/>
        </a:xfrm>
      </p:grpSpPr>
      <p:sp>
        <p:nvSpPr>
          <p:cNvPr id="1253" name="Google Shape;1253;p153"/>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54" name="Google Shape;1254;p153"/>
          <p:cNvGrpSpPr/>
          <p:nvPr/>
        </p:nvGrpSpPr>
        <p:grpSpPr>
          <a:xfrm>
            <a:off x="345152" y="4876022"/>
            <a:ext cx="135124" cy="133368"/>
            <a:chOff x="2940050" y="1514475"/>
            <a:chExt cx="4643437" cy="4583110"/>
          </a:xfrm>
        </p:grpSpPr>
        <p:sp>
          <p:nvSpPr>
            <p:cNvPr id="1255" name="Google Shape;1255;p153"/>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56" name="Google Shape;1256;p153"/>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57" name="Google Shape;1257;p153"/>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58" name="Google Shape;1258;p153"/>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59" name="Google Shape;1259;p153"/>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0" name="Google Shape;1260;p153"/>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1" name="Google Shape;1261;p153"/>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62" name="Google Shape;1262;p153"/>
          <p:cNvSpPr txBox="1"/>
          <p:nvPr>
            <p:ph idx="1" type="body"/>
          </p:nvPr>
        </p:nvSpPr>
        <p:spPr>
          <a:xfrm>
            <a:off x="314275" y="992624"/>
            <a:ext cx="8583900" cy="3785100"/>
          </a:xfrm>
          <a:prstGeom prst="rect">
            <a:avLst/>
          </a:prstGeom>
          <a:noFill/>
          <a:ln>
            <a:noFill/>
          </a:ln>
        </p:spPr>
        <p:txBody>
          <a:bodyPr anchorCtr="0" anchor="t" bIns="34275" lIns="68575" spcFirstLastPara="1" rIns="68575" wrap="square" tIns="34275">
            <a:spAutoFit/>
          </a:bodyPr>
          <a:lstStyle>
            <a:lvl1pPr indent="-228600" lvl="0" marL="457200" marR="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63" name="Google Shape;1263;p153"/>
          <p:cNvSpPr txBox="1"/>
          <p:nvPr>
            <p:ph idx="2" type="body"/>
          </p:nvPr>
        </p:nvSpPr>
        <p:spPr>
          <a:xfrm>
            <a:off x="302895" y="384572"/>
            <a:ext cx="8589600" cy="543000"/>
          </a:xfrm>
          <a:prstGeom prst="rect">
            <a:avLst/>
          </a:prstGeom>
          <a:noFill/>
          <a:ln>
            <a:noFill/>
          </a:ln>
        </p:spPr>
        <p:txBody>
          <a:bodyPr anchorCtr="0" anchor="b" bIns="34275" lIns="68575" spcFirstLastPara="1" rIns="68575" wrap="square" tIns="34275">
            <a:sp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64" name="Google Shape;1264;p153"/>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65" name="Google Shape;1265;p153"/>
          <p:cNvGrpSpPr/>
          <p:nvPr/>
        </p:nvGrpSpPr>
        <p:grpSpPr>
          <a:xfrm>
            <a:off x="345152" y="4876022"/>
            <a:ext cx="135124" cy="133368"/>
            <a:chOff x="2940050" y="1514475"/>
            <a:chExt cx="4643437" cy="4583110"/>
          </a:xfrm>
        </p:grpSpPr>
        <p:sp>
          <p:nvSpPr>
            <p:cNvPr id="1266" name="Google Shape;1266;p153"/>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7" name="Google Shape;1267;p153"/>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8" name="Google Shape;1268;p153"/>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9" name="Google Shape;1269;p153"/>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70" name="Google Shape;1270;p153"/>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71" name="Google Shape;1271;p153"/>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72" name="Google Shape;1272;p153"/>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73" name="Google Shape;1273;p153"/>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74" name="Google Shape;1274;p153"/>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6">
  <p:cSld name="One Column Layout_7">
    <p:spTree>
      <p:nvGrpSpPr>
        <p:cNvPr id="1275" name="Shape 1275"/>
        <p:cNvGrpSpPr/>
        <p:nvPr/>
      </p:nvGrpSpPr>
      <p:grpSpPr>
        <a:xfrm>
          <a:off x="0" y="0"/>
          <a:ext cx="0" cy="0"/>
          <a:chOff x="0" y="0"/>
          <a:chExt cx="0" cy="0"/>
        </a:xfrm>
      </p:grpSpPr>
      <p:sp>
        <p:nvSpPr>
          <p:cNvPr id="1276" name="Google Shape;1276;p154"/>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77" name="Google Shape;1277;p154"/>
          <p:cNvGrpSpPr/>
          <p:nvPr/>
        </p:nvGrpSpPr>
        <p:grpSpPr>
          <a:xfrm>
            <a:off x="345152" y="4876022"/>
            <a:ext cx="135124" cy="133368"/>
            <a:chOff x="2940050" y="1514475"/>
            <a:chExt cx="4643437" cy="4583110"/>
          </a:xfrm>
        </p:grpSpPr>
        <p:sp>
          <p:nvSpPr>
            <p:cNvPr id="1278" name="Google Shape;1278;p154"/>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79" name="Google Shape;1279;p154"/>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80" name="Google Shape;1280;p154"/>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81" name="Google Shape;1281;p154"/>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82" name="Google Shape;1282;p154"/>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83" name="Google Shape;1283;p154"/>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84" name="Google Shape;1284;p154"/>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85" name="Google Shape;1285;p154"/>
          <p:cNvSpPr txBox="1"/>
          <p:nvPr>
            <p:ph idx="1" type="body"/>
          </p:nvPr>
        </p:nvSpPr>
        <p:spPr>
          <a:xfrm>
            <a:off x="314275" y="992624"/>
            <a:ext cx="8583900" cy="3785100"/>
          </a:xfrm>
          <a:prstGeom prst="rect">
            <a:avLst/>
          </a:prstGeom>
          <a:noFill/>
          <a:ln>
            <a:noFill/>
          </a:ln>
        </p:spPr>
        <p:txBody>
          <a:bodyPr anchorCtr="0" anchor="t" bIns="34275" lIns="68575" spcFirstLastPara="1" rIns="68575" wrap="square" tIns="34275">
            <a:spAutoFit/>
          </a:bodyPr>
          <a:lstStyle>
            <a:lvl1pPr indent="-228600" lvl="0" marL="457200" marR="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86" name="Google Shape;1286;p154"/>
          <p:cNvSpPr txBox="1"/>
          <p:nvPr>
            <p:ph idx="2" type="body"/>
          </p:nvPr>
        </p:nvSpPr>
        <p:spPr>
          <a:xfrm>
            <a:off x="302895" y="384572"/>
            <a:ext cx="8589600" cy="543000"/>
          </a:xfrm>
          <a:prstGeom prst="rect">
            <a:avLst/>
          </a:prstGeom>
          <a:noFill/>
          <a:ln>
            <a:noFill/>
          </a:ln>
        </p:spPr>
        <p:txBody>
          <a:bodyPr anchorCtr="0" anchor="b" bIns="34275" lIns="68575" spcFirstLastPara="1" rIns="68575" wrap="square" tIns="34275">
            <a:sp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10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1000"/>
              </a:spcBef>
              <a:spcAft>
                <a:spcPts val="10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87" name="Google Shape;1287;p154"/>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88" name="Google Shape;1288;p154"/>
          <p:cNvGrpSpPr/>
          <p:nvPr/>
        </p:nvGrpSpPr>
        <p:grpSpPr>
          <a:xfrm>
            <a:off x="345152" y="4876022"/>
            <a:ext cx="135124" cy="133368"/>
            <a:chOff x="2940050" y="1514475"/>
            <a:chExt cx="4643437" cy="4583110"/>
          </a:xfrm>
        </p:grpSpPr>
        <p:sp>
          <p:nvSpPr>
            <p:cNvPr id="1289" name="Google Shape;1289;p154"/>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0" name="Google Shape;1290;p154"/>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1" name="Google Shape;1291;p154"/>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2" name="Google Shape;1292;p154"/>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3" name="Google Shape;1293;p154"/>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4" name="Google Shape;1294;p154"/>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5" name="Google Shape;1295;p154"/>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296" name="Google Shape;1296;p154"/>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97" name="Google Shape;1297;p154"/>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1">
  <p:cSld name="Multi-use layout_5">
    <p:spTree>
      <p:nvGrpSpPr>
        <p:cNvPr id="1298" name="Shape 1298"/>
        <p:cNvGrpSpPr/>
        <p:nvPr/>
      </p:nvGrpSpPr>
      <p:grpSpPr>
        <a:xfrm>
          <a:off x="0" y="0"/>
          <a:ext cx="0" cy="0"/>
          <a:chOff x="0" y="0"/>
          <a:chExt cx="0" cy="0"/>
        </a:xfrm>
      </p:grpSpPr>
      <p:sp>
        <p:nvSpPr>
          <p:cNvPr id="1299" name="Google Shape;1299;p155"/>
          <p:cNvSpPr/>
          <p:nvPr/>
        </p:nvSpPr>
        <p:spPr>
          <a:xfrm>
            <a:off x="345195" y="4876043"/>
            <a:ext cx="143191" cy="130301"/>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300" name="Google Shape;1300;p155"/>
          <p:cNvSpPr txBox="1"/>
          <p:nvPr>
            <p:ph idx="1" type="body"/>
          </p:nvPr>
        </p:nvSpPr>
        <p:spPr>
          <a:xfrm>
            <a:off x="277178" y="222662"/>
            <a:ext cx="8589600" cy="704700"/>
          </a:xfrm>
          <a:prstGeom prst="rect">
            <a:avLst/>
          </a:prstGeom>
          <a:noFill/>
          <a:ln>
            <a:noFill/>
          </a:ln>
        </p:spPr>
        <p:txBody>
          <a:bodyPr anchorCtr="0" anchor="b" bIns="45700" lIns="91425" spcFirstLastPara="1" rIns="91425" wrap="square" tIns="45700">
            <a:spAutoFit/>
          </a:bodyPr>
          <a:lstStyle>
            <a:lvl1pPr indent="-228600" lvl="0" marL="457200" algn="ctr">
              <a:lnSpc>
                <a:spcPct val="90000"/>
              </a:lnSpc>
              <a:spcBef>
                <a:spcPts val="750"/>
              </a:spcBef>
              <a:spcAft>
                <a:spcPts val="0"/>
              </a:spcAft>
              <a:buClr>
                <a:schemeClr val="dk1"/>
              </a:buClr>
              <a:buSzPts val="2700"/>
              <a:buNone/>
              <a:defRPr b="1" i="0" sz="2700" cap="none">
                <a:latin typeface="Arial"/>
                <a:ea typeface="Arial"/>
                <a:cs typeface="Arial"/>
                <a:sym typeface="Aria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301" name="Google Shape;1301;p155"/>
          <p:cNvSpPr txBox="1"/>
          <p:nvPr>
            <p:ph idx="2" type="body"/>
          </p:nvPr>
        </p:nvSpPr>
        <p:spPr>
          <a:xfrm>
            <a:off x="271344" y="943213"/>
            <a:ext cx="8601300" cy="294900"/>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1302" name="Google Shape;1302;p155"/>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03" name="Google Shape;1303;p155"/>
          <p:cNvSpPr/>
          <p:nvPr/>
        </p:nvSpPr>
        <p:spPr>
          <a:xfrm>
            <a:off x="565331" y="4898914"/>
            <a:ext cx="18690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1304" name="Shape 1304"/>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1">
  <p:cSld name="Multi-use layout_10">
    <p:spTree>
      <p:nvGrpSpPr>
        <p:cNvPr id="1305" name="Shape 1305"/>
        <p:cNvGrpSpPr/>
        <p:nvPr/>
      </p:nvGrpSpPr>
      <p:grpSpPr>
        <a:xfrm>
          <a:off x="0" y="0"/>
          <a:ext cx="0" cy="0"/>
          <a:chOff x="0" y="0"/>
          <a:chExt cx="0" cy="0"/>
        </a:xfrm>
      </p:grpSpPr>
      <p:sp>
        <p:nvSpPr>
          <p:cNvPr id="1306" name="Google Shape;1306;p15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307" name="Google Shape;1307;p15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08" name="Google Shape;1308;p15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1309" name="Google Shape;1309;p15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10" name="Google Shape;1310;p15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311" name="Google Shape;1311;p15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57"/>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
        <p:nvSpPr>
          <p:cNvPr id="1313" name="Google Shape;1313;p157"/>
          <p:cNvSpPr/>
          <p:nvPr/>
        </p:nvSpPr>
        <p:spPr>
          <a:xfrm>
            <a:off x="5770325" y="-8325"/>
            <a:ext cx="3372000" cy="5151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1">
  <p:cSld name="Multi-use layout w/ Dotted Lines 01">
    <p:spTree>
      <p:nvGrpSpPr>
        <p:cNvPr id="1314" name="Shape 1314"/>
        <p:cNvGrpSpPr/>
        <p:nvPr/>
      </p:nvGrpSpPr>
      <p:grpSpPr>
        <a:xfrm>
          <a:off x="0" y="0"/>
          <a:ext cx="0" cy="0"/>
          <a:chOff x="0" y="0"/>
          <a:chExt cx="0" cy="0"/>
        </a:xfrm>
      </p:grpSpPr>
      <p:sp>
        <p:nvSpPr>
          <p:cNvPr id="1315" name="Google Shape;1315;p15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16" name="Google Shape;1316;p158"/>
          <p:cNvSpPr txBox="1"/>
          <p:nvPr>
            <p:ph type="title"/>
          </p:nvPr>
        </p:nvSpPr>
        <p:spPr>
          <a:xfrm>
            <a:off x="367897" y="228600"/>
            <a:ext cx="8344800" cy="5487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17" name="Google Shape;1317;p158"/>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800"/>
              </a:spcBef>
              <a:spcAft>
                <a:spcPts val="0"/>
              </a:spcAft>
              <a:buClr>
                <a:srgbClr val="5B5B5B"/>
              </a:buClr>
              <a:buSzPts val="1400"/>
              <a:buNone/>
              <a:defRPr>
                <a:solidFill>
                  <a:srgbClr val="5B5B5B"/>
                </a:solidFill>
              </a:defRPr>
            </a:lvl1pPr>
            <a:lvl2pPr lvl="1" algn="l">
              <a:lnSpc>
                <a:spcPct val="115000"/>
              </a:lnSpc>
              <a:spcBef>
                <a:spcPts val="400"/>
              </a:spcBef>
              <a:spcAft>
                <a:spcPts val="0"/>
              </a:spcAft>
              <a:buClr>
                <a:srgbClr val="5B5B5B"/>
              </a:buClr>
              <a:buSzPts val="1200"/>
              <a:buNone/>
              <a:defRPr>
                <a:solidFill>
                  <a:srgbClr val="5B5B5B"/>
                </a:solidFill>
              </a:defRPr>
            </a:lvl2pPr>
            <a:lvl3pPr lvl="2" algn="l">
              <a:lnSpc>
                <a:spcPct val="115000"/>
              </a:lnSpc>
              <a:spcBef>
                <a:spcPts val="400"/>
              </a:spcBef>
              <a:spcAft>
                <a:spcPts val="0"/>
              </a:spcAft>
              <a:buClr>
                <a:srgbClr val="5B5B5B"/>
              </a:buClr>
              <a:buSzPts val="1200"/>
              <a:buNone/>
              <a:defRPr>
                <a:solidFill>
                  <a:srgbClr val="5B5B5B"/>
                </a:solidFill>
              </a:defRPr>
            </a:lvl3pPr>
            <a:lvl4pPr lvl="3" algn="l">
              <a:lnSpc>
                <a:spcPct val="115000"/>
              </a:lnSpc>
              <a:spcBef>
                <a:spcPts val="400"/>
              </a:spcBef>
              <a:spcAft>
                <a:spcPts val="0"/>
              </a:spcAft>
              <a:buClr>
                <a:srgbClr val="5B5B5B"/>
              </a:buClr>
              <a:buSzPts val="1200"/>
              <a:buNone/>
              <a:defRPr>
                <a:solidFill>
                  <a:srgbClr val="5B5B5B"/>
                </a:solidFill>
              </a:defRPr>
            </a:lvl4pPr>
            <a:lvl5pPr lvl="4" algn="l">
              <a:lnSpc>
                <a:spcPct val="115000"/>
              </a:lnSpc>
              <a:spcBef>
                <a:spcPts val="400"/>
              </a:spcBef>
              <a:spcAft>
                <a:spcPts val="0"/>
              </a:spcAft>
              <a:buClr>
                <a:srgbClr val="5B5B5B"/>
              </a:buClr>
              <a:buSzPts val="1200"/>
              <a:buNone/>
              <a:defRPr>
                <a:solidFill>
                  <a:srgbClr val="5B5B5B"/>
                </a:solidFill>
              </a:defRPr>
            </a:lvl5pPr>
            <a:lvl6pPr lvl="5" algn="l">
              <a:lnSpc>
                <a:spcPct val="115000"/>
              </a:lnSpc>
              <a:spcBef>
                <a:spcPts val="400"/>
              </a:spcBef>
              <a:spcAft>
                <a:spcPts val="0"/>
              </a:spcAft>
              <a:buClr>
                <a:srgbClr val="5B5B5B"/>
              </a:buClr>
              <a:buSzPts val="1400"/>
              <a:buNone/>
              <a:defRPr>
                <a:solidFill>
                  <a:srgbClr val="5B5B5B"/>
                </a:solidFill>
              </a:defRPr>
            </a:lvl6pPr>
            <a:lvl7pPr lvl="6" algn="l">
              <a:lnSpc>
                <a:spcPct val="115000"/>
              </a:lnSpc>
              <a:spcBef>
                <a:spcPts val="400"/>
              </a:spcBef>
              <a:spcAft>
                <a:spcPts val="0"/>
              </a:spcAft>
              <a:buClr>
                <a:srgbClr val="5B5B5B"/>
              </a:buClr>
              <a:buSzPts val="1400"/>
              <a:buNone/>
              <a:defRPr>
                <a:solidFill>
                  <a:srgbClr val="5B5B5B"/>
                </a:solidFill>
              </a:defRPr>
            </a:lvl7pPr>
            <a:lvl8pPr lvl="7" algn="l">
              <a:lnSpc>
                <a:spcPct val="115000"/>
              </a:lnSpc>
              <a:spcBef>
                <a:spcPts val="400"/>
              </a:spcBef>
              <a:spcAft>
                <a:spcPts val="0"/>
              </a:spcAft>
              <a:buClr>
                <a:srgbClr val="5B5B5B"/>
              </a:buClr>
              <a:buSzPts val="1400"/>
              <a:buNone/>
              <a:defRPr>
                <a:solidFill>
                  <a:srgbClr val="5B5B5B"/>
                </a:solidFill>
              </a:defRPr>
            </a:lvl8pPr>
            <a:lvl9pPr lvl="8" algn="l">
              <a:lnSpc>
                <a:spcPct val="115000"/>
              </a:lnSpc>
              <a:spcBef>
                <a:spcPts val="400"/>
              </a:spcBef>
              <a:spcAft>
                <a:spcPts val="0"/>
              </a:spcAft>
              <a:buClr>
                <a:srgbClr val="5B5B5B"/>
              </a:buClr>
              <a:buSzPts val="1400"/>
              <a:buNone/>
              <a:defRPr>
                <a:solidFill>
                  <a:srgbClr val="5B5B5B"/>
                </a:solidFill>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1318" name="Shape 1318"/>
        <p:cNvGrpSpPr/>
        <p:nvPr/>
      </p:nvGrpSpPr>
      <p:grpSpPr>
        <a:xfrm>
          <a:off x="0" y="0"/>
          <a:ext cx="0" cy="0"/>
          <a:chOff x="0" y="0"/>
          <a:chExt cx="0" cy="0"/>
        </a:xfrm>
      </p:grpSpPr>
      <p:pic>
        <p:nvPicPr>
          <p:cNvPr id="1319" name="Google Shape;1319;p159"/>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1320" name="Google Shape;1320;p15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21" name="Google Shape;1321;p15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22" name="Google Shape;1322;p159"/>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323" name="Google Shape;1323;p159"/>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24" name="Google Shape;1324;p15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5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a:t>
            </a:r>
            <a:r>
              <a:rPr lang="en" sz="600">
                <a:solidFill>
                  <a:srgbClr val="929292"/>
                </a:solidFill>
              </a:rPr>
              <a:t>5</a:t>
            </a:r>
            <a:r>
              <a:rPr b="0" i="0" lang="en" sz="600" u="none" cap="none" strike="noStrike">
                <a:solidFill>
                  <a:srgbClr val="929292"/>
                </a:solidFill>
                <a:latin typeface="Arial"/>
                <a:ea typeface="Arial"/>
                <a:cs typeface="Arial"/>
                <a:sym typeface="Arial"/>
              </a:rPr>
              <a:t> Snowflake Inc. All Rights Reserved</a:t>
            </a:r>
            <a:endParaRPr b="0" i="0" sz="600" u="none" cap="none" strike="noStrike">
              <a:solidFill>
                <a:srgbClr val="929292"/>
              </a:solidFill>
              <a:latin typeface="Arial"/>
              <a:ea typeface="Arial"/>
              <a:cs typeface="Arial"/>
              <a:sym typeface="Arial"/>
            </a:endParaRPr>
          </a:p>
        </p:txBody>
      </p:sp>
      <p:sp>
        <p:nvSpPr>
          <p:cNvPr id="1326" name="Google Shape;1326;p15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5">
  <p:cSld name="Multi-use layout_11">
    <p:spTree>
      <p:nvGrpSpPr>
        <p:cNvPr id="1327" name="Shape 1327"/>
        <p:cNvGrpSpPr/>
        <p:nvPr/>
      </p:nvGrpSpPr>
      <p:grpSpPr>
        <a:xfrm>
          <a:off x="0" y="0"/>
          <a:ext cx="0" cy="0"/>
          <a:chOff x="0" y="0"/>
          <a:chExt cx="0" cy="0"/>
        </a:xfrm>
      </p:grpSpPr>
      <p:sp>
        <p:nvSpPr>
          <p:cNvPr id="1328" name="Google Shape;1328;p160"/>
          <p:cNvSpPr txBox="1"/>
          <p:nvPr>
            <p:ph idx="1" type="body"/>
          </p:nvPr>
        </p:nvSpPr>
        <p:spPr>
          <a:xfrm>
            <a:off x="302895" y="384572"/>
            <a:ext cx="8589600" cy="543000"/>
          </a:xfrm>
          <a:prstGeom prst="rect">
            <a:avLst/>
          </a:prstGeom>
          <a:noFill/>
          <a:ln>
            <a:noFill/>
          </a:ln>
        </p:spPr>
        <p:txBody>
          <a:bodyPr anchorCtr="0" anchor="b" bIns="34275" lIns="68575" spcFirstLastPara="1" rIns="68575" wrap="square" tIns="34275">
            <a:no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329" name="Google Shape;1329;p160"/>
          <p:cNvSpPr txBox="1"/>
          <p:nvPr>
            <p:ph idx="2" type="body"/>
          </p:nvPr>
        </p:nvSpPr>
        <p:spPr>
          <a:xfrm>
            <a:off x="304562" y="943213"/>
            <a:ext cx="8601300" cy="294900"/>
          </a:xfrm>
          <a:prstGeom prst="rect">
            <a:avLst/>
          </a:prstGeom>
          <a:noFill/>
          <a:ln>
            <a:noFill/>
          </a:ln>
        </p:spPr>
        <p:txBody>
          <a:bodyPr anchorCtr="0" anchor="t" bIns="34275" lIns="68575" spcFirstLastPara="1" rIns="68575" wrap="square" tIns="34275">
            <a:noAutofit/>
          </a:bodyPr>
          <a:lstStyle>
            <a:lvl1pPr indent="-228600" lvl="0" marL="457200" marR="0" algn="ctr">
              <a:lnSpc>
                <a:spcPct val="90000"/>
              </a:lnSpc>
              <a:spcBef>
                <a:spcPts val="800"/>
              </a:spcBef>
              <a:spcAft>
                <a:spcPts val="0"/>
              </a:spcAft>
              <a:buClr>
                <a:srgbClr val="5B5B5B"/>
              </a:buClr>
              <a:buSzPts val="1600"/>
              <a:buFont typeface="Arial"/>
              <a:buNone/>
              <a:defRPr b="0" i="0" sz="1600" u="none" cap="none" strike="noStrike">
                <a:solidFill>
                  <a:srgbClr val="5B5B5B"/>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330" name="Google Shape;1330;p160"/>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31" name="Google Shape;1331;p160"/>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2023 Snowflake</a:t>
            </a:r>
            <a:r>
              <a:rPr b="0" i="0" lang="en" sz="600" u="none" cap="none" strike="noStrike">
                <a:solidFill>
                  <a:srgbClr val="929292"/>
                </a:solidFill>
                <a:latin typeface="Arial"/>
                <a:ea typeface="Arial"/>
                <a:cs typeface="Arial"/>
                <a:sym typeface="Arial"/>
              </a:rPr>
              <a:t> Computing Inc. All Rights Reserved</a:t>
            </a:r>
            <a:endParaRPr b="0" i="0" sz="600" u="none" cap="none" strike="noStrike">
              <a:solidFill>
                <a:srgbClr val="929292"/>
              </a:solidFill>
              <a:latin typeface="Arial"/>
              <a:ea typeface="Arial"/>
              <a:cs typeface="Arial"/>
              <a:sym typeface="Arial"/>
            </a:endParaRPr>
          </a:p>
        </p:txBody>
      </p:sp>
      <p:sp>
        <p:nvSpPr>
          <p:cNvPr id="1332" name="Google Shape;1332;p160"/>
          <p:cNvSpPr/>
          <p:nvPr/>
        </p:nvSpPr>
        <p:spPr>
          <a:xfrm>
            <a:off x="345160" y="4874129"/>
            <a:ext cx="151596" cy="137160"/>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1338" name="Shape 1338"/>
        <p:cNvGrpSpPr/>
        <p:nvPr/>
      </p:nvGrpSpPr>
      <p:grpSpPr>
        <a:xfrm>
          <a:off x="0" y="0"/>
          <a:ext cx="0" cy="0"/>
          <a:chOff x="0" y="0"/>
          <a:chExt cx="0" cy="0"/>
        </a:xfrm>
      </p:grpSpPr>
      <p:sp>
        <p:nvSpPr>
          <p:cNvPr id="1339" name="Google Shape;1339;p16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40" name="Google Shape;1340;p16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41" name="Google Shape;1341;p162"/>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42" name="Google Shape;1342;p16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6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344" name="Google Shape;1344;p16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62"/>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346" name="Shape 1346"/>
        <p:cNvGrpSpPr/>
        <p:nvPr/>
      </p:nvGrpSpPr>
      <p:grpSpPr>
        <a:xfrm>
          <a:off x="0" y="0"/>
          <a:ext cx="0" cy="0"/>
          <a:chOff x="0" y="0"/>
          <a:chExt cx="0" cy="0"/>
        </a:xfrm>
      </p:grpSpPr>
      <p:sp>
        <p:nvSpPr>
          <p:cNvPr id="1347" name="Google Shape;1347;p16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48" name="Google Shape;1348;p16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49" name="Google Shape;1349;p16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1350" name="Shape 1350"/>
        <p:cNvGrpSpPr/>
        <p:nvPr/>
      </p:nvGrpSpPr>
      <p:grpSpPr>
        <a:xfrm>
          <a:off x="0" y="0"/>
          <a:ext cx="0" cy="0"/>
          <a:chOff x="0" y="0"/>
          <a:chExt cx="0" cy="0"/>
        </a:xfrm>
      </p:grpSpPr>
      <p:sp>
        <p:nvSpPr>
          <p:cNvPr id="1351" name="Google Shape;1351;p16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52" name="Google Shape;1352;p16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53" name="Google Shape;1353;p164"/>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354" name="Google Shape;1354;p164"/>
          <p:cNvSpPr txBox="1"/>
          <p:nvPr>
            <p:ph idx="1" type="subTitle"/>
          </p:nvPr>
        </p:nvSpPr>
        <p:spPr>
          <a:xfrm>
            <a:off x="365760" y="1122367"/>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55" name="Google Shape;1355;p16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6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357" name="Google Shape;1357;p164"/>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1358" name="Shape 1358"/>
        <p:cNvGrpSpPr/>
        <p:nvPr/>
      </p:nvGrpSpPr>
      <p:grpSpPr>
        <a:xfrm>
          <a:off x="0" y="0"/>
          <a:ext cx="0" cy="0"/>
          <a:chOff x="0" y="0"/>
          <a:chExt cx="0" cy="0"/>
        </a:xfrm>
      </p:grpSpPr>
      <p:grpSp>
        <p:nvGrpSpPr>
          <p:cNvPr id="1359" name="Google Shape;1359;p165"/>
          <p:cNvGrpSpPr/>
          <p:nvPr/>
        </p:nvGrpSpPr>
        <p:grpSpPr>
          <a:xfrm>
            <a:off x="3" y="3761953"/>
            <a:ext cx="9143997" cy="1371564"/>
            <a:chOff x="-10" y="3735321"/>
            <a:chExt cx="9139427" cy="1408177"/>
          </a:xfrm>
        </p:grpSpPr>
        <p:pic>
          <p:nvPicPr>
            <p:cNvPr id="1360" name="Google Shape;1360;p165"/>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1361" name="Google Shape;1361;p165"/>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1362" name="Google Shape;1362;p165"/>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1363" name="Google Shape;1363;p16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64" name="Google Shape;1364;p16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65" name="Google Shape;1365;p165"/>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366" name="Google Shape;1366;p165"/>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67" name="Google Shape;1367;p16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6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369" name="Google Shape;1369;p16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1370" name="Shape 1370"/>
        <p:cNvGrpSpPr/>
        <p:nvPr/>
      </p:nvGrpSpPr>
      <p:grpSpPr>
        <a:xfrm>
          <a:off x="0" y="0"/>
          <a:ext cx="0" cy="0"/>
          <a:chOff x="0" y="0"/>
          <a:chExt cx="0" cy="0"/>
        </a:xfrm>
      </p:grpSpPr>
      <p:grpSp>
        <p:nvGrpSpPr>
          <p:cNvPr id="1371" name="Google Shape;1371;p166"/>
          <p:cNvGrpSpPr/>
          <p:nvPr/>
        </p:nvGrpSpPr>
        <p:grpSpPr>
          <a:xfrm>
            <a:off x="0" y="4370576"/>
            <a:ext cx="9144001" cy="772925"/>
            <a:chOff x="0" y="4370576"/>
            <a:chExt cx="9144001" cy="772925"/>
          </a:xfrm>
        </p:grpSpPr>
        <p:pic>
          <p:nvPicPr>
            <p:cNvPr id="1372" name="Google Shape;1372;p166"/>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1373" name="Google Shape;1373;p166"/>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1374" name="Google Shape;1374;p166"/>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1375" name="Google Shape;1375;p16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76" name="Google Shape;1376;p16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77" name="Google Shape;1377;p166"/>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378" name="Google Shape;1378;p166"/>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79" name="Google Shape;1379;p16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6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381" name="Google Shape;1381;p16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1382" name="Shape 1382"/>
        <p:cNvGrpSpPr/>
        <p:nvPr/>
      </p:nvGrpSpPr>
      <p:grpSpPr>
        <a:xfrm>
          <a:off x="0" y="0"/>
          <a:ext cx="0" cy="0"/>
          <a:chOff x="0" y="0"/>
          <a:chExt cx="0" cy="0"/>
        </a:xfrm>
      </p:grpSpPr>
      <p:pic>
        <p:nvPicPr>
          <p:cNvPr id="1383" name="Google Shape;1383;p167"/>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1384" name="Google Shape;1384;p16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85" name="Google Shape;1385;p16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86" name="Google Shape;1386;p167"/>
          <p:cNvSpPr txBox="1"/>
          <p:nvPr>
            <p:ph type="title"/>
          </p:nvPr>
        </p:nvSpPr>
        <p:spPr>
          <a:xfrm>
            <a:off x="36790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387" name="Google Shape;1387;p167"/>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88" name="Google Shape;1388;p16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16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390" name="Google Shape;1390;p16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1391" name="Shape 1391"/>
        <p:cNvGrpSpPr/>
        <p:nvPr/>
      </p:nvGrpSpPr>
      <p:grpSpPr>
        <a:xfrm>
          <a:off x="0" y="0"/>
          <a:ext cx="0" cy="0"/>
          <a:chOff x="0" y="0"/>
          <a:chExt cx="0" cy="0"/>
        </a:xfrm>
      </p:grpSpPr>
      <p:sp>
        <p:nvSpPr>
          <p:cNvPr id="1392" name="Google Shape;1392;p168"/>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800"/>
              <a:buNone/>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1393" name="Google Shape;1393;p168"/>
          <p:cNvSpPr txBox="1"/>
          <p:nvPr>
            <p:ph type="title"/>
          </p:nvPr>
        </p:nvSpPr>
        <p:spPr>
          <a:xfrm>
            <a:off x="365750" y="274323"/>
            <a:ext cx="8321100" cy="365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394" name="Google Shape;1394;p16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95" name="Google Shape;1395;p16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96" name="Google Shape;1396;p16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397" name="Google Shape;1397;p168"/>
          <p:cNvSpPr txBox="1"/>
          <p:nvPr>
            <p:ph idx="2"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398" name="Google Shape;1398;p16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1399" name="Shape 1399"/>
        <p:cNvGrpSpPr/>
        <p:nvPr/>
      </p:nvGrpSpPr>
      <p:grpSpPr>
        <a:xfrm>
          <a:off x="0" y="0"/>
          <a:ext cx="0" cy="0"/>
          <a:chOff x="0" y="0"/>
          <a:chExt cx="0" cy="0"/>
        </a:xfrm>
      </p:grpSpPr>
      <p:sp>
        <p:nvSpPr>
          <p:cNvPr id="1400" name="Google Shape;1400;p169"/>
          <p:cNvSpPr txBox="1"/>
          <p:nvPr>
            <p:ph type="title"/>
          </p:nvPr>
        </p:nvSpPr>
        <p:spPr>
          <a:xfrm>
            <a:off x="365750" y="274323"/>
            <a:ext cx="8348400" cy="365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401" name="Google Shape;1401;p169"/>
          <p:cNvSpPr txBox="1"/>
          <p:nvPr>
            <p:ph idx="1" type="body"/>
          </p:nvPr>
        </p:nvSpPr>
        <p:spPr>
          <a:xfrm>
            <a:off x="365750" y="1371600"/>
            <a:ext cx="4160400" cy="3314700"/>
          </a:xfrm>
          <a:prstGeom prst="rect">
            <a:avLst/>
          </a:prstGeom>
          <a:noFill/>
          <a:ln>
            <a:noFill/>
          </a:ln>
        </p:spPr>
        <p:txBody>
          <a:bodyPr anchorCtr="0" anchor="t" bIns="91425" lIns="91425" spcFirstLastPara="1" rIns="91425" wrap="square" tIns="91425">
            <a:sp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1402" name="Google Shape;1402;p169"/>
          <p:cNvSpPr txBox="1"/>
          <p:nvPr>
            <p:ph idx="2" type="body"/>
          </p:nvPr>
        </p:nvSpPr>
        <p:spPr>
          <a:xfrm>
            <a:off x="4617721" y="1371600"/>
            <a:ext cx="4160400" cy="3314700"/>
          </a:xfrm>
          <a:prstGeom prst="rect">
            <a:avLst/>
          </a:prstGeom>
          <a:noFill/>
          <a:ln>
            <a:noFill/>
          </a:ln>
        </p:spPr>
        <p:txBody>
          <a:bodyPr anchorCtr="0" anchor="t" bIns="91425" lIns="91425" spcFirstLastPara="1" rIns="91425" wrap="square" tIns="91425">
            <a:sp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1403" name="Google Shape;1403;p16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04" name="Google Shape;1404;p16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05" name="Google Shape;1405;p16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406" name="Google Shape;1406;p169"/>
          <p:cNvSpPr txBox="1"/>
          <p:nvPr>
            <p:ph idx="3"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407" name="Google Shape;1407;p16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1408" name="Shape 1408"/>
        <p:cNvGrpSpPr/>
        <p:nvPr/>
      </p:nvGrpSpPr>
      <p:grpSpPr>
        <a:xfrm>
          <a:off x="0" y="0"/>
          <a:ext cx="0" cy="0"/>
          <a:chOff x="0" y="0"/>
          <a:chExt cx="0" cy="0"/>
        </a:xfrm>
      </p:grpSpPr>
      <p:sp>
        <p:nvSpPr>
          <p:cNvPr id="1409" name="Google Shape;1409;p170"/>
          <p:cNvSpPr txBox="1"/>
          <p:nvPr>
            <p:ph type="title"/>
          </p:nvPr>
        </p:nvSpPr>
        <p:spPr>
          <a:xfrm>
            <a:off x="365750" y="274320"/>
            <a:ext cx="83577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410" name="Google Shape;1410;p170"/>
          <p:cNvSpPr txBox="1"/>
          <p:nvPr>
            <p:ph idx="1" type="body"/>
          </p:nvPr>
        </p:nvSpPr>
        <p:spPr>
          <a:xfrm>
            <a:off x="365750"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1411" name="Google Shape;1411;p170"/>
          <p:cNvSpPr txBox="1"/>
          <p:nvPr>
            <p:ph idx="2" type="body"/>
          </p:nvPr>
        </p:nvSpPr>
        <p:spPr>
          <a:xfrm>
            <a:off x="3169031"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1412" name="Google Shape;1412;p170"/>
          <p:cNvSpPr txBox="1"/>
          <p:nvPr>
            <p:ph idx="3" type="body"/>
          </p:nvPr>
        </p:nvSpPr>
        <p:spPr>
          <a:xfrm>
            <a:off x="6127925"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1413" name="Google Shape;1413;p17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14" name="Google Shape;1414;p17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15" name="Google Shape;1415;p17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416" name="Google Shape;1416;p170"/>
          <p:cNvSpPr txBox="1"/>
          <p:nvPr>
            <p:ph idx="4"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417" name="Google Shape;1417;p17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1418" name="Shape 1418"/>
        <p:cNvGrpSpPr/>
        <p:nvPr/>
      </p:nvGrpSpPr>
      <p:grpSpPr>
        <a:xfrm>
          <a:off x="0" y="0"/>
          <a:ext cx="0" cy="0"/>
          <a:chOff x="0" y="0"/>
          <a:chExt cx="0" cy="0"/>
        </a:xfrm>
      </p:grpSpPr>
      <p:sp>
        <p:nvSpPr>
          <p:cNvPr id="1419" name="Google Shape;1419;p171"/>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20" name="Google Shape;1420;p17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21" name="Google Shape;1421;p171"/>
          <p:cNvSpPr txBox="1"/>
          <p:nvPr>
            <p:ph type="title"/>
          </p:nvPr>
        </p:nvSpPr>
        <p:spPr>
          <a:xfrm>
            <a:off x="365750" y="274320"/>
            <a:ext cx="83484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422" name="Google Shape;1422;p171"/>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423" name="Google Shape;1423;p171"/>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424" name="Google Shape;1424;p171"/>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425" name="Google Shape;1425;p171"/>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426" name="Google Shape;1426;p171"/>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427" name="Google Shape;1427;p171"/>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428" name="Google Shape;1428;p17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429" name="Shape 1429"/>
        <p:cNvGrpSpPr/>
        <p:nvPr/>
      </p:nvGrpSpPr>
      <p:grpSpPr>
        <a:xfrm>
          <a:off x="0" y="0"/>
          <a:ext cx="0" cy="0"/>
          <a:chOff x="0" y="0"/>
          <a:chExt cx="0" cy="0"/>
        </a:xfrm>
      </p:grpSpPr>
      <p:sp>
        <p:nvSpPr>
          <p:cNvPr id="1430" name="Google Shape;1430;p172"/>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72"/>
          <p:cNvSpPr txBox="1"/>
          <p:nvPr>
            <p:ph idx="1" type="body"/>
          </p:nvPr>
        </p:nvSpPr>
        <p:spPr>
          <a:xfrm>
            <a:off x="365750" y="274320"/>
            <a:ext cx="1926000" cy="685800"/>
          </a:xfrm>
          <a:prstGeom prst="rect">
            <a:avLst/>
          </a:prstGeom>
          <a:noFill/>
          <a:ln>
            <a:noFill/>
          </a:ln>
        </p:spPr>
        <p:txBody>
          <a:bodyPr anchorCtr="0" anchor="t" bIns="91425" lIns="91425" spcFirstLastPara="1" rIns="91425" wrap="square" tIns="91425">
            <a:noAutofit/>
          </a:bodyPr>
          <a:lstStyle>
            <a:lvl1pPr indent="-228600" lvl="0" marL="457200" algn="l">
              <a:lnSpc>
                <a:spcPct val="85000"/>
              </a:lnSpc>
              <a:spcBef>
                <a:spcPts val="0"/>
              </a:spcBef>
              <a:spcAft>
                <a:spcPts val="0"/>
              </a:spcAft>
              <a:buClr>
                <a:schemeClr val="dk1"/>
              </a:buClr>
              <a:buSzPts val="2600"/>
              <a:buNone/>
              <a:defRPr b="1" i="0" sz="2600" cap="none">
                <a:solidFill>
                  <a:schemeClr val="dk1"/>
                </a:solidFill>
              </a:defRPr>
            </a:lvl1pPr>
            <a:lvl2pPr indent="-342900" lvl="1" marL="914400" algn="l">
              <a:lnSpc>
                <a:spcPct val="105000"/>
              </a:lnSpc>
              <a:spcBef>
                <a:spcPts val="1000"/>
              </a:spcBef>
              <a:spcAft>
                <a:spcPts val="0"/>
              </a:spcAft>
              <a:buClr>
                <a:schemeClr val="dk1"/>
              </a:buClr>
              <a:buSzPts val="1800"/>
              <a:buChar char="•"/>
              <a:defRPr b="1"/>
            </a:lvl2pPr>
            <a:lvl3pPr indent="-342900" lvl="2" marL="1371600" algn="l">
              <a:lnSpc>
                <a:spcPct val="105000"/>
              </a:lnSpc>
              <a:spcBef>
                <a:spcPts val="1000"/>
              </a:spcBef>
              <a:spcAft>
                <a:spcPts val="0"/>
              </a:spcAft>
              <a:buClr>
                <a:schemeClr val="dk1"/>
              </a:buClr>
              <a:buSzPts val="1800"/>
              <a:buChar char="•"/>
              <a:defRPr b="1" sz="1800"/>
            </a:lvl3pPr>
            <a:lvl4pPr indent="-317500" lvl="3" marL="1828800" algn="l">
              <a:lnSpc>
                <a:spcPct val="105000"/>
              </a:lnSpc>
              <a:spcBef>
                <a:spcPts val="1000"/>
              </a:spcBef>
              <a:spcAft>
                <a:spcPts val="0"/>
              </a:spcAft>
              <a:buClr>
                <a:schemeClr val="dk1"/>
              </a:buClr>
              <a:buSzPts val="1400"/>
              <a:buChar char="•"/>
              <a:defRPr b="1"/>
            </a:lvl4pPr>
            <a:lvl5pPr indent="-317500" lvl="4" marL="2286000" algn="l">
              <a:lnSpc>
                <a:spcPct val="105000"/>
              </a:lnSpc>
              <a:spcBef>
                <a:spcPts val="1000"/>
              </a:spcBef>
              <a:spcAft>
                <a:spcPts val="0"/>
              </a:spcAft>
              <a:buClr>
                <a:schemeClr val="dk1"/>
              </a:buClr>
              <a:buSzPts val="1400"/>
              <a:buChar char="•"/>
              <a:defRPr b="1"/>
            </a:lvl5pPr>
            <a:lvl6pPr indent="-317500" lvl="5" marL="2743200" algn="l">
              <a:lnSpc>
                <a:spcPct val="105000"/>
              </a:lnSpc>
              <a:spcBef>
                <a:spcPts val="1000"/>
              </a:spcBef>
              <a:spcAft>
                <a:spcPts val="0"/>
              </a:spcAft>
              <a:buClr>
                <a:schemeClr val="dk1"/>
              </a:buClr>
              <a:buSzPts val="1400"/>
              <a:buChar char="•"/>
              <a:defRPr b="1"/>
            </a:lvl6pPr>
            <a:lvl7pPr indent="-317500" lvl="6" marL="3200400" algn="l">
              <a:lnSpc>
                <a:spcPct val="105000"/>
              </a:lnSpc>
              <a:spcBef>
                <a:spcPts val="1000"/>
              </a:spcBef>
              <a:spcAft>
                <a:spcPts val="0"/>
              </a:spcAft>
              <a:buClr>
                <a:schemeClr val="dk1"/>
              </a:buClr>
              <a:buSzPts val="1400"/>
              <a:buChar char="•"/>
              <a:defRPr b="1"/>
            </a:lvl7pPr>
            <a:lvl8pPr indent="-317500" lvl="7" marL="3657600" algn="l">
              <a:lnSpc>
                <a:spcPct val="105000"/>
              </a:lnSpc>
              <a:spcBef>
                <a:spcPts val="1000"/>
              </a:spcBef>
              <a:spcAft>
                <a:spcPts val="0"/>
              </a:spcAft>
              <a:buClr>
                <a:schemeClr val="dk1"/>
              </a:buClr>
              <a:buSzPts val="1400"/>
              <a:buChar char="•"/>
              <a:defRPr b="1"/>
            </a:lvl8pPr>
            <a:lvl9pPr indent="-317500" lvl="8" marL="4114800" algn="l">
              <a:lnSpc>
                <a:spcPct val="105000"/>
              </a:lnSpc>
              <a:spcBef>
                <a:spcPts val="1000"/>
              </a:spcBef>
              <a:spcAft>
                <a:spcPts val="1000"/>
              </a:spcAft>
              <a:buClr>
                <a:schemeClr val="dk1"/>
              </a:buClr>
              <a:buSzPts val="1400"/>
              <a:buChar char="•"/>
              <a:defRPr b="1"/>
            </a:lvl9pPr>
          </a:lstStyle>
          <a:p/>
        </p:txBody>
      </p:sp>
      <p:sp>
        <p:nvSpPr>
          <p:cNvPr id="1432" name="Google Shape;1432;p17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33" name="Google Shape;1433;p17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34" name="Google Shape;1434;p17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1435" name="Google Shape;1435;p172"/>
          <p:cNvSpPr txBox="1"/>
          <p:nvPr>
            <p:ph idx="2" type="body"/>
          </p:nvPr>
        </p:nvSpPr>
        <p:spPr>
          <a:xfrm>
            <a:off x="2961200" y="914400"/>
            <a:ext cx="5725500" cy="3771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solidFill>
                  <a:srgbClr val="FFFFFF"/>
                </a:solidFill>
              </a:defRPr>
            </a:lvl1pPr>
            <a:lvl2pPr indent="-342900" lvl="1" marL="914400" algn="l">
              <a:lnSpc>
                <a:spcPct val="115000"/>
              </a:lnSpc>
              <a:spcBef>
                <a:spcPts val="1000"/>
              </a:spcBef>
              <a:spcAft>
                <a:spcPts val="0"/>
              </a:spcAft>
              <a:buSzPts val="1800"/>
              <a:buChar char="•"/>
              <a:defRPr>
                <a:solidFill>
                  <a:srgbClr val="FFFFFF"/>
                </a:solidFill>
              </a:defRPr>
            </a:lvl2pPr>
            <a:lvl3pPr indent="-317500" lvl="2" marL="1371600" algn="l">
              <a:lnSpc>
                <a:spcPct val="115000"/>
              </a:lnSpc>
              <a:spcBef>
                <a:spcPts val="1000"/>
              </a:spcBef>
              <a:spcAft>
                <a:spcPts val="0"/>
              </a:spcAft>
              <a:buSzPts val="1400"/>
              <a:buChar char="•"/>
              <a:defRPr>
                <a:solidFill>
                  <a:srgbClr val="FFFFFF"/>
                </a:solidFill>
              </a:defRPr>
            </a:lvl3pPr>
            <a:lvl4pPr indent="-317500" lvl="3" marL="1828800" algn="l">
              <a:lnSpc>
                <a:spcPct val="115000"/>
              </a:lnSpc>
              <a:spcBef>
                <a:spcPts val="1000"/>
              </a:spcBef>
              <a:spcAft>
                <a:spcPts val="0"/>
              </a:spcAft>
              <a:buSzPts val="1400"/>
              <a:buChar char="•"/>
              <a:defRPr>
                <a:solidFill>
                  <a:srgbClr val="FFFFFF"/>
                </a:solidFill>
              </a:defRPr>
            </a:lvl4pPr>
            <a:lvl5pPr indent="-317500" lvl="4" marL="2286000" algn="l">
              <a:lnSpc>
                <a:spcPct val="115000"/>
              </a:lnSpc>
              <a:spcBef>
                <a:spcPts val="1000"/>
              </a:spcBef>
              <a:spcAft>
                <a:spcPts val="0"/>
              </a:spcAft>
              <a:buSzPts val="1400"/>
              <a:buChar char="•"/>
              <a:defRPr>
                <a:solidFill>
                  <a:srgbClr val="FFFFFF"/>
                </a:solidFill>
              </a:defRPr>
            </a:lvl5pPr>
            <a:lvl6pPr indent="-317500" lvl="5" marL="2743200" algn="l">
              <a:lnSpc>
                <a:spcPct val="115000"/>
              </a:lnSpc>
              <a:spcBef>
                <a:spcPts val="1000"/>
              </a:spcBef>
              <a:spcAft>
                <a:spcPts val="0"/>
              </a:spcAft>
              <a:buSzPts val="1400"/>
              <a:buChar char="•"/>
              <a:defRPr>
                <a:solidFill>
                  <a:srgbClr val="FFFFFF"/>
                </a:solidFill>
              </a:defRPr>
            </a:lvl6pPr>
            <a:lvl7pPr indent="-317500" lvl="6" marL="3200400" algn="l">
              <a:lnSpc>
                <a:spcPct val="115000"/>
              </a:lnSpc>
              <a:spcBef>
                <a:spcPts val="1000"/>
              </a:spcBef>
              <a:spcAft>
                <a:spcPts val="0"/>
              </a:spcAft>
              <a:buSzPts val="1400"/>
              <a:buChar char="•"/>
              <a:defRPr>
                <a:solidFill>
                  <a:srgbClr val="FFFFFF"/>
                </a:solidFill>
              </a:defRPr>
            </a:lvl7pPr>
            <a:lvl8pPr indent="-317500" lvl="7" marL="3657600" algn="l">
              <a:lnSpc>
                <a:spcPct val="115000"/>
              </a:lnSpc>
              <a:spcBef>
                <a:spcPts val="1000"/>
              </a:spcBef>
              <a:spcAft>
                <a:spcPts val="0"/>
              </a:spcAft>
              <a:buSzPts val="1400"/>
              <a:buChar char="•"/>
              <a:defRPr>
                <a:solidFill>
                  <a:srgbClr val="FFFFFF"/>
                </a:solidFill>
              </a:defRPr>
            </a:lvl8pPr>
            <a:lvl9pPr indent="-317500" lvl="8" marL="4114800" algn="l">
              <a:lnSpc>
                <a:spcPct val="115000"/>
              </a:lnSpc>
              <a:spcBef>
                <a:spcPts val="1000"/>
              </a:spcBef>
              <a:spcAft>
                <a:spcPts val="1000"/>
              </a:spcAft>
              <a:buSzPts val="1400"/>
              <a:buChar char="•"/>
              <a:defRPr>
                <a:solidFill>
                  <a:srgbClr val="FFFFFF"/>
                </a:solidFill>
              </a:defRPr>
            </a:lvl9pPr>
          </a:lstStyle>
          <a:p/>
        </p:txBody>
      </p:sp>
      <p:sp>
        <p:nvSpPr>
          <p:cNvPr id="1436" name="Google Shape;1436;p172"/>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6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437" name="Google Shape;1437;p172"/>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438" name="Google Shape;1438;p17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9" name="Google Shape;1439;p172"/>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440" name="Shape 1440"/>
        <p:cNvGrpSpPr/>
        <p:nvPr/>
      </p:nvGrpSpPr>
      <p:grpSpPr>
        <a:xfrm>
          <a:off x="0" y="0"/>
          <a:ext cx="0" cy="0"/>
          <a:chOff x="0" y="0"/>
          <a:chExt cx="0" cy="0"/>
        </a:xfrm>
      </p:grpSpPr>
      <p:sp>
        <p:nvSpPr>
          <p:cNvPr id="1441" name="Google Shape;1441;p173"/>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73"/>
          <p:cNvSpPr txBox="1"/>
          <p:nvPr>
            <p:ph idx="1" type="body"/>
          </p:nvPr>
        </p:nvSpPr>
        <p:spPr>
          <a:xfrm>
            <a:off x="365750" y="274320"/>
            <a:ext cx="23766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FFFFFF"/>
              </a:buClr>
              <a:buSzPts val="2600"/>
              <a:buNone/>
              <a:defRPr b="1" i="0" sz="2600" cap="none">
                <a:solidFill>
                  <a:srgbClr val="FFFFFF"/>
                </a:solidFill>
              </a:defRPr>
            </a:lvl1pPr>
            <a:lvl2pPr indent="-342900" lvl="1" marL="914400" algn="l">
              <a:lnSpc>
                <a:spcPct val="105000"/>
              </a:lnSpc>
              <a:spcBef>
                <a:spcPts val="0"/>
              </a:spcBef>
              <a:spcAft>
                <a:spcPts val="0"/>
              </a:spcAft>
              <a:buClr>
                <a:srgbClr val="FFFFFF"/>
              </a:buClr>
              <a:buSzPts val="1800"/>
              <a:buChar char="•"/>
              <a:defRPr b="1">
                <a:solidFill>
                  <a:srgbClr val="FFFFFF"/>
                </a:solidFill>
              </a:defRPr>
            </a:lvl2pPr>
            <a:lvl3pPr indent="-342900" lvl="2" marL="1371600" algn="l">
              <a:lnSpc>
                <a:spcPct val="105000"/>
              </a:lnSpc>
              <a:spcBef>
                <a:spcPts val="1000"/>
              </a:spcBef>
              <a:spcAft>
                <a:spcPts val="0"/>
              </a:spcAft>
              <a:buClr>
                <a:srgbClr val="FFFFFF"/>
              </a:buClr>
              <a:buSzPts val="1800"/>
              <a:buChar char="•"/>
              <a:defRPr b="1" sz="1800">
                <a:solidFill>
                  <a:srgbClr val="FFFFFF"/>
                </a:solidFill>
              </a:defRPr>
            </a:lvl3pPr>
            <a:lvl4pPr indent="-317500" lvl="3" marL="1828800" algn="l">
              <a:lnSpc>
                <a:spcPct val="105000"/>
              </a:lnSpc>
              <a:spcBef>
                <a:spcPts val="1000"/>
              </a:spcBef>
              <a:spcAft>
                <a:spcPts val="0"/>
              </a:spcAft>
              <a:buClr>
                <a:srgbClr val="FFFFFF"/>
              </a:buClr>
              <a:buSzPts val="1400"/>
              <a:buChar char="•"/>
              <a:defRPr b="1">
                <a:solidFill>
                  <a:srgbClr val="FFFFFF"/>
                </a:solidFill>
              </a:defRPr>
            </a:lvl4pPr>
            <a:lvl5pPr indent="-317500" lvl="4" marL="2286000" algn="l">
              <a:lnSpc>
                <a:spcPct val="105000"/>
              </a:lnSpc>
              <a:spcBef>
                <a:spcPts val="1000"/>
              </a:spcBef>
              <a:spcAft>
                <a:spcPts val="0"/>
              </a:spcAft>
              <a:buClr>
                <a:srgbClr val="FFFFFF"/>
              </a:buClr>
              <a:buSzPts val="1400"/>
              <a:buChar char="•"/>
              <a:defRPr b="1">
                <a:solidFill>
                  <a:srgbClr val="FFFFFF"/>
                </a:solidFill>
              </a:defRPr>
            </a:lvl5pPr>
            <a:lvl6pPr indent="-317500" lvl="5" marL="2743200" algn="l">
              <a:lnSpc>
                <a:spcPct val="105000"/>
              </a:lnSpc>
              <a:spcBef>
                <a:spcPts val="1000"/>
              </a:spcBef>
              <a:spcAft>
                <a:spcPts val="0"/>
              </a:spcAft>
              <a:buClr>
                <a:srgbClr val="FFFFFF"/>
              </a:buClr>
              <a:buSzPts val="1400"/>
              <a:buChar char="•"/>
              <a:defRPr b="1">
                <a:solidFill>
                  <a:srgbClr val="FFFFFF"/>
                </a:solidFill>
              </a:defRPr>
            </a:lvl6pPr>
            <a:lvl7pPr indent="-317500" lvl="6" marL="3200400" algn="l">
              <a:lnSpc>
                <a:spcPct val="105000"/>
              </a:lnSpc>
              <a:spcBef>
                <a:spcPts val="1000"/>
              </a:spcBef>
              <a:spcAft>
                <a:spcPts val="0"/>
              </a:spcAft>
              <a:buClr>
                <a:srgbClr val="FFFFFF"/>
              </a:buClr>
              <a:buSzPts val="1400"/>
              <a:buChar char="•"/>
              <a:defRPr b="1">
                <a:solidFill>
                  <a:srgbClr val="FFFFFF"/>
                </a:solidFill>
              </a:defRPr>
            </a:lvl7pPr>
            <a:lvl8pPr indent="-317500" lvl="7" marL="3657600" algn="l">
              <a:lnSpc>
                <a:spcPct val="105000"/>
              </a:lnSpc>
              <a:spcBef>
                <a:spcPts val="1000"/>
              </a:spcBef>
              <a:spcAft>
                <a:spcPts val="0"/>
              </a:spcAft>
              <a:buClr>
                <a:srgbClr val="FFFFFF"/>
              </a:buClr>
              <a:buSzPts val="1400"/>
              <a:buChar char="•"/>
              <a:defRPr b="1">
                <a:solidFill>
                  <a:srgbClr val="FFFFFF"/>
                </a:solidFill>
              </a:defRPr>
            </a:lvl8pPr>
            <a:lvl9pPr indent="-317500" lvl="8" marL="4114800" algn="l">
              <a:lnSpc>
                <a:spcPct val="105000"/>
              </a:lnSpc>
              <a:spcBef>
                <a:spcPts val="1000"/>
              </a:spcBef>
              <a:spcAft>
                <a:spcPts val="1000"/>
              </a:spcAft>
              <a:buClr>
                <a:srgbClr val="FFFFFF"/>
              </a:buClr>
              <a:buSzPts val="1400"/>
              <a:buChar char="•"/>
              <a:defRPr b="1">
                <a:solidFill>
                  <a:srgbClr val="FFFFFF"/>
                </a:solidFill>
              </a:defRPr>
            </a:lvl9pPr>
          </a:lstStyle>
          <a:p/>
        </p:txBody>
      </p:sp>
      <p:sp>
        <p:nvSpPr>
          <p:cNvPr id="1443" name="Google Shape;1443;p17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44" name="Google Shape;1444;p17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45" name="Google Shape;1445;p17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 2026 Snowflake Inc. All Rights Reserved</a:t>
            </a:r>
            <a:endParaRPr b="0" i="0" sz="600" u="none" cap="none" strike="noStrike">
              <a:solidFill>
                <a:srgbClr val="FFFFFF"/>
              </a:solidFill>
              <a:latin typeface="Arial"/>
              <a:ea typeface="Arial"/>
              <a:cs typeface="Arial"/>
              <a:sym typeface="Arial"/>
            </a:endParaRPr>
          </a:p>
        </p:txBody>
      </p:sp>
      <p:sp>
        <p:nvSpPr>
          <p:cNvPr id="1446" name="Google Shape;1446;p173"/>
          <p:cNvSpPr txBox="1"/>
          <p:nvPr>
            <p:ph idx="2" type="body"/>
          </p:nvPr>
        </p:nvSpPr>
        <p:spPr>
          <a:xfrm>
            <a:off x="365750" y="1291650"/>
            <a:ext cx="2210400" cy="25602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Clr>
                <a:srgbClr val="FFFFFF"/>
              </a:buClr>
              <a:buSzPts val="1200"/>
              <a:buChar char="•"/>
              <a:defRPr sz="1200">
                <a:solidFill>
                  <a:srgbClr val="FFFFFF"/>
                </a:solidFill>
              </a:defRPr>
            </a:lvl1pPr>
            <a:lvl2pPr indent="-304800" lvl="1" marL="914400" algn="l">
              <a:lnSpc>
                <a:spcPct val="115000"/>
              </a:lnSpc>
              <a:spcBef>
                <a:spcPts val="1000"/>
              </a:spcBef>
              <a:spcAft>
                <a:spcPts val="0"/>
              </a:spcAft>
              <a:buClr>
                <a:srgbClr val="FFFFFF"/>
              </a:buClr>
              <a:buSzPts val="1200"/>
              <a:buChar char="•"/>
              <a:defRPr sz="1200">
                <a:solidFill>
                  <a:srgbClr val="FFFFFF"/>
                </a:solidFill>
              </a:defRPr>
            </a:lvl2pPr>
            <a:lvl3pPr indent="-304800" lvl="2" marL="1371600" algn="l">
              <a:lnSpc>
                <a:spcPct val="115000"/>
              </a:lnSpc>
              <a:spcBef>
                <a:spcPts val="1000"/>
              </a:spcBef>
              <a:spcAft>
                <a:spcPts val="0"/>
              </a:spcAft>
              <a:buClr>
                <a:srgbClr val="FFFFFF"/>
              </a:buClr>
              <a:buSzPts val="1200"/>
              <a:buChar char="•"/>
              <a:defRPr sz="1200">
                <a:solidFill>
                  <a:srgbClr val="FFFFFF"/>
                </a:solidFill>
              </a:defRPr>
            </a:lvl3pPr>
            <a:lvl4pPr indent="-304800" lvl="3" marL="1828800" algn="l">
              <a:lnSpc>
                <a:spcPct val="115000"/>
              </a:lnSpc>
              <a:spcBef>
                <a:spcPts val="1000"/>
              </a:spcBef>
              <a:spcAft>
                <a:spcPts val="0"/>
              </a:spcAft>
              <a:buClr>
                <a:srgbClr val="FFFFFF"/>
              </a:buClr>
              <a:buSzPts val="1200"/>
              <a:buChar char="•"/>
              <a:defRPr sz="1200">
                <a:solidFill>
                  <a:srgbClr val="FFFFFF"/>
                </a:solidFill>
              </a:defRPr>
            </a:lvl4pPr>
            <a:lvl5pPr indent="-304800" lvl="4" marL="2286000" algn="l">
              <a:lnSpc>
                <a:spcPct val="115000"/>
              </a:lnSpc>
              <a:spcBef>
                <a:spcPts val="1000"/>
              </a:spcBef>
              <a:spcAft>
                <a:spcPts val="0"/>
              </a:spcAft>
              <a:buClr>
                <a:srgbClr val="FFFFFF"/>
              </a:buClr>
              <a:buSzPts val="1200"/>
              <a:buChar char="•"/>
              <a:defRPr sz="1200">
                <a:solidFill>
                  <a:srgbClr val="FFFFFF"/>
                </a:solidFill>
              </a:defRPr>
            </a:lvl5pPr>
            <a:lvl6pPr indent="-304800" lvl="5" marL="2743200" algn="l">
              <a:lnSpc>
                <a:spcPct val="115000"/>
              </a:lnSpc>
              <a:spcBef>
                <a:spcPts val="1000"/>
              </a:spcBef>
              <a:spcAft>
                <a:spcPts val="0"/>
              </a:spcAft>
              <a:buClr>
                <a:srgbClr val="FFFFFF"/>
              </a:buClr>
              <a:buSzPts val="1200"/>
              <a:buChar char="•"/>
              <a:defRPr sz="1200">
                <a:solidFill>
                  <a:srgbClr val="FFFFFF"/>
                </a:solidFill>
              </a:defRPr>
            </a:lvl6pPr>
            <a:lvl7pPr indent="-304800" lvl="6" marL="3200400" algn="l">
              <a:lnSpc>
                <a:spcPct val="115000"/>
              </a:lnSpc>
              <a:spcBef>
                <a:spcPts val="1000"/>
              </a:spcBef>
              <a:spcAft>
                <a:spcPts val="0"/>
              </a:spcAft>
              <a:buClr>
                <a:srgbClr val="FFFFFF"/>
              </a:buClr>
              <a:buSzPts val="1200"/>
              <a:buChar char="•"/>
              <a:defRPr sz="1200">
                <a:solidFill>
                  <a:srgbClr val="FFFFFF"/>
                </a:solidFill>
              </a:defRPr>
            </a:lvl7pPr>
            <a:lvl8pPr indent="-304800" lvl="7" marL="3657600" algn="l">
              <a:lnSpc>
                <a:spcPct val="115000"/>
              </a:lnSpc>
              <a:spcBef>
                <a:spcPts val="1000"/>
              </a:spcBef>
              <a:spcAft>
                <a:spcPts val="0"/>
              </a:spcAft>
              <a:buClr>
                <a:srgbClr val="FFFFFF"/>
              </a:buClr>
              <a:buSzPts val="1200"/>
              <a:buChar char="•"/>
              <a:defRPr sz="1200">
                <a:solidFill>
                  <a:srgbClr val="FFFFFF"/>
                </a:solidFill>
              </a:defRPr>
            </a:lvl8pPr>
            <a:lvl9pPr indent="-304800" lvl="8" marL="4114800" algn="l">
              <a:lnSpc>
                <a:spcPct val="115000"/>
              </a:lnSpc>
              <a:spcBef>
                <a:spcPts val="1000"/>
              </a:spcBef>
              <a:spcAft>
                <a:spcPts val="1000"/>
              </a:spcAft>
              <a:buClr>
                <a:srgbClr val="FFFFFF"/>
              </a:buClr>
              <a:buSzPts val="1200"/>
              <a:buChar char="•"/>
              <a:defRPr sz="1200">
                <a:solidFill>
                  <a:srgbClr val="FFFFFF"/>
                </a:solidFill>
              </a:defRPr>
            </a:lvl9pPr>
          </a:lstStyle>
          <a:p/>
        </p:txBody>
      </p:sp>
      <p:sp>
        <p:nvSpPr>
          <p:cNvPr id="1447" name="Google Shape;1447;p17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448" name="Shape 1448"/>
        <p:cNvGrpSpPr/>
        <p:nvPr/>
      </p:nvGrpSpPr>
      <p:grpSpPr>
        <a:xfrm>
          <a:off x="0" y="0"/>
          <a:ext cx="0" cy="0"/>
          <a:chOff x="0" y="0"/>
          <a:chExt cx="0" cy="0"/>
        </a:xfrm>
      </p:grpSpPr>
      <p:sp>
        <p:nvSpPr>
          <p:cNvPr id="1449" name="Google Shape;1449;p17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Lato"/>
              <a:ea typeface="Lato"/>
              <a:cs typeface="Lato"/>
              <a:sym typeface="Lato"/>
            </a:endParaRPr>
          </a:p>
        </p:txBody>
      </p:sp>
      <p:sp>
        <p:nvSpPr>
          <p:cNvPr id="1450" name="Google Shape;1450;p17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451" name="Google Shape;1451;p174"/>
          <p:cNvSpPr/>
          <p:nvPr/>
        </p:nvSpPr>
        <p:spPr>
          <a:xfrm>
            <a:off x="4574381" y="2416970"/>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452" name="Google Shape;1452;p17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453" name="Google Shape;1453;p17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454" name="Google Shape;1454;p174"/>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455" name="Google Shape;1455;p174"/>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algn="l">
              <a:lnSpc>
                <a:spcPct val="105000"/>
              </a:lnSpc>
              <a:spcBef>
                <a:spcPts val="0"/>
              </a:spcBef>
              <a:spcAft>
                <a:spcPts val="0"/>
              </a:spcAft>
              <a:buClr>
                <a:srgbClr val="5B5B5B"/>
              </a:buClr>
              <a:buSzPts val="1600"/>
              <a:buNone/>
              <a:defRPr sz="1600">
                <a:solidFill>
                  <a:srgbClr val="5B5B5B"/>
                </a:solidFill>
              </a:defRPr>
            </a:lvl1pPr>
            <a:lvl2pPr indent="-342900" lvl="1" marL="914400" algn="l">
              <a:lnSpc>
                <a:spcPct val="105000"/>
              </a:lnSpc>
              <a:spcBef>
                <a:spcPts val="1000"/>
              </a:spcBef>
              <a:spcAft>
                <a:spcPts val="0"/>
              </a:spcAft>
              <a:buClr>
                <a:srgbClr val="5B5B5B"/>
              </a:buClr>
              <a:buSzPts val="1800"/>
              <a:buChar char="•"/>
              <a:defRPr>
                <a:solidFill>
                  <a:srgbClr val="5B5B5B"/>
                </a:solidFill>
              </a:defRPr>
            </a:lvl2pPr>
            <a:lvl3pPr indent="-342900" lvl="2" marL="1371600" algn="l">
              <a:lnSpc>
                <a:spcPct val="105000"/>
              </a:lnSpc>
              <a:spcBef>
                <a:spcPts val="1000"/>
              </a:spcBef>
              <a:spcAft>
                <a:spcPts val="0"/>
              </a:spcAft>
              <a:buClr>
                <a:srgbClr val="5B5B5B"/>
              </a:buClr>
              <a:buSzPts val="1800"/>
              <a:buChar char="•"/>
              <a:defRPr>
                <a:solidFill>
                  <a:srgbClr val="5B5B5B"/>
                </a:solidFill>
              </a:defRPr>
            </a:lvl3pPr>
            <a:lvl4pPr indent="-342900" lvl="3" marL="1828800" algn="l">
              <a:lnSpc>
                <a:spcPct val="105000"/>
              </a:lnSpc>
              <a:spcBef>
                <a:spcPts val="1000"/>
              </a:spcBef>
              <a:spcAft>
                <a:spcPts val="0"/>
              </a:spcAft>
              <a:buClr>
                <a:srgbClr val="5B5B5B"/>
              </a:buClr>
              <a:buSzPts val="1800"/>
              <a:buChar char="•"/>
              <a:defRPr>
                <a:solidFill>
                  <a:srgbClr val="5B5B5B"/>
                </a:solidFill>
              </a:defRPr>
            </a:lvl4pPr>
            <a:lvl5pPr indent="-342900" lvl="4" marL="2286000" algn="l">
              <a:lnSpc>
                <a:spcPct val="105000"/>
              </a:lnSpc>
              <a:spcBef>
                <a:spcPts val="1000"/>
              </a:spcBef>
              <a:spcAft>
                <a:spcPts val="0"/>
              </a:spcAft>
              <a:buClr>
                <a:srgbClr val="5B5B5B"/>
              </a:buClr>
              <a:buSzPts val="1800"/>
              <a:buChar char="•"/>
              <a:defRPr>
                <a:solidFill>
                  <a:srgbClr val="5B5B5B"/>
                </a:solidFill>
              </a:defRPr>
            </a:lvl5pPr>
            <a:lvl6pPr indent="-342900" lvl="5" marL="2743200" algn="l">
              <a:lnSpc>
                <a:spcPct val="105000"/>
              </a:lnSpc>
              <a:spcBef>
                <a:spcPts val="1000"/>
              </a:spcBef>
              <a:spcAft>
                <a:spcPts val="0"/>
              </a:spcAft>
              <a:buClr>
                <a:srgbClr val="5B5B5B"/>
              </a:buClr>
              <a:buSzPts val="1800"/>
              <a:buChar char="•"/>
              <a:defRPr>
                <a:solidFill>
                  <a:srgbClr val="5B5B5B"/>
                </a:solidFill>
              </a:defRPr>
            </a:lvl6pPr>
            <a:lvl7pPr indent="-342900" lvl="6" marL="3200400" algn="l">
              <a:lnSpc>
                <a:spcPct val="105000"/>
              </a:lnSpc>
              <a:spcBef>
                <a:spcPts val="1000"/>
              </a:spcBef>
              <a:spcAft>
                <a:spcPts val="0"/>
              </a:spcAft>
              <a:buClr>
                <a:srgbClr val="5B5B5B"/>
              </a:buClr>
              <a:buSzPts val="1800"/>
              <a:buChar char="•"/>
              <a:defRPr>
                <a:solidFill>
                  <a:srgbClr val="5B5B5B"/>
                </a:solidFill>
              </a:defRPr>
            </a:lvl7pPr>
            <a:lvl8pPr indent="-342900" lvl="7" marL="3657600" algn="l">
              <a:lnSpc>
                <a:spcPct val="105000"/>
              </a:lnSpc>
              <a:spcBef>
                <a:spcPts val="1000"/>
              </a:spcBef>
              <a:spcAft>
                <a:spcPts val="0"/>
              </a:spcAft>
              <a:buClr>
                <a:srgbClr val="5B5B5B"/>
              </a:buClr>
              <a:buSzPts val="1800"/>
              <a:buChar char="•"/>
              <a:defRPr>
                <a:solidFill>
                  <a:srgbClr val="5B5B5B"/>
                </a:solidFill>
              </a:defRPr>
            </a:lvl8pPr>
            <a:lvl9pPr indent="-342900" lvl="8" marL="411480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456" name="Google Shape;1456;p174"/>
          <p:cNvSpPr txBox="1"/>
          <p:nvPr>
            <p:ph type="title"/>
          </p:nvPr>
        </p:nvSpPr>
        <p:spPr>
          <a:xfrm>
            <a:off x="365755" y="274320"/>
            <a:ext cx="3978900" cy="6279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457" name="Google Shape;1457;p17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58" name="Google Shape;1458;p17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59" name="Google Shape;1459;p17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pic>
        <p:nvPicPr>
          <p:cNvPr id="1460" name="Google Shape;1460;p174"/>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1461" name="Google Shape;1461;p174"/>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462" name="Google Shape;1462;p174"/>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SzPts val="1800"/>
              <a:buChar char="•"/>
              <a:defRPr i="0" sz="1800" u="none" cap="none" strike="noStrike">
                <a:solidFill>
                  <a:schemeClr val="lt1"/>
                </a:solidFill>
              </a:defRPr>
            </a:lvl1pPr>
            <a:lvl2pPr indent="-342900" lvl="1" marL="914400" marR="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algn="l">
              <a:lnSpc>
                <a:spcPct val="115000"/>
              </a:lnSpc>
              <a:spcBef>
                <a:spcPts val="1000"/>
              </a:spcBef>
              <a:spcAft>
                <a:spcPts val="0"/>
              </a:spcAft>
              <a:buSzPts val="1400"/>
              <a:buChar char="•"/>
              <a:defRPr i="0" u="none" cap="none" strike="noStrike">
                <a:solidFill>
                  <a:schemeClr val="lt1"/>
                </a:solidFill>
              </a:defRPr>
            </a:lvl3pPr>
            <a:lvl4pPr indent="-317500" lvl="3" marL="1828800" marR="0" algn="l">
              <a:lnSpc>
                <a:spcPct val="115000"/>
              </a:lnSpc>
              <a:spcBef>
                <a:spcPts val="1000"/>
              </a:spcBef>
              <a:spcAft>
                <a:spcPts val="0"/>
              </a:spcAft>
              <a:buSzPts val="1400"/>
              <a:buChar char="•"/>
              <a:defRPr i="0" u="none" cap="none" strike="noStrike">
                <a:solidFill>
                  <a:schemeClr val="lt1"/>
                </a:solidFill>
              </a:defRPr>
            </a:lvl4pPr>
            <a:lvl5pPr indent="-317500" lvl="4" marL="2286000" marR="0" algn="l">
              <a:lnSpc>
                <a:spcPct val="115000"/>
              </a:lnSpc>
              <a:spcBef>
                <a:spcPts val="1000"/>
              </a:spcBef>
              <a:spcAft>
                <a:spcPts val="0"/>
              </a:spcAft>
              <a:buSzPts val="1400"/>
              <a:buChar char="•"/>
              <a:defRPr i="0" u="none" cap="none" strike="noStrike">
                <a:solidFill>
                  <a:schemeClr val="lt1"/>
                </a:solidFill>
              </a:defRPr>
            </a:lvl5pPr>
            <a:lvl6pPr indent="-317500" lvl="5" marL="2743200" marR="0" algn="l">
              <a:lnSpc>
                <a:spcPct val="115000"/>
              </a:lnSpc>
              <a:spcBef>
                <a:spcPts val="1000"/>
              </a:spcBef>
              <a:spcAft>
                <a:spcPts val="0"/>
              </a:spcAft>
              <a:buSzPts val="1400"/>
              <a:buChar char="•"/>
              <a:defRPr i="0" u="none" cap="none" strike="noStrike">
                <a:solidFill>
                  <a:schemeClr val="lt1"/>
                </a:solidFill>
              </a:defRPr>
            </a:lvl6pPr>
            <a:lvl7pPr indent="-317500" lvl="6" marL="3200400" marR="0" algn="l">
              <a:lnSpc>
                <a:spcPct val="115000"/>
              </a:lnSpc>
              <a:spcBef>
                <a:spcPts val="1000"/>
              </a:spcBef>
              <a:spcAft>
                <a:spcPts val="0"/>
              </a:spcAft>
              <a:buSzPts val="1400"/>
              <a:buChar char="•"/>
              <a:defRPr i="0" u="none" cap="none" strike="noStrike">
                <a:solidFill>
                  <a:schemeClr val="lt1"/>
                </a:solidFill>
              </a:defRPr>
            </a:lvl7pPr>
            <a:lvl8pPr indent="-317500" lvl="7" marL="3657600" marR="0" algn="l">
              <a:lnSpc>
                <a:spcPct val="115000"/>
              </a:lnSpc>
              <a:spcBef>
                <a:spcPts val="1000"/>
              </a:spcBef>
              <a:spcAft>
                <a:spcPts val="0"/>
              </a:spcAft>
              <a:buSzPts val="1400"/>
              <a:buChar char="•"/>
              <a:defRPr i="0" u="none" cap="none" strike="noStrike">
                <a:solidFill>
                  <a:schemeClr val="lt1"/>
                </a:solidFill>
              </a:defRPr>
            </a:lvl8pPr>
            <a:lvl9pPr indent="-317500" lvl="8" marL="4114800" marR="0" algn="l">
              <a:lnSpc>
                <a:spcPct val="115000"/>
              </a:lnSpc>
              <a:spcBef>
                <a:spcPts val="1000"/>
              </a:spcBef>
              <a:spcAft>
                <a:spcPts val="1000"/>
              </a:spcAft>
              <a:buSzPts val="1400"/>
              <a:buChar char="•"/>
              <a:defRPr i="0" u="none" cap="none" strike="noStrike">
                <a:solidFill>
                  <a:schemeClr val="lt1"/>
                </a:solidFill>
              </a:defRPr>
            </a:lvl9pPr>
          </a:lstStyle>
          <a:p/>
        </p:txBody>
      </p:sp>
      <p:sp>
        <p:nvSpPr>
          <p:cNvPr id="1463" name="Google Shape;1463;p17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1464" name="Shape 1464"/>
        <p:cNvGrpSpPr/>
        <p:nvPr/>
      </p:nvGrpSpPr>
      <p:grpSpPr>
        <a:xfrm>
          <a:off x="0" y="0"/>
          <a:ext cx="0" cy="0"/>
          <a:chOff x="0" y="0"/>
          <a:chExt cx="0" cy="0"/>
        </a:xfrm>
      </p:grpSpPr>
      <p:grpSp>
        <p:nvGrpSpPr>
          <p:cNvPr id="1465" name="Google Shape;1465;p175"/>
          <p:cNvGrpSpPr/>
          <p:nvPr/>
        </p:nvGrpSpPr>
        <p:grpSpPr>
          <a:xfrm>
            <a:off x="-10" y="3770440"/>
            <a:ext cx="9143997" cy="1371564"/>
            <a:chOff x="-10" y="3735321"/>
            <a:chExt cx="9139427" cy="1408177"/>
          </a:xfrm>
        </p:grpSpPr>
        <p:pic>
          <p:nvPicPr>
            <p:cNvPr id="1466" name="Google Shape;1466;p175"/>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467" name="Google Shape;1467;p17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68" name="Google Shape;1468;p17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1469" name="Google Shape;1469;p175"/>
          <p:cNvGrpSpPr/>
          <p:nvPr/>
        </p:nvGrpSpPr>
        <p:grpSpPr>
          <a:xfrm>
            <a:off x="-10" y="3770440"/>
            <a:ext cx="9143997" cy="1371564"/>
            <a:chOff x="-10" y="3735321"/>
            <a:chExt cx="9139427" cy="1408177"/>
          </a:xfrm>
        </p:grpSpPr>
        <p:pic>
          <p:nvPicPr>
            <p:cNvPr id="1470" name="Google Shape;1470;p175"/>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471" name="Google Shape;1471;p17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72" name="Google Shape;1472;p17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473" name="Google Shape;1473;p17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2026 Snowflake Inc. All Rights Reserved</a:t>
            </a:r>
            <a:endParaRPr b="0" i="0" sz="600" u="none" cap="none" strike="noStrike">
              <a:solidFill>
                <a:schemeClr val="dk1"/>
              </a:solidFill>
              <a:latin typeface="Arial"/>
              <a:ea typeface="Arial"/>
              <a:cs typeface="Arial"/>
              <a:sym typeface="Arial"/>
            </a:endParaRPr>
          </a:p>
        </p:txBody>
      </p:sp>
      <p:sp>
        <p:nvSpPr>
          <p:cNvPr id="1474" name="Google Shape;1474;p175"/>
          <p:cNvSpPr txBox="1"/>
          <p:nvPr>
            <p:ph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75" name="Google Shape;1475;p175"/>
          <p:cNvSpPr txBox="1"/>
          <p:nvPr>
            <p:ph idx="2"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76" name="Google Shape;1476;p17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477" name="Google Shape;1477;p175"/>
          <p:cNvSpPr txBox="1"/>
          <p:nvPr>
            <p:ph idx="3" type="title"/>
          </p:nvPr>
        </p:nvSpPr>
        <p:spPr>
          <a:xfrm>
            <a:off x="366600" y="1188725"/>
            <a:ext cx="74109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i="0" sz="4400" u="none" cap="none" strike="noStrike">
                <a:solidFill>
                  <a:schemeClr val="dk1"/>
                </a:solidFill>
              </a:defRPr>
            </a:lvl1pPr>
            <a:lvl2pPr lvl="1" algn="l">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algn="l">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algn="l">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algn="l">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algn="l">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algn="l">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algn="l">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algn="l">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478" name="Shape 1478"/>
        <p:cNvGrpSpPr/>
        <p:nvPr/>
      </p:nvGrpSpPr>
      <p:grpSpPr>
        <a:xfrm>
          <a:off x="0" y="0"/>
          <a:ext cx="0" cy="0"/>
          <a:chOff x="0" y="0"/>
          <a:chExt cx="0" cy="0"/>
        </a:xfrm>
      </p:grpSpPr>
      <p:grpSp>
        <p:nvGrpSpPr>
          <p:cNvPr id="1479" name="Google Shape;1479;p176"/>
          <p:cNvGrpSpPr/>
          <p:nvPr/>
        </p:nvGrpSpPr>
        <p:grpSpPr>
          <a:xfrm>
            <a:off x="-2" y="2914849"/>
            <a:ext cx="9143627" cy="2228425"/>
            <a:chOff x="-834856" y="2711517"/>
            <a:chExt cx="9978858" cy="2431981"/>
          </a:xfrm>
        </p:grpSpPr>
        <p:pic>
          <p:nvPicPr>
            <p:cNvPr id="1480" name="Google Shape;1480;p176"/>
            <p:cNvPicPr preferRelativeResize="0"/>
            <p:nvPr/>
          </p:nvPicPr>
          <p:blipFill rotWithShape="1">
            <a:blip r:embed="rId2">
              <a:alphaModFix amt="85000"/>
            </a:blip>
            <a:srcRect b="30780" l="45993" r="0" t="24708"/>
            <a:stretch/>
          </p:blipFill>
          <p:spPr>
            <a:xfrm>
              <a:off x="-834856" y="2711517"/>
              <a:ext cx="3540541" cy="2431980"/>
            </a:xfrm>
            <a:prstGeom prst="rect">
              <a:avLst/>
            </a:prstGeom>
            <a:noFill/>
            <a:ln>
              <a:noFill/>
            </a:ln>
          </p:spPr>
        </p:pic>
        <p:pic>
          <p:nvPicPr>
            <p:cNvPr id="1481" name="Google Shape;1481;p176"/>
            <p:cNvPicPr preferRelativeResize="0"/>
            <p:nvPr/>
          </p:nvPicPr>
          <p:blipFill rotWithShape="1">
            <a:blip r:embed="rId3">
              <a:alphaModFix amt="85000"/>
            </a:blip>
            <a:srcRect b="30786" l="0" r="1932" t="25271"/>
            <a:stretch/>
          </p:blipFill>
          <p:spPr>
            <a:xfrm>
              <a:off x="2715550" y="2742300"/>
              <a:ext cx="6428452" cy="2401198"/>
            </a:xfrm>
            <a:prstGeom prst="rect">
              <a:avLst/>
            </a:prstGeom>
            <a:noFill/>
            <a:ln>
              <a:noFill/>
            </a:ln>
          </p:spPr>
        </p:pic>
      </p:grpSp>
      <p:sp>
        <p:nvSpPr>
          <p:cNvPr id="1482" name="Google Shape;1482;p176"/>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2026 Snowflake Inc. All Rights Reserved</a:t>
            </a:r>
            <a:endParaRPr b="0" i="0" sz="600" u="none" cap="none" strike="noStrike">
              <a:solidFill>
                <a:schemeClr val="dk1"/>
              </a:solidFill>
              <a:latin typeface="Arial"/>
              <a:ea typeface="Arial"/>
              <a:cs typeface="Arial"/>
              <a:sym typeface="Arial"/>
            </a:endParaRPr>
          </a:p>
        </p:txBody>
      </p:sp>
      <p:sp>
        <p:nvSpPr>
          <p:cNvPr id="1483" name="Google Shape;1483;p176"/>
          <p:cNvSpPr txBox="1"/>
          <p:nvPr>
            <p:ph type="title"/>
          </p:nvPr>
        </p:nvSpPr>
        <p:spPr>
          <a:xfrm>
            <a:off x="366600" y="1188725"/>
            <a:ext cx="74034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algn="l">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algn="l">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algn="l">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algn="l">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algn="l">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algn="l">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algn="l">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
        <p:nvSpPr>
          <p:cNvPr id="1484" name="Google Shape;1484;p176"/>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485" name="Google Shape;1485;p176"/>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486" name="Google Shape;1486;p176"/>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487" name="Shape 1487"/>
        <p:cNvGrpSpPr/>
        <p:nvPr/>
      </p:nvGrpSpPr>
      <p:grpSpPr>
        <a:xfrm>
          <a:off x="0" y="0"/>
          <a:ext cx="0" cy="0"/>
          <a:chOff x="0" y="0"/>
          <a:chExt cx="0" cy="0"/>
        </a:xfrm>
      </p:grpSpPr>
      <p:grpSp>
        <p:nvGrpSpPr>
          <p:cNvPr id="1488" name="Google Shape;1488;p177"/>
          <p:cNvGrpSpPr/>
          <p:nvPr/>
        </p:nvGrpSpPr>
        <p:grpSpPr>
          <a:xfrm rot="-5400000">
            <a:off x="5223451" y="1196297"/>
            <a:ext cx="5164226" cy="2747928"/>
            <a:chOff x="1155183" y="3814094"/>
            <a:chExt cx="3118306" cy="1659276"/>
          </a:xfrm>
        </p:grpSpPr>
        <p:pic>
          <p:nvPicPr>
            <p:cNvPr id="1489" name="Google Shape;1489;p17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1490" name="Google Shape;1490;p17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1491" name="Google Shape;1491;p17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2026 Snowflake Inc. All Rights Reserved</a:t>
            </a:r>
            <a:endParaRPr b="0" i="0" sz="600" u="none" cap="none" strike="noStrike">
              <a:solidFill>
                <a:schemeClr val="dk1"/>
              </a:solidFill>
              <a:latin typeface="Arial"/>
              <a:ea typeface="Arial"/>
              <a:cs typeface="Arial"/>
              <a:sym typeface="Arial"/>
            </a:endParaRPr>
          </a:p>
        </p:txBody>
      </p:sp>
      <p:sp>
        <p:nvSpPr>
          <p:cNvPr id="1492" name="Google Shape;1492;p177"/>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74000"/>
              </a:lnSpc>
              <a:spcBef>
                <a:spcPts val="0"/>
              </a:spcBef>
              <a:spcAft>
                <a:spcPts val="0"/>
              </a:spcAft>
              <a:buSzPts val="1400"/>
              <a:buFont typeface="Arial Black"/>
              <a:buNone/>
              <a:defRPr b="0" sz="1800">
                <a:latin typeface="Arial Black"/>
                <a:ea typeface="Arial Black"/>
                <a:cs typeface="Arial Black"/>
                <a:sym typeface="Arial Black"/>
              </a:defRPr>
            </a:lvl2pPr>
            <a:lvl3pPr lvl="2" algn="l">
              <a:lnSpc>
                <a:spcPct val="74000"/>
              </a:lnSpc>
              <a:spcBef>
                <a:spcPts val="0"/>
              </a:spcBef>
              <a:spcAft>
                <a:spcPts val="0"/>
              </a:spcAft>
              <a:buSzPts val="1400"/>
              <a:buFont typeface="Arial Black"/>
              <a:buNone/>
              <a:defRPr b="0" sz="1800">
                <a:latin typeface="Arial Black"/>
                <a:ea typeface="Arial Black"/>
                <a:cs typeface="Arial Black"/>
                <a:sym typeface="Arial Black"/>
              </a:defRPr>
            </a:lvl3pPr>
            <a:lvl4pPr lvl="3" algn="l">
              <a:lnSpc>
                <a:spcPct val="74000"/>
              </a:lnSpc>
              <a:spcBef>
                <a:spcPts val="0"/>
              </a:spcBef>
              <a:spcAft>
                <a:spcPts val="0"/>
              </a:spcAft>
              <a:buSzPts val="1400"/>
              <a:buFont typeface="Arial Black"/>
              <a:buNone/>
              <a:defRPr b="0" sz="1800">
                <a:latin typeface="Arial Black"/>
                <a:ea typeface="Arial Black"/>
                <a:cs typeface="Arial Black"/>
                <a:sym typeface="Arial Black"/>
              </a:defRPr>
            </a:lvl4pPr>
            <a:lvl5pPr lvl="4" algn="l">
              <a:lnSpc>
                <a:spcPct val="74000"/>
              </a:lnSpc>
              <a:spcBef>
                <a:spcPts val="0"/>
              </a:spcBef>
              <a:spcAft>
                <a:spcPts val="0"/>
              </a:spcAft>
              <a:buSzPts val="1400"/>
              <a:buFont typeface="Arial Black"/>
              <a:buNone/>
              <a:defRPr b="0" sz="1800">
                <a:latin typeface="Arial Black"/>
                <a:ea typeface="Arial Black"/>
                <a:cs typeface="Arial Black"/>
                <a:sym typeface="Arial Black"/>
              </a:defRPr>
            </a:lvl5pPr>
            <a:lvl6pPr lvl="5" algn="l">
              <a:lnSpc>
                <a:spcPct val="74000"/>
              </a:lnSpc>
              <a:spcBef>
                <a:spcPts val="0"/>
              </a:spcBef>
              <a:spcAft>
                <a:spcPts val="0"/>
              </a:spcAft>
              <a:buSzPts val="1400"/>
              <a:buFont typeface="Arial Black"/>
              <a:buNone/>
              <a:defRPr b="0" sz="1800">
                <a:latin typeface="Arial Black"/>
                <a:ea typeface="Arial Black"/>
                <a:cs typeface="Arial Black"/>
                <a:sym typeface="Arial Black"/>
              </a:defRPr>
            </a:lvl6pPr>
            <a:lvl7pPr lvl="6" algn="l">
              <a:lnSpc>
                <a:spcPct val="74000"/>
              </a:lnSpc>
              <a:spcBef>
                <a:spcPts val="0"/>
              </a:spcBef>
              <a:spcAft>
                <a:spcPts val="0"/>
              </a:spcAft>
              <a:buSzPts val="1400"/>
              <a:buFont typeface="Arial Black"/>
              <a:buNone/>
              <a:defRPr b="0" sz="1800">
                <a:latin typeface="Arial Black"/>
                <a:ea typeface="Arial Black"/>
                <a:cs typeface="Arial Black"/>
                <a:sym typeface="Arial Black"/>
              </a:defRPr>
            </a:lvl7pPr>
            <a:lvl8pPr lvl="7" algn="l">
              <a:lnSpc>
                <a:spcPct val="74000"/>
              </a:lnSpc>
              <a:spcBef>
                <a:spcPts val="0"/>
              </a:spcBef>
              <a:spcAft>
                <a:spcPts val="0"/>
              </a:spcAft>
              <a:buSzPts val="1400"/>
              <a:buFont typeface="Arial Black"/>
              <a:buNone/>
              <a:defRPr b="0" sz="1800">
                <a:latin typeface="Arial Black"/>
                <a:ea typeface="Arial Black"/>
                <a:cs typeface="Arial Black"/>
                <a:sym typeface="Arial Black"/>
              </a:defRPr>
            </a:lvl8pPr>
            <a:lvl9pPr lvl="8" algn="l">
              <a:lnSpc>
                <a:spcPct val="74000"/>
              </a:lnSpc>
              <a:spcBef>
                <a:spcPts val="0"/>
              </a:spcBef>
              <a:spcAft>
                <a:spcPts val="0"/>
              </a:spcAft>
              <a:buSzPts val="1400"/>
              <a:buFont typeface="Arial Black"/>
              <a:buNone/>
              <a:defRPr b="0" sz="1800">
                <a:latin typeface="Arial Black"/>
                <a:ea typeface="Arial Black"/>
                <a:cs typeface="Arial Black"/>
                <a:sym typeface="Arial Black"/>
              </a:defRPr>
            </a:lvl9pPr>
          </a:lstStyle>
          <a:p/>
        </p:txBody>
      </p:sp>
      <p:sp>
        <p:nvSpPr>
          <p:cNvPr id="1493" name="Google Shape;1493;p17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94" name="Google Shape;1494;p17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95" name="Google Shape;1495;p17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496" name="Shape 1496"/>
        <p:cNvGrpSpPr/>
        <p:nvPr/>
      </p:nvGrpSpPr>
      <p:grpSpPr>
        <a:xfrm>
          <a:off x="0" y="0"/>
          <a:ext cx="0" cy="0"/>
          <a:chOff x="0" y="0"/>
          <a:chExt cx="0" cy="0"/>
        </a:xfrm>
      </p:grpSpPr>
      <p:sp>
        <p:nvSpPr>
          <p:cNvPr id="1497" name="Google Shape;1497;p17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2026 Snowflake Inc. All Rights Reserved</a:t>
            </a:r>
            <a:endParaRPr b="0" i="0" sz="600" u="none" cap="none" strike="noStrike">
              <a:solidFill>
                <a:schemeClr val="dk1"/>
              </a:solidFill>
              <a:latin typeface="Arial"/>
              <a:ea typeface="Arial"/>
              <a:cs typeface="Arial"/>
              <a:sym typeface="Arial"/>
            </a:endParaRPr>
          </a:p>
        </p:txBody>
      </p:sp>
      <p:sp>
        <p:nvSpPr>
          <p:cNvPr id="1498" name="Google Shape;1498;p178"/>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algn="l">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algn="l">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1499" name="Google Shape;1499;p17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i="0"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500" name="Google Shape;1500;p17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i="0"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501" name="Google Shape;1501;p17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1502" name="Shape 1502"/>
        <p:cNvGrpSpPr/>
        <p:nvPr/>
      </p:nvGrpSpPr>
      <p:grpSpPr>
        <a:xfrm>
          <a:off x="0" y="0"/>
          <a:ext cx="0" cy="0"/>
          <a:chOff x="0" y="0"/>
          <a:chExt cx="0" cy="0"/>
        </a:xfrm>
      </p:grpSpPr>
      <p:grpSp>
        <p:nvGrpSpPr>
          <p:cNvPr id="1503" name="Google Shape;1503;p179"/>
          <p:cNvGrpSpPr/>
          <p:nvPr/>
        </p:nvGrpSpPr>
        <p:grpSpPr>
          <a:xfrm rot="-5400000">
            <a:off x="3113903" y="1996926"/>
            <a:ext cx="5157146" cy="1163295"/>
            <a:chOff x="49487" y="3735321"/>
            <a:chExt cx="6094477" cy="1408177"/>
          </a:xfrm>
        </p:grpSpPr>
        <p:pic>
          <p:nvPicPr>
            <p:cNvPr id="1504" name="Google Shape;1504;p179"/>
            <p:cNvPicPr preferRelativeResize="0"/>
            <p:nvPr/>
          </p:nvPicPr>
          <p:blipFill rotWithShape="1">
            <a:blip r:embed="rId2">
              <a:alphaModFix/>
            </a:blip>
            <a:srcRect b="0" l="0" r="0" t="0"/>
            <a:stretch/>
          </p:blipFill>
          <p:spPr>
            <a:xfrm>
              <a:off x="49487" y="3735321"/>
              <a:ext cx="3044952" cy="1408177"/>
            </a:xfrm>
            <a:prstGeom prst="rect">
              <a:avLst/>
            </a:prstGeom>
            <a:noFill/>
            <a:ln>
              <a:noFill/>
            </a:ln>
          </p:spPr>
        </p:pic>
        <p:pic>
          <p:nvPicPr>
            <p:cNvPr id="1505" name="Google Shape;1505;p17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1506" name="Google Shape;1506;p179"/>
          <p:cNvGrpSpPr/>
          <p:nvPr/>
        </p:nvGrpSpPr>
        <p:grpSpPr>
          <a:xfrm rot="-5400000">
            <a:off x="3113903" y="1996926"/>
            <a:ext cx="5157146" cy="1163295"/>
            <a:chOff x="49487" y="3735321"/>
            <a:chExt cx="6094477" cy="1408177"/>
          </a:xfrm>
        </p:grpSpPr>
        <p:pic>
          <p:nvPicPr>
            <p:cNvPr id="1507" name="Google Shape;1507;p179"/>
            <p:cNvPicPr preferRelativeResize="0"/>
            <p:nvPr/>
          </p:nvPicPr>
          <p:blipFill rotWithShape="1">
            <a:blip r:embed="rId2">
              <a:alphaModFix/>
            </a:blip>
            <a:srcRect b="0" l="0" r="0" t="0"/>
            <a:stretch/>
          </p:blipFill>
          <p:spPr>
            <a:xfrm>
              <a:off x="49487" y="3735321"/>
              <a:ext cx="3044952" cy="1408177"/>
            </a:xfrm>
            <a:prstGeom prst="rect">
              <a:avLst/>
            </a:prstGeom>
            <a:noFill/>
            <a:ln>
              <a:noFill/>
            </a:ln>
          </p:spPr>
        </p:pic>
        <p:pic>
          <p:nvPicPr>
            <p:cNvPr id="1508" name="Google Shape;1508;p17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1509" name="Google Shape;1509;p17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10" name="Google Shape;1510;p17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2026 Snowflake Inc. All Rights Reserved</a:t>
            </a:r>
            <a:endParaRPr b="0" i="0" sz="600" u="none" cap="none" strike="noStrike">
              <a:solidFill>
                <a:schemeClr val="dk1"/>
              </a:solidFill>
              <a:latin typeface="Arial"/>
              <a:ea typeface="Arial"/>
              <a:cs typeface="Arial"/>
              <a:sym typeface="Arial"/>
            </a:endParaRPr>
          </a:p>
        </p:txBody>
      </p:sp>
      <p:sp>
        <p:nvSpPr>
          <p:cNvPr id="1511" name="Google Shape;1511;p179"/>
          <p:cNvSpPr txBox="1"/>
          <p:nvPr>
            <p:ph type="title"/>
          </p:nvPr>
        </p:nvSpPr>
        <p:spPr>
          <a:xfrm>
            <a:off x="366600" y="1188725"/>
            <a:ext cx="5730900" cy="1920300"/>
          </a:xfrm>
          <a:prstGeom prst="rect">
            <a:avLst/>
          </a:prstGeom>
          <a:noFill/>
          <a:ln>
            <a:noFill/>
          </a:ln>
        </p:spPr>
        <p:txBody>
          <a:bodyPr anchorCtr="0" anchor="b" bIns="91425" lIns="91425" spcFirstLastPara="1" rIns="91425" wrap="square" tIns="91425">
            <a:noAutofit/>
          </a:bodyPr>
          <a:lstStyle>
            <a:lvl1pPr lvl="0" marR="0" algn="l">
              <a:lnSpc>
                <a:spcPct val="85000"/>
              </a:lnSpc>
              <a:spcBef>
                <a:spcPts val="0"/>
              </a:spcBef>
              <a:spcAft>
                <a:spcPts val="0"/>
              </a:spcAft>
              <a:buClr>
                <a:schemeClr val="dk1"/>
              </a:buClr>
              <a:buSzPts val="4400"/>
              <a:buNone/>
              <a:defRPr sz="4400"/>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512" name="Google Shape;1512;p17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sz="18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513" name="Google Shape;1513;p17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sz="1400" u="none" cap="none" strike="noStrike">
                <a:solidFill>
                  <a:schemeClr val="dk1"/>
                </a:solidFill>
              </a:defRPr>
            </a:lvl1pPr>
            <a:lvl2pPr lvl="1" algn="l">
              <a:lnSpc>
                <a:spcPct val="105000"/>
              </a:lnSpc>
              <a:spcBef>
                <a:spcPts val="0"/>
              </a:spcBef>
              <a:spcAft>
                <a:spcPts val="0"/>
              </a:spcAft>
              <a:buSzPts val="1400"/>
              <a:buFont typeface="Arial"/>
              <a:buNone/>
              <a:defRPr sz="1800">
                <a:latin typeface="Arial"/>
                <a:ea typeface="Arial"/>
                <a:cs typeface="Arial"/>
                <a:sym typeface="Arial"/>
              </a:defRPr>
            </a:lvl2pPr>
            <a:lvl3pPr lvl="2" algn="l">
              <a:lnSpc>
                <a:spcPct val="105000"/>
              </a:lnSpc>
              <a:spcBef>
                <a:spcPts val="1000"/>
              </a:spcBef>
              <a:spcAft>
                <a:spcPts val="0"/>
              </a:spcAft>
              <a:buSzPts val="1400"/>
              <a:buFont typeface="Arial"/>
              <a:buNone/>
              <a:defRPr sz="1800">
                <a:latin typeface="Arial"/>
                <a:ea typeface="Arial"/>
                <a:cs typeface="Arial"/>
                <a:sym typeface="Arial"/>
              </a:defRPr>
            </a:lvl3pPr>
            <a:lvl4pPr lvl="3" algn="l">
              <a:lnSpc>
                <a:spcPct val="105000"/>
              </a:lnSpc>
              <a:spcBef>
                <a:spcPts val="1000"/>
              </a:spcBef>
              <a:spcAft>
                <a:spcPts val="0"/>
              </a:spcAft>
              <a:buSzPts val="1400"/>
              <a:buFont typeface="Arial"/>
              <a:buNone/>
              <a:defRPr sz="1800">
                <a:latin typeface="Arial"/>
                <a:ea typeface="Arial"/>
                <a:cs typeface="Arial"/>
                <a:sym typeface="Arial"/>
              </a:defRPr>
            </a:lvl4pPr>
            <a:lvl5pPr lvl="4" algn="l">
              <a:lnSpc>
                <a:spcPct val="105000"/>
              </a:lnSpc>
              <a:spcBef>
                <a:spcPts val="1000"/>
              </a:spcBef>
              <a:spcAft>
                <a:spcPts val="0"/>
              </a:spcAft>
              <a:buSzPts val="1400"/>
              <a:buFont typeface="Arial"/>
              <a:buNone/>
              <a:defRPr sz="1800">
                <a:latin typeface="Arial"/>
                <a:ea typeface="Arial"/>
                <a:cs typeface="Arial"/>
                <a:sym typeface="Arial"/>
              </a:defRPr>
            </a:lvl5pPr>
            <a:lvl6pPr lvl="5" algn="l">
              <a:lnSpc>
                <a:spcPct val="105000"/>
              </a:lnSpc>
              <a:spcBef>
                <a:spcPts val="1000"/>
              </a:spcBef>
              <a:spcAft>
                <a:spcPts val="0"/>
              </a:spcAft>
              <a:buSzPts val="1400"/>
              <a:buFont typeface="Arial"/>
              <a:buNone/>
              <a:defRPr sz="1800">
                <a:latin typeface="Arial"/>
                <a:ea typeface="Arial"/>
                <a:cs typeface="Arial"/>
                <a:sym typeface="Arial"/>
              </a:defRPr>
            </a:lvl6pPr>
            <a:lvl7pPr lvl="6" algn="l">
              <a:lnSpc>
                <a:spcPct val="105000"/>
              </a:lnSpc>
              <a:spcBef>
                <a:spcPts val="1000"/>
              </a:spcBef>
              <a:spcAft>
                <a:spcPts val="0"/>
              </a:spcAft>
              <a:buSzPts val="1400"/>
              <a:buFont typeface="Arial"/>
              <a:buNone/>
              <a:defRPr sz="1800">
                <a:latin typeface="Arial"/>
                <a:ea typeface="Arial"/>
                <a:cs typeface="Arial"/>
                <a:sym typeface="Arial"/>
              </a:defRPr>
            </a:lvl7pPr>
            <a:lvl8pPr lvl="7" algn="l">
              <a:lnSpc>
                <a:spcPct val="105000"/>
              </a:lnSpc>
              <a:spcBef>
                <a:spcPts val="1000"/>
              </a:spcBef>
              <a:spcAft>
                <a:spcPts val="0"/>
              </a:spcAft>
              <a:buSzPts val="1400"/>
              <a:buFont typeface="Arial"/>
              <a:buNone/>
              <a:defRPr sz="1800">
                <a:latin typeface="Arial"/>
                <a:ea typeface="Arial"/>
                <a:cs typeface="Arial"/>
                <a:sym typeface="Arial"/>
              </a:defRPr>
            </a:lvl8pPr>
            <a:lvl9pPr lvl="8" algn="l">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514" name="Google Shape;1514;p179"/>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17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1516" name="Shape 1516"/>
        <p:cNvGrpSpPr/>
        <p:nvPr/>
      </p:nvGrpSpPr>
      <p:grpSpPr>
        <a:xfrm>
          <a:off x="0" y="0"/>
          <a:ext cx="0" cy="0"/>
          <a:chOff x="0" y="0"/>
          <a:chExt cx="0" cy="0"/>
        </a:xfrm>
      </p:grpSpPr>
      <p:sp>
        <p:nvSpPr>
          <p:cNvPr id="1517" name="Google Shape;1517;p18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518" name="Google Shape;1518;p18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19" name="Google Shape;1519;p18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1520" name="Shape 1520"/>
        <p:cNvGrpSpPr/>
        <p:nvPr/>
      </p:nvGrpSpPr>
      <p:grpSpPr>
        <a:xfrm>
          <a:off x="0" y="0"/>
          <a:ext cx="0" cy="0"/>
          <a:chOff x="0" y="0"/>
          <a:chExt cx="0" cy="0"/>
        </a:xfrm>
      </p:grpSpPr>
      <p:sp>
        <p:nvSpPr>
          <p:cNvPr id="1521" name="Google Shape;1521;p18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22" name="Google Shape;1522;p18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1523" name="Google Shape;1523;p181"/>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524" name="Google Shape;1524;p181"/>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1525" name="Google Shape;1525;p18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1526" name="Shape 1526"/>
        <p:cNvGrpSpPr/>
        <p:nvPr/>
      </p:nvGrpSpPr>
      <p:grpSpPr>
        <a:xfrm>
          <a:off x="0" y="0"/>
          <a:ext cx="0" cy="0"/>
          <a:chOff x="0" y="0"/>
          <a:chExt cx="0" cy="0"/>
        </a:xfrm>
      </p:grpSpPr>
      <p:grpSp>
        <p:nvGrpSpPr>
          <p:cNvPr id="1527" name="Google Shape;1527;p182"/>
          <p:cNvGrpSpPr/>
          <p:nvPr/>
        </p:nvGrpSpPr>
        <p:grpSpPr>
          <a:xfrm>
            <a:off x="-10" y="3770440"/>
            <a:ext cx="9143997" cy="1371564"/>
            <a:chOff x="-10" y="3735321"/>
            <a:chExt cx="9139427" cy="1408177"/>
          </a:xfrm>
        </p:grpSpPr>
        <p:pic>
          <p:nvPicPr>
            <p:cNvPr id="1528" name="Google Shape;1528;p182"/>
            <p:cNvPicPr preferRelativeResize="0"/>
            <p:nvPr/>
          </p:nvPicPr>
          <p:blipFill rotWithShape="1">
            <a:blip r:embed="rId2">
              <a:alphaModFix amt="72000"/>
            </a:blip>
            <a:srcRect b="0" l="0" r="0" t="0"/>
            <a:stretch/>
          </p:blipFill>
          <p:spPr>
            <a:xfrm>
              <a:off x="-10" y="3735321"/>
              <a:ext cx="3044952" cy="1408177"/>
            </a:xfrm>
            <a:prstGeom prst="rect">
              <a:avLst/>
            </a:prstGeom>
            <a:noFill/>
            <a:ln>
              <a:noFill/>
            </a:ln>
          </p:spPr>
        </p:pic>
        <p:pic>
          <p:nvPicPr>
            <p:cNvPr id="1529" name="Google Shape;1529;p18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1530" name="Google Shape;1530;p18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1531" name="Google Shape;1531;p18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32" name="Google Shape;1532;p18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33" name="Google Shape;1533;p18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1534" name="Shape 1534"/>
        <p:cNvGrpSpPr/>
        <p:nvPr/>
      </p:nvGrpSpPr>
      <p:grpSpPr>
        <a:xfrm>
          <a:off x="0" y="0"/>
          <a:ext cx="0" cy="0"/>
          <a:chOff x="0" y="0"/>
          <a:chExt cx="0" cy="0"/>
        </a:xfrm>
      </p:grpSpPr>
      <p:sp>
        <p:nvSpPr>
          <p:cNvPr id="1535" name="Google Shape;1535;p18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36" name="Google Shape;1536;p18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1537" name="Google Shape;1537;p183"/>
          <p:cNvGrpSpPr/>
          <p:nvPr/>
        </p:nvGrpSpPr>
        <p:grpSpPr>
          <a:xfrm>
            <a:off x="4" y="1803975"/>
            <a:ext cx="9143996" cy="3339526"/>
            <a:chOff x="4" y="1803975"/>
            <a:chExt cx="9143996" cy="3339526"/>
          </a:xfrm>
        </p:grpSpPr>
        <p:pic>
          <p:nvPicPr>
            <p:cNvPr id="1538" name="Google Shape;1538;p18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1539" name="Google Shape;1539;p18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1540" name="Google Shape;1540;p18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1541" name="Shape 1541"/>
        <p:cNvGrpSpPr/>
        <p:nvPr/>
      </p:nvGrpSpPr>
      <p:grpSpPr>
        <a:xfrm>
          <a:off x="0" y="0"/>
          <a:ext cx="0" cy="0"/>
          <a:chOff x="0" y="0"/>
          <a:chExt cx="0" cy="0"/>
        </a:xfrm>
      </p:grpSpPr>
      <p:sp>
        <p:nvSpPr>
          <p:cNvPr id="1542" name="Google Shape;1542;p18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43" name="Google Shape;1543;p18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1544" name="Google Shape;1544;p184"/>
          <p:cNvGrpSpPr/>
          <p:nvPr/>
        </p:nvGrpSpPr>
        <p:grpSpPr>
          <a:xfrm rot="-5400000">
            <a:off x="5223451" y="1196297"/>
            <a:ext cx="5164226" cy="2747928"/>
            <a:chOff x="1155183" y="3814094"/>
            <a:chExt cx="3118306" cy="1659276"/>
          </a:xfrm>
        </p:grpSpPr>
        <p:pic>
          <p:nvPicPr>
            <p:cNvPr id="1545" name="Google Shape;1545;p18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1546" name="Google Shape;1546;p18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1547" name="Google Shape;1547;p18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1548" name="Shape 1548"/>
        <p:cNvGrpSpPr/>
        <p:nvPr/>
      </p:nvGrpSpPr>
      <p:grpSpPr>
        <a:xfrm>
          <a:off x="0" y="0"/>
          <a:ext cx="0" cy="0"/>
          <a:chOff x="0" y="0"/>
          <a:chExt cx="0" cy="0"/>
        </a:xfrm>
      </p:grpSpPr>
      <p:sp>
        <p:nvSpPr>
          <p:cNvPr id="1549" name="Google Shape;1549;p185"/>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b="1"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550" name="Google Shape;1550;p18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51" name="Google Shape;1551;p18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52" name="Google Shape;1552;p18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553" name="Google Shape;1553;p185"/>
          <p:cNvGrpSpPr/>
          <p:nvPr/>
        </p:nvGrpSpPr>
        <p:grpSpPr>
          <a:xfrm>
            <a:off x="457209" y="474129"/>
            <a:ext cx="1177786" cy="857849"/>
            <a:chOff x="865451" y="2114550"/>
            <a:chExt cx="3399093" cy="2475755"/>
          </a:xfrm>
        </p:grpSpPr>
        <p:sp>
          <p:nvSpPr>
            <p:cNvPr id="1554" name="Google Shape;1554;p18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55" name="Google Shape;1555;p18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556" name="Google Shape;1556;p185"/>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1557" name="Shape 1557"/>
        <p:cNvGrpSpPr/>
        <p:nvPr/>
      </p:nvGrpSpPr>
      <p:grpSpPr>
        <a:xfrm>
          <a:off x="0" y="0"/>
          <a:ext cx="0" cy="0"/>
          <a:chOff x="0" y="0"/>
          <a:chExt cx="0" cy="0"/>
        </a:xfrm>
      </p:grpSpPr>
      <p:sp>
        <p:nvSpPr>
          <p:cNvPr id="1558" name="Google Shape;1558;p18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200"/>
              <a:buNone/>
              <a:defRPr b="1" sz="4200" cap="none">
                <a:solidFill>
                  <a:schemeClr val="dk1"/>
                </a:solidFill>
              </a:defRPr>
            </a:lvl1pPr>
            <a:lvl2pPr indent="-342900" lvl="1" marL="914400" algn="l">
              <a:lnSpc>
                <a:spcPct val="100000"/>
              </a:lnSpc>
              <a:spcBef>
                <a:spcPts val="1000"/>
              </a:spcBef>
              <a:spcAft>
                <a:spcPts val="0"/>
              </a:spcAft>
              <a:buClr>
                <a:schemeClr val="dk1"/>
              </a:buClr>
              <a:buSzPts val="1800"/>
              <a:buChar char="•"/>
              <a:defRPr>
                <a:solidFill>
                  <a:schemeClr val="dk1"/>
                </a:solidFill>
              </a:defRPr>
            </a:lvl2pPr>
            <a:lvl3pPr indent="-342900" lvl="2" marL="1371600" algn="l">
              <a:lnSpc>
                <a:spcPct val="100000"/>
              </a:lnSpc>
              <a:spcBef>
                <a:spcPts val="1000"/>
              </a:spcBef>
              <a:spcAft>
                <a:spcPts val="0"/>
              </a:spcAft>
              <a:buClr>
                <a:schemeClr val="dk1"/>
              </a:buClr>
              <a:buSzPts val="1800"/>
              <a:buChar char="•"/>
              <a:defRPr>
                <a:solidFill>
                  <a:schemeClr val="dk1"/>
                </a:solidFill>
              </a:defRPr>
            </a:lvl3pPr>
            <a:lvl4pPr indent="-342900" lvl="3" marL="1828800" algn="l">
              <a:lnSpc>
                <a:spcPct val="100000"/>
              </a:lnSpc>
              <a:spcBef>
                <a:spcPts val="1000"/>
              </a:spcBef>
              <a:spcAft>
                <a:spcPts val="0"/>
              </a:spcAft>
              <a:buClr>
                <a:schemeClr val="dk1"/>
              </a:buClr>
              <a:buSzPts val="1800"/>
              <a:buChar char="•"/>
              <a:defRPr>
                <a:solidFill>
                  <a:schemeClr val="dk1"/>
                </a:solidFill>
              </a:defRPr>
            </a:lvl4pPr>
            <a:lvl5pPr indent="-342900" lvl="4" marL="2286000" algn="l">
              <a:lnSpc>
                <a:spcPct val="100000"/>
              </a:lnSpc>
              <a:spcBef>
                <a:spcPts val="1000"/>
              </a:spcBef>
              <a:spcAft>
                <a:spcPts val="0"/>
              </a:spcAft>
              <a:buClr>
                <a:schemeClr val="dk1"/>
              </a:buClr>
              <a:buSzPts val="1800"/>
              <a:buChar char="•"/>
              <a:defRPr>
                <a:solidFill>
                  <a:schemeClr val="dk1"/>
                </a:solidFill>
              </a:defRPr>
            </a:lvl5pPr>
            <a:lvl6pPr indent="-342900" lvl="5" marL="2743200" algn="l">
              <a:lnSpc>
                <a:spcPct val="100000"/>
              </a:lnSpc>
              <a:spcBef>
                <a:spcPts val="1000"/>
              </a:spcBef>
              <a:spcAft>
                <a:spcPts val="0"/>
              </a:spcAft>
              <a:buClr>
                <a:schemeClr val="dk1"/>
              </a:buClr>
              <a:buSzPts val="1800"/>
              <a:buChar char="•"/>
              <a:defRPr>
                <a:solidFill>
                  <a:schemeClr val="dk1"/>
                </a:solidFill>
              </a:defRPr>
            </a:lvl6pPr>
            <a:lvl7pPr indent="-342900" lvl="6" marL="3200400" algn="l">
              <a:lnSpc>
                <a:spcPct val="100000"/>
              </a:lnSpc>
              <a:spcBef>
                <a:spcPts val="1000"/>
              </a:spcBef>
              <a:spcAft>
                <a:spcPts val="0"/>
              </a:spcAft>
              <a:buClr>
                <a:schemeClr val="dk1"/>
              </a:buClr>
              <a:buSzPts val="1800"/>
              <a:buChar char="•"/>
              <a:defRPr>
                <a:solidFill>
                  <a:schemeClr val="dk1"/>
                </a:solidFill>
              </a:defRPr>
            </a:lvl7pPr>
            <a:lvl8pPr indent="-342900" lvl="7" marL="3657600" algn="l">
              <a:lnSpc>
                <a:spcPct val="100000"/>
              </a:lnSpc>
              <a:spcBef>
                <a:spcPts val="1000"/>
              </a:spcBef>
              <a:spcAft>
                <a:spcPts val="0"/>
              </a:spcAft>
              <a:buClr>
                <a:schemeClr val="dk1"/>
              </a:buClr>
              <a:buSzPts val="1800"/>
              <a:buChar char="•"/>
              <a:defRPr>
                <a:solidFill>
                  <a:schemeClr val="dk1"/>
                </a:solidFill>
              </a:defRPr>
            </a:lvl8pPr>
            <a:lvl9pPr indent="-342900" lvl="8" marL="4114800" algn="l">
              <a:lnSpc>
                <a:spcPct val="100000"/>
              </a:lnSpc>
              <a:spcBef>
                <a:spcPts val="1000"/>
              </a:spcBef>
              <a:spcAft>
                <a:spcPts val="1000"/>
              </a:spcAft>
              <a:buClr>
                <a:schemeClr val="dk1"/>
              </a:buClr>
              <a:buSzPts val="1800"/>
              <a:buChar char="•"/>
              <a:defRPr>
                <a:solidFill>
                  <a:schemeClr val="dk1"/>
                </a:solidFill>
              </a:defRPr>
            </a:lvl9pPr>
          </a:lstStyle>
          <a:p/>
        </p:txBody>
      </p:sp>
      <p:grpSp>
        <p:nvGrpSpPr>
          <p:cNvPr id="1559" name="Google Shape;1559;p186"/>
          <p:cNvGrpSpPr/>
          <p:nvPr/>
        </p:nvGrpSpPr>
        <p:grpSpPr>
          <a:xfrm>
            <a:off x="457209" y="474129"/>
            <a:ext cx="1177786" cy="857849"/>
            <a:chOff x="865451" y="2114550"/>
            <a:chExt cx="3399093" cy="2475755"/>
          </a:xfrm>
        </p:grpSpPr>
        <p:sp>
          <p:nvSpPr>
            <p:cNvPr id="1560" name="Google Shape;1560;p18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61" name="Google Shape;1561;p18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562" name="Google Shape;1562;p186"/>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600"/>
              <a:buNone/>
              <a:defRPr b="1" sz="1600">
                <a:solidFill>
                  <a:srgbClr val="5B5B5B"/>
                </a:solidFill>
              </a:defRPr>
            </a:lvl1pPr>
            <a:lvl2pPr lvl="1" algn="l">
              <a:lnSpc>
                <a:spcPct val="115000"/>
              </a:lnSpc>
              <a:spcBef>
                <a:spcPts val="1000"/>
              </a:spcBef>
              <a:spcAft>
                <a:spcPts val="0"/>
              </a:spcAft>
              <a:buClr>
                <a:srgbClr val="5B5B5B"/>
              </a:buClr>
              <a:buSzPts val="1800"/>
              <a:buNone/>
              <a:defRPr b="1">
                <a:solidFill>
                  <a:srgbClr val="5B5B5B"/>
                </a:solidFill>
              </a:defRPr>
            </a:lvl2pPr>
            <a:lvl3pPr lvl="2" algn="l">
              <a:lnSpc>
                <a:spcPct val="115000"/>
              </a:lnSpc>
              <a:spcBef>
                <a:spcPts val="1000"/>
              </a:spcBef>
              <a:spcAft>
                <a:spcPts val="0"/>
              </a:spcAft>
              <a:buClr>
                <a:srgbClr val="5B5B5B"/>
              </a:buClr>
              <a:buSzPts val="1400"/>
              <a:buNone/>
              <a:defRPr b="1">
                <a:solidFill>
                  <a:srgbClr val="5B5B5B"/>
                </a:solidFill>
              </a:defRPr>
            </a:lvl3pPr>
            <a:lvl4pPr lvl="3" algn="l">
              <a:lnSpc>
                <a:spcPct val="115000"/>
              </a:lnSpc>
              <a:spcBef>
                <a:spcPts val="1000"/>
              </a:spcBef>
              <a:spcAft>
                <a:spcPts val="0"/>
              </a:spcAft>
              <a:buClr>
                <a:srgbClr val="5B5B5B"/>
              </a:buClr>
              <a:buSzPts val="1400"/>
              <a:buNone/>
              <a:defRPr b="1">
                <a:solidFill>
                  <a:srgbClr val="5B5B5B"/>
                </a:solidFill>
              </a:defRPr>
            </a:lvl4pPr>
            <a:lvl5pPr lvl="4" algn="l">
              <a:lnSpc>
                <a:spcPct val="115000"/>
              </a:lnSpc>
              <a:spcBef>
                <a:spcPts val="1000"/>
              </a:spcBef>
              <a:spcAft>
                <a:spcPts val="0"/>
              </a:spcAft>
              <a:buClr>
                <a:srgbClr val="5B5B5B"/>
              </a:buClr>
              <a:buSzPts val="1400"/>
              <a:buNone/>
              <a:defRPr b="1">
                <a:solidFill>
                  <a:srgbClr val="5B5B5B"/>
                </a:solidFill>
              </a:defRPr>
            </a:lvl5pPr>
            <a:lvl6pPr lvl="5" algn="l">
              <a:lnSpc>
                <a:spcPct val="115000"/>
              </a:lnSpc>
              <a:spcBef>
                <a:spcPts val="1000"/>
              </a:spcBef>
              <a:spcAft>
                <a:spcPts val="0"/>
              </a:spcAft>
              <a:buClr>
                <a:srgbClr val="5B5B5B"/>
              </a:buClr>
              <a:buSzPts val="1400"/>
              <a:buNone/>
              <a:defRPr b="1">
                <a:solidFill>
                  <a:srgbClr val="5B5B5B"/>
                </a:solidFill>
              </a:defRPr>
            </a:lvl6pPr>
            <a:lvl7pPr lvl="6" algn="l">
              <a:lnSpc>
                <a:spcPct val="115000"/>
              </a:lnSpc>
              <a:spcBef>
                <a:spcPts val="1000"/>
              </a:spcBef>
              <a:spcAft>
                <a:spcPts val="0"/>
              </a:spcAft>
              <a:buClr>
                <a:srgbClr val="5B5B5B"/>
              </a:buClr>
              <a:buSzPts val="1400"/>
              <a:buNone/>
              <a:defRPr b="1">
                <a:solidFill>
                  <a:srgbClr val="5B5B5B"/>
                </a:solidFill>
              </a:defRPr>
            </a:lvl7pPr>
            <a:lvl8pPr lvl="7" algn="l">
              <a:lnSpc>
                <a:spcPct val="115000"/>
              </a:lnSpc>
              <a:spcBef>
                <a:spcPts val="1000"/>
              </a:spcBef>
              <a:spcAft>
                <a:spcPts val="0"/>
              </a:spcAft>
              <a:buClr>
                <a:srgbClr val="5B5B5B"/>
              </a:buClr>
              <a:buSzPts val="1400"/>
              <a:buNone/>
              <a:defRPr b="1">
                <a:solidFill>
                  <a:srgbClr val="5B5B5B"/>
                </a:solidFill>
              </a:defRPr>
            </a:lvl8pPr>
            <a:lvl9pPr lvl="8" algn="l">
              <a:lnSpc>
                <a:spcPct val="115000"/>
              </a:lnSpc>
              <a:spcBef>
                <a:spcPts val="1000"/>
              </a:spcBef>
              <a:spcAft>
                <a:spcPts val="1000"/>
              </a:spcAft>
              <a:buClr>
                <a:srgbClr val="5B5B5B"/>
              </a:buClr>
              <a:buSzPts val="1400"/>
              <a:buNone/>
              <a:defRPr b="1">
                <a:solidFill>
                  <a:srgbClr val="5B5B5B"/>
                </a:solidFill>
              </a:defRPr>
            </a:lvl9pPr>
          </a:lstStyle>
          <a:p/>
        </p:txBody>
      </p:sp>
      <p:sp>
        <p:nvSpPr>
          <p:cNvPr id="1563" name="Google Shape;1563;p18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64" name="Google Shape;1564;p18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65" name="Google Shape;1565;p18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1566" name="Shape 1566"/>
        <p:cNvGrpSpPr/>
        <p:nvPr/>
      </p:nvGrpSpPr>
      <p:grpSpPr>
        <a:xfrm>
          <a:off x="0" y="0"/>
          <a:ext cx="0" cy="0"/>
          <a:chOff x="0" y="0"/>
          <a:chExt cx="0" cy="0"/>
        </a:xfrm>
      </p:grpSpPr>
      <p:sp>
        <p:nvSpPr>
          <p:cNvPr id="1567" name="Google Shape;1567;p187"/>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b="1"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568" name="Google Shape;1568;p18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69" name="Google Shape;1569;p18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70" name="Google Shape;1570;p18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571" name="Google Shape;1571;p187"/>
          <p:cNvGrpSpPr/>
          <p:nvPr/>
        </p:nvGrpSpPr>
        <p:grpSpPr>
          <a:xfrm>
            <a:off x="457209" y="474129"/>
            <a:ext cx="1177786" cy="857849"/>
            <a:chOff x="865451" y="2114550"/>
            <a:chExt cx="3399093" cy="2475755"/>
          </a:xfrm>
        </p:grpSpPr>
        <p:sp>
          <p:nvSpPr>
            <p:cNvPr id="1572" name="Google Shape;1572;p18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73" name="Google Shape;1573;p18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574" name="Google Shape;1574;p187"/>
          <p:cNvSpPr txBox="1"/>
          <p:nvPr>
            <p:ph idx="2" type="subTitle"/>
          </p:nvPr>
        </p:nvSpPr>
        <p:spPr>
          <a:xfrm>
            <a:off x="3017525" y="3999997"/>
            <a:ext cx="4206300" cy="6864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1575" name="Shape 1575"/>
        <p:cNvGrpSpPr/>
        <p:nvPr/>
      </p:nvGrpSpPr>
      <p:grpSpPr>
        <a:xfrm>
          <a:off x="0" y="0"/>
          <a:ext cx="0" cy="0"/>
          <a:chOff x="0" y="0"/>
          <a:chExt cx="0" cy="0"/>
        </a:xfrm>
      </p:grpSpPr>
      <p:sp>
        <p:nvSpPr>
          <p:cNvPr id="1576" name="Google Shape;1576;p188"/>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188"/>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Font typeface="Arial"/>
              <a:buNone/>
              <a:defRPr>
                <a:latin typeface="Arial"/>
                <a:ea typeface="Arial"/>
                <a:cs typeface="Arial"/>
                <a:sym typeface="Arial"/>
              </a:defRPr>
            </a:lvl2pPr>
            <a:lvl3pPr lvl="2" algn="l">
              <a:lnSpc>
                <a:spcPct val="85000"/>
              </a:lnSpc>
              <a:spcBef>
                <a:spcPts val="1000"/>
              </a:spcBef>
              <a:spcAft>
                <a:spcPts val="0"/>
              </a:spcAft>
              <a:buSzPts val="1400"/>
              <a:buFont typeface="Arial"/>
              <a:buNone/>
              <a:defRPr>
                <a:latin typeface="Arial"/>
                <a:ea typeface="Arial"/>
                <a:cs typeface="Arial"/>
                <a:sym typeface="Arial"/>
              </a:defRPr>
            </a:lvl3pPr>
            <a:lvl4pPr lvl="3" algn="l">
              <a:lnSpc>
                <a:spcPct val="85000"/>
              </a:lnSpc>
              <a:spcBef>
                <a:spcPts val="1000"/>
              </a:spcBef>
              <a:spcAft>
                <a:spcPts val="0"/>
              </a:spcAft>
              <a:buSzPts val="1400"/>
              <a:buFont typeface="Arial"/>
              <a:buNone/>
              <a:defRPr>
                <a:latin typeface="Arial"/>
                <a:ea typeface="Arial"/>
                <a:cs typeface="Arial"/>
                <a:sym typeface="Arial"/>
              </a:defRPr>
            </a:lvl4pPr>
            <a:lvl5pPr lvl="4" algn="l">
              <a:lnSpc>
                <a:spcPct val="85000"/>
              </a:lnSpc>
              <a:spcBef>
                <a:spcPts val="1000"/>
              </a:spcBef>
              <a:spcAft>
                <a:spcPts val="0"/>
              </a:spcAft>
              <a:buSzPts val="1400"/>
              <a:buFont typeface="Arial"/>
              <a:buNone/>
              <a:defRPr>
                <a:latin typeface="Arial"/>
                <a:ea typeface="Arial"/>
                <a:cs typeface="Arial"/>
                <a:sym typeface="Arial"/>
              </a:defRPr>
            </a:lvl5pPr>
            <a:lvl6pPr lvl="5" algn="l">
              <a:lnSpc>
                <a:spcPct val="85000"/>
              </a:lnSpc>
              <a:spcBef>
                <a:spcPts val="1000"/>
              </a:spcBef>
              <a:spcAft>
                <a:spcPts val="0"/>
              </a:spcAft>
              <a:buSzPts val="1400"/>
              <a:buFont typeface="Arial"/>
              <a:buNone/>
              <a:defRPr>
                <a:latin typeface="Arial"/>
                <a:ea typeface="Arial"/>
                <a:cs typeface="Arial"/>
                <a:sym typeface="Arial"/>
              </a:defRPr>
            </a:lvl6pPr>
            <a:lvl7pPr lvl="6" algn="l">
              <a:lnSpc>
                <a:spcPct val="85000"/>
              </a:lnSpc>
              <a:spcBef>
                <a:spcPts val="1000"/>
              </a:spcBef>
              <a:spcAft>
                <a:spcPts val="0"/>
              </a:spcAft>
              <a:buSzPts val="1400"/>
              <a:buFont typeface="Arial"/>
              <a:buNone/>
              <a:defRPr>
                <a:latin typeface="Arial"/>
                <a:ea typeface="Arial"/>
                <a:cs typeface="Arial"/>
                <a:sym typeface="Arial"/>
              </a:defRPr>
            </a:lvl7pPr>
            <a:lvl8pPr lvl="7" algn="l">
              <a:lnSpc>
                <a:spcPct val="85000"/>
              </a:lnSpc>
              <a:spcBef>
                <a:spcPts val="1000"/>
              </a:spcBef>
              <a:spcAft>
                <a:spcPts val="0"/>
              </a:spcAft>
              <a:buSzPts val="1400"/>
              <a:buFont typeface="Arial"/>
              <a:buNone/>
              <a:defRPr>
                <a:latin typeface="Arial"/>
                <a:ea typeface="Arial"/>
                <a:cs typeface="Arial"/>
                <a:sym typeface="Arial"/>
              </a:defRPr>
            </a:lvl8pPr>
            <a:lvl9pPr lvl="8" algn="l">
              <a:lnSpc>
                <a:spcPct val="85000"/>
              </a:lnSpc>
              <a:spcBef>
                <a:spcPts val="1000"/>
              </a:spcBef>
              <a:spcAft>
                <a:spcPts val="1000"/>
              </a:spcAft>
              <a:buSzPts val="1400"/>
              <a:buFont typeface="Arial"/>
              <a:buNone/>
              <a:defRPr>
                <a:latin typeface="Arial"/>
                <a:ea typeface="Arial"/>
                <a:cs typeface="Arial"/>
                <a:sym typeface="Arial"/>
              </a:defRPr>
            </a:lvl9pPr>
          </a:lstStyle>
          <a:p/>
        </p:txBody>
      </p:sp>
      <p:sp>
        <p:nvSpPr>
          <p:cNvPr id="1578" name="Google Shape;1578;p18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79" name="Google Shape;1579;p18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80" name="Google Shape;1580;p18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81" name="Google Shape;1581;p18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1582" name="Shape 1582"/>
        <p:cNvGrpSpPr/>
        <p:nvPr/>
      </p:nvGrpSpPr>
      <p:grpSpPr>
        <a:xfrm>
          <a:off x="0" y="0"/>
          <a:ext cx="0" cy="0"/>
          <a:chOff x="0" y="0"/>
          <a:chExt cx="0" cy="0"/>
        </a:xfrm>
      </p:grpSpPr>
      <p:sp>
        <p:nvSpPr>
          <p:cNvPr id="1583" name="Google Shape;1583;p18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584" name="Google Shape;1584;p189"/>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585" name="Google Shape;1585;p18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algn="l">
              <a:lnSpc>
                <a:spcPct val="75000"/>
              </a:lnSpc>
              <a:spcBef>
                <a:spcPts val="0"/>
              </a:spcBef>
              <a:spcAft>
                <a:spcPts val="0"/>
              </a:spcAft>
              <a:buClr>
                <a:schemeClr val="lt1"/>
              </a:buClr>
              <a:buSzPts val="5200"/>
              <a:buNone/>
              <a:defRPr b="1" sz="5200">
                <a:solidFill>
                  <a:schemeClr val="lt1"/>
                </a:solidFill>
              </a:defRPr>
            </a:lvl1pPr>
            <a:lvl2pPr indent="-342900" lvl="1" marL="914400" algn="l">
              <a:lnSpc>
                <a:spcPct val="100000"/>
              </a:lnSpc>
              <a:spcBef>
                <a:spcPts val="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1586" name="Shape 1586"/>
        <p:cNvGrpSpPr/>
        <p:nvPr/>
      </p:nvGrpSpPr>
      <p:grpSpPr>
        <a:xfrm>
          <a:off x="0" y="0"/>
          <a:ext cx="0" cy="0"/>
          <a:chOff x="0" y="0"/>
          <a:chExt cx="0" cy="0"/>
        </a:xfrm>
      </p:grpSpPr>
      <p:sp>
        <p:nvSpPr>
          <p:cNvPr id="1587" name="Google Shape;1587;p19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588" name="Google Shape;1588;p19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algn="l">
              <a:lnSpc>
                <a:spcPct val="75000"/>
              </a:lnSpc>
              <a:spcBef>
                <a:spcPts val="0"/>
              </a:spcBef>
              <a:spcAft>
                <a:spcPts val="0"/>
              </a:spcAft>
              <a:buClr>
                <a:schemeClr val="lt1"/>
              </a:buClr>
              <a:buSzPts val="5200"/>
              <a:buNone/>
              <a:defRPr b="1" sz="5200">
                <a:solidFill>
                  <a:schemeClr val="lt1"/>
                </a:solidFill>
              </a:defRPr>
            </a:lvl1pPr>
            <a:lvl2pPr indent="-342900" lvl="1" marL="914400" algn="l">
              <a:lnSpc>
                <a:spcPct val="100000"/>
              </a:lnSpc>
              <a:spcBef>
                <a:spcPts val="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589" name="Google Shape;1589;p190"/>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grpSp>
        <p:nvGrpSpPr>
          <p:cNvPr id="1590" name="Google Shape;1590;p190"/>
          <p:cNvGrpSpPr/>
          <p:nvPr/>
        </p:nvGrpSpPr>
        <p:grpSpPr>
          <a:xfrm>
            <a:off x="-10" y="3770440"/>
            <a:ext cx="9143997" cy="1371564"/>
            <a:chOff x="-10" y="3735321"/>
            <a:chExt cx="9139427" cy="1408177"/>
          </a:xfrm>
        </p:grpSpPr>
        <p:pic>
          <p:nvPicPr>
            <p:cNvPr id="1591" name="Google Shape;1591;p190"/>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592" name="Google Shape;1592;p19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593" name="Google Shape;1593;p19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1">
  <p:cSld name="Blank (footer only) (g3e4c1ec962c_20_0)">
    <p:spTree>
      <p:nvGrpSpPr>
        <p:cNvPr id="1594" name="Shape 1594"/>
        <p:cNvGrpSpPr/>
        <p:nvPr/>
      </p:nvGrpSpPr>
      <p:grpSpPr>
        <a:xfrm>
          <a:off x="0" y="0"/>
          <a:ext cx="0" cy="0"/>
          <a:chOff x="0" y="0"/>
          <a:chExt cx="0" cy="0"/>
        </a:xfrm>
      </p:grpSpPr>
      <p:sp>
        <p:nvSpPr>
          <p:cNvPr id="1595" name="Google Shape;1595;p191"/>
          <p:cNvSpPr txBox="1"/>
          <p:nvPr>
            <p:ph idx="12" type="sldNum"/>
          </p:nvPr>
        </p:nvSpPr>
        <p:spPr>
          <a:xfrm>
            <a:off x="8229600" y="4866905"/>
            <a:ext cx="473700" cy="924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1">
  <p:cSld name="Multi-use layout w/ Dotted Lines 01">
    <p:spTree>
      <p:nvGrpSpPr>
        <p:cNvPr id="1596" name="Shape 1596"/>
        <p:cNvGrpSpPr/>
        <p:nvPr/>
      </p:nvGrpSpPr>
      <p:grpSpPr>
        <a:xfrm>
          <a:off x="0" y="0"/>
          <a:ext cx="0" cy="0"/>
          <a:chOff x="0" y="0"/>
          <a:chExt cx="0" cy="0"/>
        </a:xfrm>
      </p:grpSpPr>
      <p:sp>
        <p:nvSpPr>
          <p:cNvPr id="1597" name="Google Shape;1597;p192"/>
          <p:cNvSpPr txBox="1"/>
          <p:nvPr>
            <p:ph idx="12" type="sldNum"/>
          </p:nvPr>
        </p:nvSpPr>
        <p:spPr>
          <a:xfrm>
            <a:off x="8229600" y="4866905"/>
            <a:ext cx="473700" cy="924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98" name="Google Shape;1598;p192"/>
          <p:cNvSpPr txBox="1"/>
          <p:nvPr>
            <p:ph type="title"/>
          </p:nvPr>
        </p:nvSpPr>
        <p:spPr>
          <a:xfrm>
            <a:off x="367897" y="228600"/>
            <a:ext cx="8344800" cy="5487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99" name="Google Shape;1599;p192"/>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800"/>
              </a:spcBef>
              <a:spcAft>
                <a:spcPts val="0"/>
              </a:spcAft>
              <a:buClr>
                <a:srgbClr val="5B5B5B"/>
              </a:buClr>
              <a:buSzPts val="1400"/>
              <a:buNone/>
              <a:defRPr>
                <a:solidFill>
                  <a:srgbClr val="5B5B5B"/>
                </a:solidFill>
              </a:defRPr>
            </a:lvl1pPr>
            <a:lvl2pPr lvl="1" algn="l">
              <a:lnSpc>
                <a:spcPct val="115000"/>
              </a:lnSpc>
              <a:spcBef>
                <a:spcPts val="400"/>
              </a:spcBef>
              <a:spcAft>
                <a:spcPts val="0"/>
              </a:spcAft>
              <a:buClr>
                <a:srgbClr val="5B5B5B"/>
              </a:buClr>
              <a:buSzPts val="1200"/>
              <a:buNone/>
              <a:defRPr>
                <a:solidFill>
                  <a:srgbClr val="5B5B5B"/>
                </a:solidFill>
              </a:defRPr>
            </a:lvl2pPr>
            <a:lvl3pPr lvl="2" algn="l">
              <a:lnSpc>
                <a:spcPct val="115000"/>
              </a:lnSpc>
              <a:spcBef>
                <a:spcPts val="400"/>
              </a:spcBef>
              <a:spcAft>
                <a:spcPts val="0"/>
              </a:spcAft>
              <a:buClr>
                <a:srgbClr val="5B5B5B"/>
              </a:buClr>
              <a:buSzPts val="1200"/>
              <a:buNone/>
              <a:defRPr>
                <a:solidFill>
                  <a:srgbClr val="5B5B5B"/>
                </a:solidFill>
              </a:defRPr>
            </a:lvl3pPr>
            <a:lvl4pPr lvl="3" algn="l">
              <a:lnSpc>
                <a:spcPct val="115000"/>
              </a:lnSpc>
              <a:spcBef>
                <a:spcPts val="400"/>
              </a:spcBef>
              <a:spcAft>
                <a:spcPts val="0"/>
              </a:spcAft>
              <a:buClr>
                <a:srgbClr val="5B5B5B"/>
              </a:buClr>
              <a:buSzPts val="1200"/>
              <a:buNone/>
              <a:defRPr>
                <a:solidFill>
                  <a:srgbClr val="5B5B5B"/>
                </a:solidFill>
              </a:defRPr>
            </a:lvl4pPr>
            <a:lvl5pPr lvl="4" algn="l">
              <a:lnSpc>
                <a:spcPct val="115000"/>
              </a:lnSpc>
              <a:spcBef>
                <a:spcPts val="400"/>
              </a:spcBef>
              <a:spcAft>
                <a:spcPts val="0"/>
              </a:spcAft>
              <a:buClr>
                <a:srgbClr val="5B5B5B"/>
              </a:buClr>
              <a:buSzPts val="1200"/>
              <a:buNone/>
              <a:defRPr>
                <a:solidFill>
                  <a:srgbClr val="5B5B5B"/>
                </a:solidFill>
              </a:defRPr>
            </a:lvl5pPr>
            <a:lvl6pPr lvl="5" algn="l">
              <a:lnSpc>
                <a:spcPct val="115000"/>
              </a:lnSpc>
              <a:spcBef>
                <a:spcPts val="400"/>
              </a:spcBef>
              <a:spcAft>
                <a:spcPts val="0"/>
              </a:spcAft>
              <a:buClr>
                <a:srgbClr val="5B5B5B"/>
              </a:buClr>
              <a:buSzPts val="1400"/>
              <a:buNone/>
              <a:defRPr>
                <a:solidFill>
                  <a:srgbClr val="5B5B5B"/>
                </a:solidFill>
              </a:defRPr>
            </a:lvl6pPr>
            <a:lvl7pPr lvl="6" algn="l">
              <a:lnSpc>
                <a:spcPct val="115000"/>
              </a:lnSpc>
              <a:spcBef>
                <a:spcPts val="400"/>
              </a:spcBef>
              <a:spcAft>
                <a:spcPts val="0"/>
              </a:spcAft>
              <a:buClr>
                <a:srgbClr val="5B5B5B"/>
              </a:buClr>
              <a:buSzPts val="1400"/>
              <a:buNone/>
              <a:defRPr>
                <a:solidFill>
                  <a:srgbClr val="5B5B5B"/>
                </a:solidFill>
              </a:defRPr>
            </a:lvl7pPr>
            <a:lvl8pPr lvl="7" algn="l">
              <a:lnSpc>
                <a:spcPct val="115000"/>
              </a:lnSpc>
              <a:spcBef>
                <a:spcPts val="400"/>
              </a:spcBef>
              <a:spcAft>
                <a:spcPts val="0"/>
              </a:spcAft>
              <a:buClr>
                <a:srgbClr val="5B5B5B"/>
              </a:buClr>
              <a:buSzPts val="1400"/>
              <a:buNone/>
              <a:defRPr>
                <a:solidFill>
                  <a:srgbClr val="5B5B5B"/>
                </a:solidFill>
              </a:defRPr>
            </a:lvl8pPr>
            <a:lvl9pPr lvl="8" algn="l">
              <a:lnSpc>
                <a:spcPct val="115000"/>
              </a:lnSpc>
              <a:spcBef>
                <a:spcPts val="400"/>
              </a:spcBef>
              <a:spcAft>
                <a:spcPts val="0"/>
              </a:spcAft>
              <a:buClr>
                <a:srgbClr val="5B5B5B"/>
              </a:buClr>
              <a:buSzPts val="1400"/>
              <a:buNone/>
              <a:defRPr>
                <a:solidFill>
                  <a:srgbClr val="5B5B5B"/>
                </a:solidFill>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1">
  <p:cSld name="Quote - Violet_1_1_2_1_2">
    <p:bg>
      <p:bgPr>
        <a:solidFill>
          <a:schemeClr val="dk2"/>
        </a:solidFill>
      </p:bgPr>
    </p:bg>
    <p:spTree>
      <p:nvGrpSpPr>
        <p:cNvPr id="1600" name="Shape 1600"/>
        <p:cNvGrpSpPr/>
        <p:nvPr/>
      </p:nvGrpSpPr>
      <p:grpSpPr>
        <a:xfrm>
          <a:off x="0" y="0"/>
          <a:ext cx="0" cy="0"/>
          <a:chOff x="0" y="0"/>
          <a:chExt cx="0" cy="0"/>
        </a:xfrm>
      </p:grpSpPr>
      <p:sp>
        <p:nvSpPr>
          <p:cNvPr id="1601" name="Google Shape;1601;p19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602" name="Google Shape;1602;p19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
        <p:nvSpPr>
          <p:cNvPr id="1603" name="Google Shape;1603;p19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1604" name="Google Shape;1604;p193"/>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605" name="Google Shape;1605;p193"/>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ight">
  <p:cSld name="Title - Light">
    <p:bg>
      <p:bgPr>
        <a:solidFill>
          <a:schemeClr val="lt1"/>
        </a:solidFill>
      </p:bgPr>
    </p:bg>
    <p:spTree>
      <p:nvGrpSpPr>
        <p:cNvPr id="1609" name="Shape 1609"/>
        <p:cNvGrpSpPr/>
        <p:nvPr/>
      </p:nvGrpSpPr>
      <p:grpSpPr>
        <a:xfrm>
          <a:off x="0" y="0"/>
          <a:ext cx="0" cy="0"/>
          <a:chOff x="0" y="0"/>
          <a:chExt cx="0" cy="0"/>
        </a:xfrm>
      </p:grpSpPr>
      <p:pic>
        <p:nvPicPr>
          <p:cNvPr id="1610" name="Google Shape;1610;p19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611" name="Google Shape;1611;p195"/>
          <p:cNvSpPr/>
          <p:nvPr/>
        </p:nvSpPr>
        <p:spPr>
          <a:xfrm>
            <a:off x="0" y="2183285"/>
            <a:ext cx="2112943" cy="2960216"/>
          </a:xfrm>
          <a:custGeom>
            <a:rect b="b" l="l" r="r" t="t"/>
            <a:pathLst>
              <a:path extrusionOk="0" h="3946954" w="2817257">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612" name="Google Shape;1612;p195"/>
          <p:cNvSpPr txBox="1"/>
          <p:nvPr>
            <p:ph idx="1" type="body"/>
          </p:nvPr>
        </p:nvSpPr>
        <p:spPr>
          <a:xfrm>
            <a:off x="428387" y="1177290"/>
            <a:ext cx="5383200" cy="2080200"/>
          </a:xfrm>
          <a:prstGeom prst="rect">
            <a:avLst/>
          </a:prstGeom>
          <a:noFill/>
          <a:ln>
            <a:noFill/>
          </a:ln>
        </p:spPr>
        <p:txBody>
          <a:bodyPr anchorCtr="0" anchor="b" bIns="34275" lIns="68575" spcFirstLastPara="1" rIns="68575" wrap="square" tIns="34275">
            <a:noAutofit/>
          </a:bodyPr>
          <a:lstStyle>
            <a:lvl1pPr indent="-228600" lvl="0" marL="457200" marR="0" algn="l">
              <a:lnSpc>
                <a:spcPct val="70000"/>
              </a:lnSpc>
              <a:spcBef>
                <a:spcPts val="800"/>
              </a:spcBef>
              <a:spcAft>
                <a:spcPts val="0"/>
              </a:spcAft>
              <a:buClr>
                <a:schemeClr val="dk1"/>
              </a:buClr>
              <a:buSzPts val="4500"/>
              <a:buFont typeface="Arial"/>
              <a:buNone/>
              <a:defRPr b="1" i="0" sz="45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13" name="Google Shape;1613;p195"/>
          <p:cNvSpPr txBox="1"/>
          <p:nvPr>
            <p:ph idx="2" type="body"/>
          </p:nvPr>
        </p:nvSpPr>
        <p:spPr>
          <a:xfrm>
            <a:off x="428387" y="3314938"/>
            <a:ext cx="5389500" cy="7257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rgbClr val="5B5B5B"/>
              </a:buClr>
              <a:buSzPts val="1600"/>
              <a:buFont typeface="Arial"/>
              <a:buNone/>
              <a:defRPr b="0" i="0" sz="1600" u="none" cap="none" strike="noStrike">
                <a:solidFill>
                  <a:srgbClr val="5B5B5B"/>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14" name="Google Shape;1614;p195"/>
          <p:cNvSpPr txBox="1"/>
          <p:nvPr>
            <p:ph idx="3" type="body"/>
          </p:nvPr>
        </p:nvSpPr>
        <p:spPr>
          <a:xfrm>
            <a:off x="428387" y="4537949"/>
            <a:ext cx="6446700" cy="2286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rgbClr val="5B5B5B"/>
              </a:buClr>
              <a:buSzPts val="1100"/>
              <a:buFont typeface="Arial"/>
              <a:buNone/>
              <a:defRPr b="1" i="0" sz="1100" u="none" cap="none" strike="noStrike">
                <a:solidFill>
                  <a:srgbClr val="5B5B5B"/>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615" name="Google Shape;1615;p195"/>
          <p:cNvGrpSpPr/>
          <p:nvPr/>
        </p:nvGrpSpPr>
        <p:grpSpPr>
          <a:xfrm>
            <a:off x="488156" y="500062"/>
            <a:ext cx="1953537" cy="459921"/>
            <a:chOff x="626" y="176"/>
            <a:chExt cx="5400" cy="1271"/>
          </a:xfrm>
        </p:grpSpPr>
        <p:sp>
          <p:nvSpPr>
            <p:cNvPr id="1616" name="Google Shape;1616;p195"/>
            <p:cNvSpPr/>
            <p:nvPr/>
          </p:nvSpPr>
          <p:spPr>
            <a:xfrm>
              <a:off x="2093" y="571"/>
              <a:ext cx="344" cy="485"/>
            </a:xfrm>
            <a:custGeom>
              <a:rect b="b" l="l" r="r" t="t"/>
              <a:pathLst>
                <a:path extrusionOk="0" h="274" w="195">
                  <a:moveTo>
                    <a:pt x="186" y="161"/>
                  </a:moveTo>
                  <a:cubicBezTo>
                    <a:pt x="178" y="147"/>
                    <a:pt x="165" y="138"/>
                    <a:pt x="150" y="131"/>
                  </a:cubicBezTo>
                  <a:cubicBezTo>
                    <a:pt x="135" y="123"/>
                    <a:pt x="118" y="118"/>
                    <a:pt x="101" y="113"/>
                  </a:cubicBezTo>
                  <a:cubicBezTo>
                    <a:pt x="85" y="107"/>
                    <a:pt x="69" y="103"/>
                    <a:pt x="58" y="97"/>
                  </a:cubicBezTo>
                  <a:cubicBezTo>
                    <a:pt x="52" y="94"/>
                    <a:pt x="47" y="91"/>
                    <a:pt x="45" y="87"/>
                  </a:cubicBezTo>
                  <a:cubicBezTo>
                    <a:pt x="42" y="83"/>
                    <a:pt x="40" y="80"/>
                    <a:pt x="40" y="75"/>
                  </a:cubicBezTo>
                  <a:cubicBezTo>
                    <a:pt x="40" y="68"/>
                    <a:pt x="42" y="62"/>
                    <a:pt x="45" y="57"/>
                  </a:cubicBezTo>
                  <a:cubicBezTo>
                    <a:pt x="51" y="50"/>
                    <a:pt x="59" y="44"/>
                    <a:pt x="68" y="41"/>
                  </a:cubicBezTo>
                  <a:cubicBezTo>
                    <a:pt x="78" y="37"/>
                    <a:pt x="88" y="35"/>
                    <a:pt x="95" y="35"/>
                  </a:cubicBezTo>
                  <a:cubicBezTo>
                    <a:pt x="116" y="35"/>
                    <a:pt x="129" y="42"/>
                    <a:pt x="140" y="49"/>
                  </a:cubicBezTo>
                  <a:cubicBezTo>
                    <a:pt x="145" y="53"/>
                    <a:pt x="149" y="57"/>
                    <a:pt x="153" y="60"/>
                  </a:cubicBezTo>
                  <a:cubicBezTo>
                    <a:pt x="155" y="62"/>
                    <a:pt x="157" y="63"/>
                    <a:pt x="159" y="64"/>
                  </a:cubicBezTo>
                  <a:cubicBezTo>
                    <a:pt x="162" y="65"/>
                    <a:pt x="164" y="66"/>
                    <a:pt x="167" y="66"/>
                  </a:cubicBezTo>
                  <a:cubicBezTo>
                    <a:pt x="169" y="66"/>
                    <a:pt x="170" y="66"/>
                    <a:pt x="172" y="65"/>
                  </a:cubicBezTo>
                  <a:cubicBezTo>
                    <a:pt x="174" y="64"/>
                    <a:pt x="175" y="63"/>
                    <a:pt x="176" y="62"/>
                  </a:cubicBezTo>
                  <a:cubicBezTo>
                    <a:pt x="178" y="61"/>
                    <a:pt x="179" y="59"/>
                    <a:pt x="180" y="58"/>
                  </a:cubicBezTo>
                  <a:cubicBezTo>
                    <a:pt x="181" y="56"/>
                    <a:pt x="181" y="54"/>
                    <a:pt x="181" y="52"/>
                  </a:cubicBezTo>
                  <a:cubicBezTo>
                    <a:pt x="181" y="49"/>
                    <a:pt x="180" y="46"/>
                    <a:pt x="178" y="43"/>
                  </a:cubicBezTo>
                  <a:cubicBezTo>
                    <a:pt x="175" y="38"/>
                    <a:pt x="171" y="33"/>
                    <a:pt x="166" y="28"/>
                  </a:cubicBezTo>
                  <a:cubicBezTo>
                    <a:pt x="157" y="21"/>
                    <a:pt x="147" y="14"/>
                    <a:pt x="135" y="8"/>
                  </a:cubicBezTo>
                  <a:cubicBezTo>
                    <a:pt x="123" y="3"/>
                    <a:pt x="111" y="0"/>
                    <a:pt x="99" y="0"/>
                  </a:cubicBezTo>
                  <a:cubicBezTo>
                    <a:pt x="71" y="0"/>
                    <a:pt x="48" y="6"/>
                    <a:pt x="31" y="17"/>
                  </a:cubicBezTo>
                  <a:cubicBezTo>
                    <a:pt x="22" y="23"/>
                    <a:pt x="15" y="30"/>
                    <a:pt x="9" y="39"/>
                  </a:cubicBezTo>
                  <a:cubicBezTo>
                    <a:pt x="4" y="48"/>
                    <a:pt x="0" y="60"/>
                    <a:pt x="0" y="74"/>
                  </a:cubicBezTo>
                  <a:cubicBezTo>
                    <a:pt x="0" y="75"/>
                    <a:pt x="0" y="76"/>
                    <a:pt x="0" y="76"/>
                  </a:cubicBezTo>
                  <a:cubicBezTo>
                    <a:pt x="0" y="91"/>
                    <a:pt x="5" y="102"/>
                    <a:pt x="12" y="112"/>
                  </a:cubicBezTo>
                  <a:cubicBezTo>
                    <a:pt x="23" y="125"/>
                    <a:pt x="39" y="134"/>
                    <a:pt x="55" y="140"/>
                  </a:cubicBezTo>
                  <a:cubicBezTo>
                    <a:pt x="71" y="146"/>
                    <a:pt x="87" y="149"/>
                    <a:pt x="97" y="152"/>
                  </a:cubicBezTo>
                  <a:cubicBezTo>
                    <a:pt x="111" y="157"/>
                    <a:pt x="126" y="162"/>
                    <a:pt x="137" y="169"/>
                  </a:cubicBezTo>
                  <a:cubicBezTo>
                    <a:pt x="142" y="172"/>
                    <a:pt x="147" y="176"/>
                    <a:pt x="150" y="180"/>
                  </a:cubicBezTo>
                  <a:cubicBezTo>
                    <a:pt x="153" y="184"/>
                    <a:pt x="154" y="189"/>
                    <a:pt x="155" y="194"/>
                  </a:cubicBezTo>
                  <a:cubicBezTo>
                    <a:pt x="155" y="195"/>
                    <a:pt x="155" y="195"/>
                    <a:pt x="155" y="195"/>
                  </a:cubicBezTo>
                  <a:cubicBezTo>
                    <a:pt x="154" y="203"/>
                    <a:pt x="152" y="209"/>
                    <a:pt x="148" y="214"/>
                  </a:cubicBezTo>
                  <a:cubicBezTo>
                    <a:pt x="142" y="222"/>
                    <a:pt x="133" y="228"/>
                    <a:pt x="123" y="232"/>
                  </a:cubicBezTo>
                  <a:cubicBezTo>
                    <a:pt x="112" y="235"/>
                    <a:pt x="102" y="237"/>
                    <a:pt x="95" y="237"/>
                  </a:cubicBezTo>
                  <a:cubicBezTo>
                    <a:pt x="71" y="237"/>
                    <a:pt x="54" y="231"/>
                    <a:pt x="43" y="225"/>
                  </a:cubicBezTo>
                  <a:cubicBezTo>
                    <a:pt x="37" y="222"/>
                    <a:pt x="32" y="219"/>
                    <a:pt x="28" y="217"/>
                  </a:cubicBezTo>
                  <a:cubicBezTo>
                    <a:pt x="26" y="216"/>
                    <a:pt x="24" y="214"/>
                    <a:pt x="22" y="214"/>
                  </a:cubicBezTo>
                  <a:cubicBezTo>
                    <a:pt x="19" y="213"/>
                    <a:pt x="17" y="212"/>
                    <a:pt x="15" y="212"/>
                  </a:cubicBezTo>
                  <a:cubicBezTo>
                    <a:pt x="13" y="212"/>
                    <a:pt x="12" y="212"/>
                    <a:pt x="10" y="213"/>
                  </a:cubicBezTo>
                  <a:cubicBezTo>
                    <a:pt x="9" y="214"/>
                    <a:pt x="7" y="215"/>
                    <a:pt x="6" y="216"/>
                  </a:cubicBezTo>
                  <a:cubicBezTo>
                    <a:pt x="4" y="217"/>
                    <a:pt x="3" y="219"/>
                    <a:pt x="2" y="221"/>
                  </a:cubicBezTo>
                  <a:cubicBezTo>
                    <a:pt x="1" y="223"/>
                    <a:pt x="0" y="225"/>
                    <a:pt x="0" y="227"/>
                  </a:cubicBezTo>
                  <a:cubicBezTo>
                    <a:pt x="0" y="231"/>
                    <a:pt x="2" y="234"/>
                    <a:pt x="4" y="237"/>
                  </a:cubicBezTo>
                  <a:cubicBezTo>
                    <a:pt x="7" y="242"/>
                    <a:pt x="11" y="246"/>
                    <a:pt x="17" y="250"/>
                  </a:cubicBezTo>
                  <a:cubicBezTo>
                    <a:pt x="23" y="254"/>
                    <a:pt x="30" y="257"/>
                    <a:pt x="38" y="261"/>
                  </a:cubicBezTo>
                  <a:cubicBezTo>
                    <a:pt x="55" y="269"/>
                    <a:pt x="78" y="274"/>
                    <a:pt x="95" y="274"/>
                  </a:cubicBezTo>
                  <a:cubicBezTo>
                    <a:pt x="95" y="274"/>
                    <a:pt x="95" y="274"/>
                    <a:pt x="95" y="274"/>
                  </a:cubicBezTo>
                  <a:cubicBezTo>
                    <a:pt x="121" y="274"/>
                    <a:pt x="144" y="268"/>
                    <a:pt x="164" y="254"/>
                  </a:cubicBezTo>
                  <a:cubicBezTo>
                    <a:pt x="164" y="254"/>
                    <a:pt x="164" y="254"/>
                    <a:pt x="164" y="254"/>
                  </a:cubicBezTo>
                  <a:cubicBezTo>
                    <a:pt x="164" y="254"/>
                    <a:pt x="164" y="254"/>
                    <a:pt x="164" y="254"/>
                  </a:cubicBezTo>
                  <a:cubicBezTo>
                    <a:pt x="183" y="239"/>
                    <a:pt x="195" y="218"/>
                    <a:pt x="195" y="194"/>
                  </a:cubicBezTo>
                  <a:cubicBezTo>
                    <a:pt x="195" y="181"/>
                    <a:pt x="191" y="170"/>
                    <a:pt x="186" y="161"/>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17" name="Google Shape;1617;p195"/>
            <p:cNvSpPr/>
            <p:nvPr/>
          </p:nvSpPr>
          <p:spPr>
            <a:xfrm>
              <a:off x="2509" y="573"/>
              <a:ext cx="397" cy="483"/>
            </a:xfrm>
            <a:custGeom>
              <a:rect b="b" l="l" r="r" t="t"/>
              <a:pathLst>
                <a:path extrusionOk="0" h="273" w="225">
                  <a:moveTo>
                    <a:pt x="113" y="0"/>
                  </a:moveTo>
                  <a:cubicBezTo>
                    <a:pt x="84" y="0"/>
                    <a:pt x="57" y="11"/>
                    <a:pt x="37" y="29"/>
                  </a:cubicBezTo>
                  <a:cubicBezTo>
                    <a:pt x="37" y="18"/>
                    <a:pt x="37" y="18"/>
                    <a:pt x="37" y="18"/>
                  </a:cubicBezTo>
                  <a:cubicBezTo>
                    <a:pt x="37" y="13"/>
                    <a:pt x="35" y="9"/>
                    <a:pt x="32" y="5"/>
                  </a:cubicBezTo>
                  <a:cubicBezTo>
                    <a:pt x="29" y="2"/>
                    <a:pt x="24" y="0"/>
                    <a:pt x="19" y="0"/>
                  </a:cubicBezTo>
                  <a:cubicBezTo>
                    <a:pt x="13" y="0"/>
                    <a:pt x="9" y="2"/>
                    <a:pt x="5" y="5"/>
                  </a:cubicBezTo>
                  <a:cubicBezTo>
                    <a:pt x="2" y="9"/>
                    <a:pt x="0" y="13"/>
                    <a:pt x="0" y="18"/>
                  </a:cubicBezTo>
                  <a:cubicBezTo>
                    <a:pt x="0" y="260"/>
                    <a:pt x="0" y="260"/>
                    <a:pt x="0" y="260"/>
                  </a:cubicBezTo>
                  <a:cubicBezTo>
                    <a:pt x="1" y="261"/>
                    <a:pt x="1" y="261"/>
                    <a:pt x="1" y="261"/>
                  </a:cubicBezTo>
                  <a:cubicBezTo>
                    <a:pt x="1" y="261"/>
                    <a:pt x="1" y="261"/>
                    <a:pt x="1" y="261"/>
                  </a:cubicBezTo>
                  <a:cubicBezTo>
                    <a:pt x="1" y="262"/>
                    <a:pt x="2" y="263"/>
                    <a:pt x="2" y="264"/>
                  </a:cubicBezTo>
                  <a:cubicBezTo>
                    <a:pt x="5" y="268"/>
                    <a:pt x="9" y="272"/>
                    <a:pt x="14" y="273"/>
                  </a:cubicBezTo>
                  <a:cubicBezTo>
                    <a:pt x="15" y="273"/>
                    <a:pt x="15" y="273"/>
                    <a:pt x="15" y="273"/>
                  </a:cubicBezTo>
                  <a:cubicBezTo>
                    <a:pt x="19" y="273"/>
                    <a:pt x="19" y="273"/>
                    <a:pt x="19" y="273"/>
                  </a:cubicBezTo>
                  <a:cubicBezTo>
                    <a:pt x="21" y="273"/>
                    <a:pt x="24" y="273"/>
                    <a:pt x="27" y="272"/>
                  </a:cubicBezTo>
                  <a:cubicBezTo>
                    <a:pt x="29" y="271"/>
                    <a:pt x="31" y="269"/>
                    <a:pt x="32" y="267"/>
                  </a:cubicBezTo>
                  <a:cubicBezTo>
                    <a:pt x="33" y="267"/>
                    <a:pt x="33" y="267"/>
                    <a:pt x="33" y="267"/>
                  </a:cubicBezTo>
                  <a:cubicBezTo>
                    <a:pt x="33" y="267"/>
                    <a:pt x="33" y="266"/>
                    <a:pt x="33" y="266"/>
                  </a:cubicBezTo>
                  <a:cubicBezTo>
                    <a:pt x="33" y="266"/>
                    <a:pt x="33" y="266"/>
                    <a:pt x="33" y="266"/>
                  </a:cubicBezTo>
                  <a:cubicBezTo>
                    <a:pt x="34" y="265"/>
                    <a:pt x="35" y="263"/>
                    <a:pt x="36" y="262"/>
                  </a:cubicBezTo>
                  <a:cubicBezTo>
                    <a:pt x="36" y="261"/>
                    <a:pt x="36" y="259"/>
                    <a:pt x="37" y="258"/>
                  </a:cubicBezTo>
                  <a:cubicBezTo>
                    <a:pt x="37" y="258"/>
                    <a:pt x="37" y="258"/>
                    <a:pt x="37" y="258"/>
                  </a:cubicBezTo>
                  <a:cubicBezTo>
                    <a:pt x="37" y="112"/>
                    <a:pt x="37" y="112"/>
                    <a:pt x="37" y="112"/>
                  </a:cubicBezTo>
                  <a:cubicBezTo>
                    <a:pt x="37" y="91"/>
                    <a:pt x="46" y="73"/>
                    <a:pt x="60" y="59"/>
                  </a:cubicBezTo>
                  <a:cubicBezTo>
                    <a:pt x="73" y="45"/>
                    <a:pt x="92" y="37"/>
                    <a:pt x="113" y="37"/>
                  </a:cubicBezTo>
                  <a:cubicBezTo>
                    <a:pt x="134" y="37"/>
                    <a:pt x="152" y="45"/>
                    <a:pt x="166" y="59"/>
                  </a:cubicBezTo>
                  <a:cubicBezTo>
                    <a:pt x="180" y="73"/>
                    <a:pt x="188" y="91"/>
                    <a:pt x="188" y="112"/>
                  </a:cubicBezTo>
                  <a:cubicBezTo>
                    <a:pt x="188" y="255"/>
                    <a:pt x="188" y="255"/>
                    <a:pt x="188" y="255"/>
                  </a:cubicBezTo>
                  <a:cubicBezTo>
                    <a:pt x="188" y="260"/>
                    <a:pt x="190" y="265"/>
                    <a:pt x="194" y="268"/>
                  </a:cubicBezTo>
                  <a:cubicBezTo>
                    <a:pt x="197" y="271"/>
                    <a:pt x="202" y="273"/>
                    <a:pt x="207" y="273"/>
                  </a:cubicBezTo>
                  <a:cubicBezTo>
                    <a:pt x="212" y="273"/>
                    <a:pt x="216" y="271"/>
                    <a:pt x="220" y="268"/>
                  </a:cubicBezTo>
                  <a:cubicBezTo>
                    <a:pt x="223" y="265"/>
                    <a:pt x="225" y="260"/>
                    <a:pt x="225" y="255"/>
                  </a:cubicBezTo>
                  <a:cubicBezTo>
                    <a:pt x="225" y="112"/>
                    <a:pt x="225" y="112"/>
                    <a:pt x="225" y="112"/>
                  </a:cubicBezTo>
                  <a:cubicBezTo>
                    <a:pt x="225" y="50"/>
                    <a:pt x="175" y="0"/>
                    <a:pt x="113" y="0"/>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18" name="Google Shape;1618;p195"/>
            <p:cNvSpPr/>
            <p:nvPr/>
          </p:nvSpPr>
          <p:spPr>
            <a:xfrm>
              <a:off x="5557" y="571"/>
              <a:ext cx="469" cy="485"/>
            </a:xfrm>
            <a:custGeom>
              <a:rect b="b" l="l" r="r" t="t"/>
              <a:pathLst>
                <a:path extrusionOk="0" h="274" w="266">
                  <a:moveTo>
                    <a:pt x="266" y="128"/>
                  </a:moveTo>
                  <a:cubicBezTo>
                    <a:pt x="263" y="92"/>
                    <a:pt x="248" y="60"/>
                    <a:pt x="224" y="37"/>
                  </a:cubicBezTo>
                  <a:cubicBezTo>
                    <a:pt x="201" y="14"/>
                    <a:pt x="169" y="0"/>
                    <a:pt x="134" y="0"/>
                  </a:cubicBezTo>
                  <a:cubicBezTo>
                    <a:pt x="96" y="0"/>
                    <a:pt x="63" y="15"/>
                    <a:pt x="39" y="40"/>
                  </a:cubicBezTo>
                  <a:cubicBezTo>
                    <a:pt x="15" y="65"/>
                    <a:pt x="0" y="100"/>
                    <a:pt x="0" y="138"/>
                  </a:cubicBezTo>
                  <a:cubicBezTo>
                    <a:pt x="0" y="175"/>
                    <a:pt x="15" y="209"/>
                    <a:pt x="39" y="234"/>
                  </a:cubicBezTo>
                  <a:cubicBezTo>
                    <a:pt x="63" y="259"/>
                    <a:pt x="96" y="274"/>
                    <a:pt x="133" y="274"/>
                  </a:cubicBezTo>
                  <a:cubicBezTo>
                    <a:pt x="145" y="274"/>
                    <a:pt x="145" y="274"/>
                    <a:pt x="145" y="274"/>
                  </a:cubicBezTo>
                  <a:cubicBezTo>
                    <a:pt x="169" y="274"/>
                    <a:pt x="191" y="267"/>
                    <a:pt x="210" y="254"/>
                  </a:cubicBezTo>
                  <a:cubicBezTo>
                    <a:pt x="229" y="242"/>
                    <a:pt x="245" y="225"/>
                    <a:pt x="256" y="206"/>
                  </a:cubicBezTo>
                  <a:cubicBezTo>
                    <a:pt x="256" y="206"/>
                    <a:pt x="256" y="206"/>
                    <a:pt x="256" y="206"/>
                  </a:cubicBezTo>
                  <a:cubicBezTo>
                    <a:pt x="256" y="206"/>
                    <a:pt x="256" y="206"/>
                    <a:pt x="256" y="206"/>
                  </a:cubicBezTo>
                  <a:cubicBezTo>
                    <a:pt x="258" y="203"/>
                    <a:pt x="259" y="200"/>
                    <a:pt x="259" y="197"/>
                  </a:cubicBezTo>
                  <a:cubicBezTo>
                    <a:pt x="259" y="190"/>
                    <a:pt x="256" y="184"/>
                    <a:pt x="250" y="180"/>
                  </a:cubicBezTo>
                  <a:cubicBezTo>
                    <a:pt x="250" y="180"/>
                    <a:pt x="250" y="180"/>
                    <a:pt x="250" y="180"/>
                  </a:cubicBezTo>
                  <a:cubicBezTo>
                    <a:pt x="250" y="180"/>
                    <a:pt x="250" y="180"/>
                    <a:pt x="250" y="180"/>
                  </a:cubicBezTo>
                  <a:cubicBezTo>
                    <a:pt x="247" y="178"/>
                    <a:pt x="244" y="178"/>
                    <a:pt x="241" y="178"/>
                  </a:cubicBezTo>
                  <a:cubicBezTo>
                    <a:pt x="238" y="178"/>
                    <a:pt x="235" y="178"/>
                    <a:pt x="232" y="180"/>
                  </a:cubicBezTo>
                  <a:cubicBezTo>
                    <a:pt x="229" y="181"/>
                    <a:pt x="227" y="183"/>
                    <a:pt x="225" y="186"/>
                  </a:cubicBezTo>
                  <a:cubicBezTo>
                    <a:pt x="216" y="200"/>
                    <a:pt x="205" y="213"/>
                    <a:pt x="191" y="222"/>
                  </a:cubicBezTo>
                  <a:cubicBezTo>
                    <a:pt x="177" y="232"/>
                    <a:pt x="161" y="237"/>
                    <a:pt x="145" y="237"/>
                  </a:cubicBezTo>
                  <a:cubicBezTo>
                    <a:pt x="133" y="237"/>
                    <a:pt x="133" y="237"/>
                    <a:pt x="133" y="237"/>
                  </a:cubicBezTo>
                  <a:cubicBezTo>
                    <a:pt x="84" y="237"/>
                    <a:pt x="43" y="199"/>
                    <a:pt x="38" y="148"/>
                  </a:cubicBezTo>
                  <a:cubicBezTo>
                    <a:pt x="247" y="148"/>
                    <a:pt x="247" y="148"/>
                    <a:pt x="247" y="148"/>
                  </a:cubicBezTo>
                  <a:cubicBezTo>
                    <a:pt x="252" y="148"/>
                    <a:pt x="257" y="146"/>
                    <a:pt x="260" y="143"/>
                  </a:cubicBezTo>
                  <a:cubicBezTo>
                    <a:pt x="264" y="140"/>
                    <a:pt x="266" y="135"/>
                    <a:pt x="266" y="130"/>
                  </a:cubicBezTo>
                  <a:cubicBezTo>
                    <a:pt x="266" y="128"/>
                    <a:pt x="266" y="128"/>
                    <a:pt x="266" y="128"/>
                  </a:cubicBezTo>
                  <a:cubicBezTo>
                    <a:pt x="266" y="128"/>
                    <a:pt x="266" y="128"/>
                    <a:pt x="266" y="128"/>
                  </a:cubicBezTo>
                  <a:moveTo>
                    <a:pt x="40" y="111"/>
                  </a:moveTo>
                  <a:cubicBezTo>
                    <a:pt x="52" y="67"/>
                    <a:pt x="89" y="37"/>
                    <a:pt x="134" y="37"/>
                  </a:cubicBezTo>
                  <a:cubicBezTo>
                    <a:pt x="177" y="37"/>
                    <a:pt x="214" y="68"/>
                    <a:pt x="225" y="111"/>
                  </a:cubicBezTo>
                  <a:lnTo>
                    <a:pt x="40" y="111"/>
                  </a:ln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19" name="Google Shape;1619;p195"/>
            <p:cNvSpPr/>
            <p:nvPr/>
          </p:nvSpPr>
          <p:spPr>
            <a:xfrm>
              <a:off x="5158" y="371"/>
              <a:ext cx="379" cy="685"/>
            </a:xfrm>
            <a:custGeom>
              <a:rect b="b" l="l" r="r" t="t"/>
              <a:pathLst>
                <a:path extrusionOk="0" h="387" w="215">
                  <a:moveTo>
                    <a:pt x="211" y="357"/>
                  </a:moveTo>
                  <a:cubicBezTo>
                    <a:pt x="112" y="237"/>
                    <a:pt x="112" y="237"/>
                    <a:pt x="112" y="237"/>
                  </a:cubicBezTo>
                  <a:cubicBezTo>
                    <a:pt x="210" y="142"/>
                    <a:pt x="210" y="142"/>
                    <a:pt x="210" y="142"/>
                  </a:cubicBezTo>
                  <a:cubicBezTo>
                    <a:pt x="210" y="142"/>
                    <a:pt x="210" y="142"/>
                    <a:pt x="210" y="142"/>
                  </a:cubicBezTo>
                  <a:cubicBezTo>
                    <a:pt x="213" y="139"/>
                    <a:pt x="215" y="134"/>
                    <a:pt x="215" y="129"/>
                  </a:cubicBezTo>
                  <a:cubicBezTo>
                    <a:pt x="215" y="124"/>
                    <a:pt x="213" y="119"/>
                    <a:pt x="210" y="116"/>
                  </a:cubicBezTo>
                  <a:cubicBezTo>
                    <a:pt x="210" y="116"/>
                    <a:pt x="210" y="116"/>
                    <a:pt x="210" y="116"/>
                  </a:cubicBezTo>
                  <a:cubicBezTo>
                    <a:pt x="210" y="116"/>
                    <a:pt x="210" y="116"/>
                    <a:pt x="210" y="116"/>
                  </a:cubicBezTo>
                  <a:cubicBezTo>
                    <a:pt x="209" y="116"/>
                    <a:pt x="209" y="116"/>
                    <a:pt x="209" y="116"/>
                  </a:cubicBezTo>
                  <a:cubicBezTo>
                    <a:pt x="209" y="116"/>
                    <a:pt x="209" y="116"/>
                    <a:pt x="209" y="116"/>
                  </a:cubicBezTo>
                  <a:cubicBezTo>
                    <a:pt x="206" y="112"/>
                    <a:pt x="201" y="110"/>
                    <a:pt x="196" y="110"/>
                  </a:cubicBezTo>
                  <a:cubicBezTo>
                    <a:pt x="192" y="110"/>
                    <a:pt x="187" y="112"/>
                    <a:pt x="183" y="116"/>
                  </a:cubicBezTo>
                  <a:cubicBezTo>
                    <a:pt x="37" y="258"/>
                    <a:pt x="37" y="258"/>
                    <a:pt x="37" y="258"/>
                  </a:cubicBezTo>
                  <a:cubicBezTo>
                    <a:pt x="37" y="19"/>
                    <a:pt x="37" y="19"/>
                    <a:pt x="37" y="19"/>
                  </a:cubicBezTo>
                  <a:cubicBezTo>
                    <a:pt x="37" y="9"/>
                    <a:pt x="29" y="0"/>
                    <a:pt x="18" y="0"/>
                  </a:cubicBezTo>
                  <a:cubicBezTo>
                    <a:pt x="13" y="0"/>
                    <a:pt x="8" y="2"/>
                    <a:pt x="5" y="6"/>
                  </a:cubicBezTo>
                  <a:cubicBezTo>
                    <a:pt x="2" y="9"/>
                    <a:pt x="0" y="14"/>
                    <a:pt x="0" y="19"/>
                  </a:cubicBezTo>
                  <a:cubicBezTo>
                    <a:pt x="0" y="369"/>
                    <a:pt x="0" y="369"/>
                    <a:pt x="0" y="369"/>
                  </a:cubicBezTo>
                  <a:cubicBezTo>
                    <a:pt x="0" y="374"/>
                    <a:pt x="2" y="379"/>
                    <a:pt x="5" y="382"/>
                  </a:cubicBezTo>
                  <a:cubicBezTo>
                    <a:pt x="8" y="385"/>
                    <a:pt x="13" y="387"/>
                    <a:pt x="18" y="387"/>
                  </a:cubicBezTo>
                  <a:cubicBezTo>
                    <a:pt x="29" y="387"/>
                    <a:pt x="37" y="379"/>
                    <a:pt x="37" y="369"/>
                  </a:cubicBezTo>
                  <a:cubicBezTo>
                    <a:pt x="37" y="311"/>
                    <a:pt x="37" y="311"/>
                    <a:pt x="37" y="311"/>
                  </a:cubicBezTo>
                  <a:cubicBezTo>
                    <a:pt x="85" y="264"/>
                    <a:pt x="85" y="264"/>
                    <a:pt x="85" y="264"/>
                  </a:cubicBezTo>
                  <a:cubicBezTo>
                    <a:pt x="182" y="380"/>
                    <a:pt x="182" y="380"/>
                    <a:pt x="182" y="380"/>
                  </a:cubicBezTo>
                  <a:cubicBezTo>
                    <a:pt x="184" y="383"/>
                    <a:pt x="186" y="385"/>
                    <a:pt x="188" y="386"/>
                  </a:cubicBezTo>
                  <a:cubicBezTo>
                    <a:pt x="191" y="387"/>
                    <a:pt x="194" y="387"/>
                    <a:pt x="196" y="387"/>
                  </a:cubicBezTo>
                  <a:cubicBezTo>
                    <a:pt x="200" y="387"/>
                    <a:pt x="204" y="387"/>
                    <a:pt x="209" y="383"/>
                  </a:cubicBezTo>
                  <a:cubicBezTo>
                    <a:pt x="209" y="383"/>
                    <a:pt x="209" y="383"/>
                    <a:pt x="209" y="383"/>
                  </a:cubicBezTo>
                  <a:cubicBezTo>
                    <a:pt x="209" y="383"/>
                    <a:pt x="209" y="383"/>
                    <a:pt x="209" y="383"/>
                  </a:cubicBezTo>
                  <a:cubicBezTo>
                    <a:pt x="213" y="379"/>
                    <a:pt x="215" y="374"/>
                    <a:pt x="215" y="369"/>
                  </a:cubicBezTo>
                  <a:cubicBezTo>
                    <a:pt x="215" y="365"/>
                    <a:pt x="214" y="360"/>
                    <a:pt x="211" y="357"/>
                  </a:cubicBezTo>
                  <a:cubicBezTo>
                    <a:pt x="211" y="357"/>
                    <a:pt x="211" y="357"/>
                    <a:pt x="211" y="357"/>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0" name="Google Shape;1620;p195"/>
            <p:cNvSpPr/>
            <p:nvPr/>
          </p:nvSpPr>
          <p:spPr>
            <a:xfrm>
              <a:off x="4613" y="571"/>
              <a:ext cx="460" cy="485"/>
            </a:xfrm>
            <a:custGeom>
              <a:rect b="b" l="l" r="r" t="t"/>
              <a:pathLst>
                <a:path extrusionOk="0" h="274" w="261">
                  <a:moveTo>
                    <a:pt x="255" y="5"/>
                  </a:moveTo>
                  <a:cubicBezTo>
                    <a:pt x="252" y="2"/>
                    <a:pt x="247" y="0"/>
                    <a:pt x="242" y="0"/>
                  </a:cubicBezTo>
                  <a:cubicBezTo>
                    <a:pt x="237" y="0"/>
                    <a:pt x="232" y="2"/>
                    <a:pt x="229" y="5"/>
                  </a:cubicBezTo>
                  <a:cubicBezTo>
                    <a:pt x="226" y="9"/>
                    <a:pt x="223" y="13"/>
                    <a:pt x="223" y="19"/>
                  </a:cubicBezTo>
                  <a:cubicBezTo>
                    <a:pt x="223" y="41"/>
                    <a:pt x="223" y="41"/>
                    <a:pt x="223" y="41"/>
                  </a:cubicBezTo>
                  <a:cubicBezTo>
                    <a:pt x="200" y="16"/>
                    <a:pt x="167" y="0"/>
                    <a:pt x="130" y="0"/>
                  </a:cubicBezTo>
                  <a:cubicBezTo>
                    <a:pt x="94" y="0"/>
                    <a:pt x="61" y="16"/>
                    <a:pt x="38" y="41"/>
                  </a:cubicBezTo>
                  <a:cubicBezTo>
                    <a:pt x="15" y="65"/>
                    <a:pt x="0" y="100"/>
                    <a:pt x="0" y="137"/>
                  </a:cubicBezTo>
                  <a:cubicBezTo>
                    <a:pt x="0" y="175"/>
                    <a:pt x="15" y="209"/>
                    <a:pt x="38" y="234"/>
                  </a:cubicBezTo>
                  <a:cubicBezTo>
                    <a:pt x="61" y="259"/>
                    <a:pt x="94" y="274"/>
                    <a:pt x="130" y="274"/>
                  </a:cubicBezTo>
                  <a:cubicBezTo>
                    <a:pt x="167" y="274"/>
                    <a:pt x="200" y="258"/>
                    <a:pt x="223" y="233"/>
                  </a:cubicBezTo>
                  <a:cubicBezTo>
                    <a:pt x="223" y="256"/>
                    <a:pt x="223" y="256"/>
                    <a:pt x="223" y="256"/>
                  </a:cubicBezTo>
                  <a:cubicBezTo>
                    <a:pt x="223" y="261"/>
                    <a:pt x="226" y="266"/>
                    <a:pt x="229" y="269"/>
                  </a:cubicBezTo>
                  <a:cubicBezTo>
                    <a:pt x="232" y="272"/>
                    <a:pt x="237" y="274"/>
                    <a:pt x="242" y="274"/>
                  </a:cubicBezTo>
                  <a:cubicBezTo>
                    <a:pt x="247" y="274"/>
                    <a:pt x="252" y="272"/>
                    <a:pt x="255" y="269"/>
                  </a:cubicBezTo>
                  <a:cubicBezTo>
                    <a:pt x="259" y="266"/>
                    <a:pt x="261" y="261"/>
                    <a:pt x="261" y="256"/>
                  </a:cubicBezTo>
                  <a:cubicBezTo>
                    <a:pt x="261" y="19"/>
                    <a:pt x="261" y="19"/>
                    <a:pt x="261" y="19"/>
                  </a:cubicBezTo>
                  <a:cubicBezTo>
                    <a:pt x="261" y="13"/>
                    <a:pt x="259" y="9"/>
                    <a:pt x="255" y="5"/>
                  </a:cubicBezTo>
                  <a:moveTo>
                    <a:pt x="196" y="208"/>
                  </a:moveTo>
                  <a:cubicBezTo>
                    <a:pt x="179" y="226"/>
                    <a:pt x="156"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6"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1" name="Google Shape;1621;p195"/>
            <p:cNvSpPr/>
            <p:nvPr/>
          </p:nvSpPr>
          <p:spPr>
            <a:xfrm>
              <a:off x="4477" y="371"/>
              <a:ext cx="67" cy="685"/>
            </a:xfrm>
            <a:custGeom>
              <a:rect b="b" l="l" r="r" t="t"/>
              <a:pathLst>
                <a:path extrusionOk="0" h="387" w="38">
                  <a:moveTo>
                    <a:pt x="19" y="0"/>
                  </a:moveTo>
                  <a:cubicBezTo>
                    <a:pt x="14" y="0"/>
                    <a:pt x="9" y="2"/>
                    <a:pt x="6" y="6"/>
                  </a:cubicBezTo>
                  <a:cubicBezTo>
                    <a:pt x="3" y="9"/>
                    <a:pt x="0" y="14"/>
                    <a:pt x="0" y="19"/>
                  </a:cubicBezTo>
                  <a:cubicBezTo>
                    <a:pt x="0" y="369"/>
                    <a:pt x="0" y="369"/>
                    <a:pt x="0" y="369"/>
                  </a:cubicBezTo>
                  <a:cubicBezTo>
                    <a:pt x="0" y="374"/>
                    <a:pt x="3" y="379"/>
                    <a:pt x="6" y="382"/>
                  </a:cubicBezTo>
                  <a:cubicBezTo>
                    <a:pt x="9" y="385"/>
                    <a:pt x="14" y="387"/>
                    <a:pt x="19" y="387"/>
                  </a:cubicBezTo>
                  <a:cubicBezTo>
                    <a:pt x="30" y="387"/>
                    <a:pt x="38" y="379"/>
                    <a:pt x="38" y="369"/>
                  </a:cubicBezTo>
                  <a:cubicBezTo>
                    <a:pt x="38" y="19"/>
                    <a:pt x="38" y="19"/>
                    <a:pt x="38" y="19"/>
                  </a:cubicBezTo>
                  <a:cubicBezTo>
                    <a:pt x="38" y="9"/>
                    <a:pt x="30" y="0"/>
                    <a:pt x="19" y="0"/>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2" name="Google Shape;1622;p195"/>
            <p:cNvSpPr/>
            <p:nvPr/>
          </p:nvSpPr>
          <p:spPr>
            <a:xfrm>
              <a:off x="4145" y="372"/>
              <a:ext cx="263" cy="686"/>
            </a:xfrm>
            <a:custGeom>
              <a:rect b="b" l="l" r="r" t="t"/>
              <a:pathLst>
                <a:path extrusionOk="0" h="387" w="149">
                  <a:moveTo>
                    <a:pt x="88" y="59"/>
                  </a:moveTo>
                  <a:cubicBezTo>
                    <a:pt x="90" y="53"/>
                    <a:pt x="92" y="49"/>
                    <a:pt x="94" y="46"/>
                  </a:cubicBezTo>
                  <a:cubicBezTo>
                    <a:pt x="96" y="44"/>
                    <a:pt x="99" y="42"/>
                    <a:pt x="103" y="40"/>
                  </a:cubicBezTo>
                  <a:cubicBezTo>
                    <a:pt x="107" y="39"/>
                    <a:pt x="114" y="38"/>
                    <a:pt x="122" y="38"/>
                  </a:cubicBezTo>
                  <a:cubicBezTo>
                    <a:pt x="123" y="38"/>
                    <a:pt x="123" y="38"/>
                    <a:pt x="123" y="38"/>
                  </a:cubicBezTo>
                  <a:cubicBezTo>
                    <a:pt x="123" y="38"/>
                    <a:pt x="124" y="38"/>
                    <a:pt x="124" y="38"/>
                  </a:cubicBezTo>
                  <a:cubicBezTo>
                    <a:pt x="125" y="38"/>
                    <a:pt x="125" y="38"/>
                    <a:pt x="126" y="38"/>
                  </a:cubicBezTo>
                  <a:cubicBezTo>
                    <a:pt x="128" y="38"/>
                    <a:pt x="128" y="38"/>
                    <a:pt x="128" y="38"/>
                  </a:cubicBezTo>
                  <a:cubicBezTo>
                    <a:pt x="130" y="38"/>
                    <a:pt x="130" y="38"/>
                    <a:pt x="130" y="38"/>
                  </a:cubicBezTo>
                  <a:cubicBezTo>
                    <a:pt x="141" y="38"/>
                    <a:pt x="149" y="30"/>
                    <a:pt x="149" y="19"/>
                  </a:cubicBezTo>
                  <a:cubicBezTo>
                    <a:pt x="149" y="9"/>
                    <a:pt x="141" y="0"/>
                    <a:pt x="130" y="0"/>
                  </a:cubicBezTo>
                  <a:cubicBezTo>
                    <a:pt x="126" y="0"/>
                    <a:pt x="126" y="0"/>
                    <a:pt x="126" y="0"/>
                  </a:cubicBezTo>
                  <a:cubicBezTo>
                    <a:pt x="125" y="0"/>
                    <a:pt x="125" y="0"/>
                    <a:pt x="124" y="0"/>
                  </a:cubicBezTo>
                  <a:cubicBezTo>
                    <a:pt x="124" y="0"/>
                    <a:pt x="123" y="0"/>
                    <a:pt x="123" y="0"/>
                  </a:cubicBezTo>
                  <a:cubicBezTo>
                    <a:pt x="112" y="0"/>
                    <a:pt x="101" y="1"/>
                    <a:pt x="92" y="5"/>
                  </a:cubicBezTo>
                  <a:cubicBezTo>
                    <a:pt x="82" y="8"/>
                    <a:pt x="73" y="13"/>
                    <a:pt x="66" y="21"/>
                  </a:cubicBezTo>
                  <a:cubicBezTo>
                    <a:pt x="66" y="21"/>
                    <a:pt x="66" y="21"/>
                    <a:pt x="66" y="21"/>
                  </a:cubicBezTo>
                  <a:cubicBezTo>
                    <a:pt x="66" y="21"/>
                    <a:pt x="66" y="21"/>
                    <a:pt x="66" y="21"/>
                  </a:cubicBezTo>
                  <a:cubicBezTo>
                    <a:pt x="66" y="21"/>
                    <a:pt x="66" y="21"/>
                    <a:pt x="66" y="21"/>
                  </a:cubicBezTo>
                  <a:cubicBezTo>
                    <a:pt x="59" y="29"/>
                    <a:pt x="54" y="38"/>
                    <a:pt x="52" y="49"/>
                  </a:cubicBezTo>
                  <a:cubicBezTo>
                    <a:pt x="49" y="60"/>
                    <a:pt x="48" y="72"/>
                    <a:pt x="47" y="86"/>
                  </a:cubicBezTo>
                  <a:cubicBezTo>
                    <a:pt x="47" y="113"/>
                    <a:pt x="47" y="113"/>
                    <a:pt x="47" y="113"/>
                  </a:cubicBezTo>
                  <a:cubicBezTo>
                    <a:pt x="18" y="113"/>
                    <a:pt x="18" y="113"/>
                    <a:pt x="18" y="113"/>
                  </a:cubicBezTo>
                  <a:cubicBezTo>
                    <a:pt x="8" y="113"/>
                    <a:pt x="0" y="121"/>
                    <a:pt x="0" y="131"/>
                  </a:cubicBezTo>
                  <a:cubicBezTo>
                    <a:pt x="0" y="136"/>
                    <a:pt x="2" y="141"/>
                    <a:pt x="5" y="145"/>
                  </a:cubicBezTo>
                  <a:cubicBezTo>
                    <a:pt x="8" y="148"/>
                    <a:pt x="13" y="150"/>
                    <a:pt x="18" y="151"/>
                  </a:cubicBezTo>
                  <a:cubicBezTo>
                    <a:pt x="47" y="151"/>
                    <a:pt x="47" y="151"/>
                    <a:pt x="47" y="151"/>
                  </a:cubicBezTo>
                  <a:cubicBezTo>
                    <a:pt x="47" y="368"/>
                    <a:pt x="47" y="368"/>
                    <a:pt x="47" y="368"/>
                  </a:cubicBezTo>
                  <a:cubicBezTo>
                    <a:pt x="47" y="369"/>
                    <a:pt x="47" y="369"/>
                    <a:pt x="47" y="369"/>
                  </a:cubicBezTo>
                  <a:cubicBezTo>
                    <a:pt x="47" y="374"/>
                    <a:pt x="50" y="379"/>
                    <a:pt x="53" y="382"/>
                  </a:cubicBezTo>
                  <a:cubicBezTo>
                    <a:pt x="56" y="385"/>
                    <a:pt x="61" y="387"/>
                    <a:pt x="66" y="387"/>
                  </a:cubicBezTo>
                  <a:cubicBezTo>
                    <a:pt x="76" y="387"/>
                    <a:pt x="85" y="379"/>
                    <a:pt x="85" y="369"/>
                  </a:cubicBezTo>
                  <a:cubicBezTo>
                    <a:pt x="85" y="151"/>
                    <a:pt x="85" y="151"/>
                    <a:pt x="85" y="151"/>
                  </a:cubicBezTo>
                  <a:cubicBezTo>
                    <a:pt x="116" y="151"/>
                    <a:pt x="116" y="151"/>
                    <a:pt x="116" y="151"/>
                  </a:cubicBezTo>
                  <a:cubicBezTo>
                    <a:pt x="121" y="150"/>
                    <a:pt x="126" y="148"/>
                    <a:pt x="129" y="145"/>
                  </a:cubicBezTo>
                  <a:cubicBezTo>
                    <a:pt x="133" y="141"/>
                    <a:pt x="135" y="137"/>
                    <a:pt x="135" y="131"/>
                  </a:cubicBezTo>
                  <a:cubicBezTo>
                    <a:pt x="135" y="131"/>
                    <a:pt x="135" y="131"/>
                    <a:pt x="135" y="131"/>
                  </a:cubicBezTo>
                  <a:cubicBezTo>
                    <a:pt x="135" y="121"/>
                    <a:pt x="127" y="113"/>
                    <a:pt x="117" y="113"/>
                  </a:cubicBezTo>
                  <a:cubicBezTo>
                    <a:pt x="85" y="113"/>
                    <a:pt x="85" y="113"/>
                    <a:pt x="85" y="113"/>
                  </a:cubicBezTo>
                  <a:cubicBezTo>
                    <a:pt x="85" y="86"/>
                    <a:pt x="85" y="86"/>
                    <a:pt x="85" y="86"/>
                  </a:cubicBezTo>
                  <a:cubicBezTo>
                    <a:pt x="85" y="74"/>
                    <a:pt x="86" y="65"/>
                    <a:pt x="88" y="59"/>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3" name="Google Shape;1623;p195"/>
            <p:cNvSpPr/>
            <p:nvPr/>
          </p:nvSpPr>
          <p:spPr>
            <a:xfrm>
              <a:off x="3460" y="573"/>
              <a:ext cx="634" cy="483"/>
            </a:xfrm>
            <a:custGeom>
              <a:rect b="b" l="l" r="r" t="t"/>
              <a:pathLst>
                <a:path extrusionOk="0" h="273" w="359">
                  <a:moveTo>
                    <a:pt x="359" y="18"/>
                  </a:moveTo>
                  <a:cubicBezTo>
                    <a:pt x="359" y="11"/>
                    <a:pt x="355" y="4"/>
                    <a:pt x="348" y="1"/>
                  </a:cubicBezTo>
                  <a:cubicBezTo>
                    <a:pt x="348" y="1"/>
                    <a:pt x="348" y="1"/>
                    <a:pt x="348" y="1"/>
                  </a:cubicBezTo>
                  <a:cubicBezTo>
                    <a:pt x="348" y="1"/>
                    <a:pt x="348" y="1"/>
                    <a:pt x="348" y="1"/>
                  </a:cubicBezTo>
                  <a:cubicBezTo>
                    <a:pt x="346" y="0"/>
                    <a:pt x="344" y="0"/>
                    <a:pt x="341" y="0"/>
                  </a:cubicBezTo>
                  <a:cubicBezTo>
                    <a:pt x="338" y="0"/>
                    <a:pt x="334" y="1"/>
                    <a:pt x="331" y="3"/>
                  </a:cubicBezTo>
                  <a:cubicBezTo>
                    <a:pt x="328" y="5"/>
                    <a:pt x="325" y="7"/>
                    <a:pt x="324" y="11"/>
                  </a:cubicBezTo>
                  <a:cubicBezTo>
                    <a:pt x="324" y="11"/>
                    <a:pt x="324" y="11"/>
                    <a:pt x="324" y="11"/>
                  </a:cubicBezTo>
                  <a:cubicBezTo>
                    <a:pt x="253" y="206"/>
                    <a:pt x="253" y="206"/>
                    <a:pt x="253" y="206"/>
                  </a:cubicBezTo>
                  <a:cubicBezTo>
                    <a:pt x="198" y="75"/>
                    <a:pt x="198" y="75"/>
                    <a:pt x="198" y="75"/>
                  </a:cubicBezTo>
                  <a:cubicBezTo>
                    <a:pt x="198" y="75"/>
                    <a:pt x="198" y="75"/>
                    <a:pt x="198" y="75"/>
                  </a:cubicBezTo>
                  <a:cubicBezTo>
                    <a:pt x="196" y="72"/>
                    <a:pt x="193" y="69"/>
                    <a:pt x="190" y="67"/>
                  </a:cubicBezTo>
                  <a:cubicBezTo>
                    <a:pt x="187" y="65"/>
                    <a:pt x="183" y="64"/>
                    <a:pt x="179" y="64"/>
                  </a:cubicBezTo>
                  <a:cubicBezTo>
                    <a:pt x="176" y="64"/>
                    <a:pt x="172" y="65"/>
                    <a:pt x="169" y="67"/>
                  </a:cubicBezTo>
                  <a:cubicBezTo>
                    <a:pt x="166" y="69"/>
                    <a:pt x="163" y="72"/>
                    <a:pt x="162" y="75"/>
                  </a:cubicBezTo>
                  <a:cubicBezTo>
                    <a:pt x="162" y="75"/>
                    <a:pt x="162" y="75"/>
                    <a:pt x="162" y="75"/>
                  </a:cubicBezTo>
                  <a:cubicBezTo>
                    <a:pt x="107" y="206"/>
                    <a:pt x="107" y="206"/>
                    <a:pt x="107" y="206"/>
                  </a:cubicBezTo>
                  <a:cubicBezTo>
                    <a:pt x="35" y="11"/>
                    <a:pt x="35" y="11"/>
                    <a:pt x="35" y="11"/>
                  </a:cubicBezTo>
                  <a:cubicBezTo>
                    <a:pt x="35" y="11"/>
                    <a:pt x="35" y="11"/>
                    <a:pt x="35" y="11"/>
                  </a:cubicBezTo>
                  <a:cubicBezTo>
                    <a:pt x="34" y="8"/>
                    <a:pt x="31" y="5"/>
                    <a:pt x="28" y="3"/>
                  </a:cubicBezTo>
                  <a:cubicBezTo>
                    <a:pt x="25" y="1"/>
                    <a:pt x="22" y="0"/>
                    <a:pt x="18" y="0"/>
                  </a:cubicBezTo>
                  <a:cubicBezTo>
                    <a:pt x="15" y="0"/>
                    <a:pt x="13" y="0"/>
                    <a:pt x="11" y="1"/>
                  </a:cubicBezTo>
                  <a:cubicBezTo>
                    <a:pt x="11" y="1"/>
                    <a:pt x="11" y="1"/>
                    <a:pt x="11" y="1"/>
                  </a:cubicBezTo>
                  <a:cubicBezTo>
                    <a:pt x="11" y="1"/>
                    <a:pt x="11" y="1"/>
                    <a:pt x="11" y="1"/>
                  </a:cubicBezTo>
                  <a:cubicBezTo>
                    <a:pt x="4" y="4"/>
                    <a:pt x="0" y="11"/>
                    <a:pt x="0" y="18"/>
                  </a:cubicBezTo>
                  <a:cubicBezTo>
                    <a:pt x="0" y="20"/>
                    <a:pt x="0" y="23"/>
                    <a:pt x="1" y="25"/>
                  </a:cubicBezTo>
                  <a:cubicBezTo>
                    <a:pt x="1" y="25"/>
                    <a:pt x="1" y="25"/>
                    <a:pt x="1" y="25"/>
                  </a:cubicBezTo>
                  <a:cubicBezTo>
                    <a:pt x="89" y="262"/>
                    <a:pt x="89" y="262"/>
                    <a:pt x="89" y="262"/>
                  </a:cubicBezTo>
                  <a:cubicBezTo>
                    <a:pt x="89" y="262"/>
                    <a:pt x="89" y="262"/>
                    <a:pt x="89" y="262"/>
                  </a:cubicBezTo>
                  <a:cubicBezTo>
                    <a:pt x="90" y="264"/>
                    <a:pt x="91" y="265"/>
                    <a:pt x="92" y="267"/>
                  </a:cubicBezTo>
                  <a:cubicBezTo>
                    <a:pt x="93" y="268"/>
                    <a:pt x="95" y="269"/>
                    <a:pt x="96" y="270"/>
                  </a:cubicBezTo>
                  <a:cubicBezTo>
                    <a:pt x="97" y="270"/>
                    <a:pt x="97" y="271"/>
                    <a:pt x="98" y="271"/>
                  </a:cubicBezTo>
                  <a:cubicBezTo>
                    <a:pt x="99" y="272"/>
                    <a:pt x="100" y="272"/>
                    <a:pt x="101" y="272"/>
                  </a:cubicBezTo>
                  <a:cubicBezTo>
                    <a:pt x="102" y="273"/>
                    <a:pt x="104" y="273"/>
                    <a:pt x="107" y="273"/>
                  </a:cubicBezTo>
                  <a:cubicBezTo>
                    <a:pt x="111" y="273"/>
                    <a:pt x="114" y="272"/>
                    <a:pt x="117" y="270"/>
                  </a:cubicBezTo>
                  <a:cubicBezTo>
                    <a:pt x="120" y="268"/>
                    <a:pt x="122" y="266"/>
                    <a:pt x="123" y="262"/>
                  </a:cubicBezTo>
                  <a:cubicBezTo>
                    <a:pt x="124" y="262"/>
                    <a:pt x="124" y="262"/>
                    <a:pt x="124" y="262"/>
                  </a:cubicBezTo>
                  <a:cubicBezTo>
                    <a:pt x="179" y="129"/>
                    <a:pt x="179" y="129"/>
                    <a:pt x="179" y="129"/>
                  </a:cubicBezTo>
                  <a:cubicBezTo>
                    <a:pt x="235" y="261"/>
                    <a:pt x="235" y="261"/>
                    <a:pt x="235" y="261"/>
                  </a:cubicBezTo>
                  <a:cubicBezTo>
                    <a:pt x="235" y="261"/>
                    <a:pt x="235" y="261"/>
                    <a:pt x="235" y="261"/>
                  </a:cubicBezTo>
                  <a:cubicBezTo>
                    <a:pt x="237" y="265"/>
                    <a:pt x="239" y="268"/>
                    <a:pt x="241" y="270"/>
                  </a:cubicBezTo>
                  <a:cubicBezTo>
                    <a:pt x="244" y="272"/>
                    <a:pt x="247" y="273"/>
                    <a:pt x="251" y="273"/>
                  </a:cubicBezTo>
                  <a:cubicBezTo>
                    <a:pt x="253" y="273"/>
                    <a:pt x="253" y="273"/>
                    <a:pt x="253" y="273"/>
                  </a:cubicBezTo>
                  <a:cubicBezTo>
                    <a:pt x="255" y="273"/>
                    <a:pt x="257" y="273"/>
                    <a:pt x="259" y="272"/>
                  </a:cubicBezTo>
                  <a:cubicBezTo>
                    <a:pt x="261" y="272"/>
                    <a:pt x="263" y="271"/>
                    <a:pt x="264" y="270"/>
                  </a:cubicBezTo>
                  <a:cubicBezTo>
                    <a:pt x="267" y="267"/>
                    <a:pt x="269" y="264"/>
                    <a:pt x="271" y="261"/>
                  </a:cubicBezTo>
                  <a:cubicBezTo>
                    <a:pt x="271" y="261"/>
                    <a:pt x="271" y="261"/>
                    <a:pt x="271" y="261"/>
                  </a:cubicBezTo>
                  <a:cubicBezTo>
                    <a:pt x="358" y="25"/>
                    <a:pt x="358" y="25"/>
                    <a:pt x="358" y="25"/>
                  </a:cubicBezTo>
                  <a:cubicBezTo>
                    <a:pt x="359" y="23"/>
                    <a:pt x="359" y="20"/>
                    <a:pt x="359" y="18"/>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4" name="Google Shape;1624;p195"/>
            <p:cNvSpPr/>
            <p:nvPr/>
          </p:nvSpPr>
          <p:spPr>
            <a:xfrm>
              <a:off x="626" y="567"/>
              <a:ext cx="436" cy="491"/>
            </a:xfrm>
            <a:custGeom>
              <a:rect b="b" l="l" r="r" t="t"/>
              <a:pathLst>
                <a:path extrusionOk="0" h="277" w="247">
                  <a:moveTo>
                    <a:pt x="245" y="152"/>
                  </a:moveTo>
                  <a:cubicBezTo>
                    <a:pt x="246" y="147"/>
                    <a:pt x="247" y="142"/>
                    <a:pt x="247" y="137"/>
                  </a:cubicBezTo>
                  <a:cubicBezTo>
                    <a:pt x="247" y="134"/>
                    <a:pt x="246" y="130"/>
                    <a:pt x="245" y="127"/>
                  </a:cubicBezTo>
                  <a:cubicBezTo>
                    <a:pt x="242" y="116"/>
                    <a:pt x="235" y="106"/>
                    <a:pt x="224" y="100"/>
                  </a:cubicBezTo>
                  <a:cubicBezTo>
                    <a:pt x="73" y="12"/>
                    <a:pt x="73" y="12"/>
                    <a:pt x="73" y="12"/>
                  </a:cubicBezTo>
                  <a:cubicBezTo>
                    <a:pt x="52" y="0"/>
                    <a:pt x="24" y="7"/>
                    <a:pt x="12" y="29"/>
                  </a:cubicBezTo>
                  <a:cubicBezTo>
                    <a:pt x="0" y="50"/>
                    <a:pt x="7" y="77"/>
                    <a:pt x="28" y="90"/>
                  </a:cubicBezTo>
                  <a:cubicBezTo>
                    <a:pt x="113" y="138"/>
                    <a:pt x="113" y="138"/>
                    <a:pt x="113" y="138"/>
                  </a:cubicBezTo>
                  <a:cubicBezTo>
                    <a:pt x="28" y="187"/>
                    <a:pt x="28" y="187"/>
                    <a:pt x="28" y="187"/>
                  </a:cubicBezTo>
                  <a:cubicBezTo>
                    <a:pt x="7" y="200"/>
                    <a:pt x="0" y="227"/>
                    <a:pt x="12" y="248"/>
                  </a:cubicBezTo>
                  <a:cubicBezTo>
                    <a:pt x="24" y="270"/>
                    <a:pt x="52" y="277"/>
                    <a:pt x="73" y="265"/>
                  </a:cubicBezTo>
                  <a:cubicBezTo>
                    <a:pt x="224" y="177"/>
                    <a:pt x="224" y="177"/>
                    <a:pt x="224" y="177"/>
                  </a:cubicBezTo>
                  <a:cubicBezTo>
                    <a:pt x="235" y="171"/>
                    <a:pt x="242" y="162"/>
                    <a:pt x="245" y="152"/>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5" name="Google Shape;1625;p195"/>
            <p:cNvSpPr/>
            <p:nvPr/>
          </p:nvSpPr>
          <p:spPr>
            <a:xfrm>
              <a:off x="768" y="176"/>
              <a:ext cx="435" cy="469"/>
            </a:xfrm>
            <a:custGeom>
              <a:rect b="b" l="l" r="r" t="t"/>
              <a:pathLst>
                <a:path extrusionOk="0" h="265" w="247">
                  <a:moveTo>
                    <a:pt x="28" y="171"/>
                  </a:moveTo>
                  <a:cubicBezTo>
                    <a:pt x="180" y="259"/>
                    <a:pt x="180" y="259"/>
                    <a:pt x="180" y="259"/>
                  </a:cubicBezTo>
                  <a:cubicBezTo>
                    <a:pt x="188" y="263"/>
                    <a:pt x="197" y="265"/>
                    <a:pt x="206" y="264"/>
                  </a:cubicBezTo>
                  <a:cubicBezTo>
                    <a:pt x="229" y="263"/>
                    <a:pt x="247" y="243"/>
                    <a:pt x="247" y="220"/>
                  </a:cubicBezTo>
                  <a:cubicBezTo>
                    <a:pt x="247" y="45"/>
                    <a:pt x="247" y="45"/>
                    <a:pt x="247" y="45"/>
                  </a:cubicBezTo>
                  <a:cubicBezTo>
                    <a:pt x="247" y="20"/>
                    <a:pt x="227" y="0"/>
                    <a:pt x="202" y="0"/>
                  </a:cubicBezTo>
                  <a:cubicBezTo>
                    <a:pt x="178" y="0"/>
                    <a:pt x="158" y="20"/>
                    <a:pt x="158" y="45"/>
                  </a:cubicBezTo>
                  <a:cubicBezTo>
                    <a:pt x="158" y="143"/>
                    <a:pt x="158" y="143"/>
                    <a:pt x="158" y="143"/>
                  </a:cubicBezTo>
                  <a:cubicBezTo>
                    <a:pt x="73" y="94"/>
                    <a:pt x="73" y="94"/>
                    <a:pt x="73" y="94"/>
                  </a:cubicBezTo>
                  <a:cubicBezTo>
                    <a:pt x="52" y="82"/>
                    <a:pt x="24" y="89"/>
                    <a:pt x="12" y="110"/>
                  </a:cubicBezTo>
                  <a:cubicBezTo>
                    <a:pt x="0" y="132"/>
                    <a:pt x="7" y="159"/>
                    <a:pt x="28" y="171"/>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6" name="Google Shape;1626;p195"/>
            <p:cNvSpPr/>
            <p:nvPr/>
          </p:nvSpPr>
          <p:spPr>
            <a:xfrm>
              <a:off x="1332" y="176"/>
              <a:ext cx="436" cy="469"/>
            </a:xfrm>
            <a:custGeom>
              <a:rect b="b" l="l" r="r" t="t"/>
              <a:pathLst>
                <a:path extrusionOk="0" h="265" w="247">
                  <a:moveTo>
                    <a:pt x="41" y="264"/>
                  </a:moveTo>
                  <a:cubicBezTo>
                    <a:pt x="50" y="265"/>
                    <a:pt x="59" y="263"/>
                    <a:pt x="67" y="259"/>
                  </a:cubicBezTo>
                  <a:cubicBezTo>
                    <a:pt x="218" y="171"/>
                    <a:pt x="218" y="171"/>
                    <a:pt x="218" y="171"/>
                  </a:cubicBezTo>
                  <a:cubicBezTo>
                    <a:pt x="240" y="159"/>
                    <a:pt x="247" y="132"/>
                    <a:pt x="235" y="110"/>
                  </a:cubicBezTo>
                  <a:cubicBezTo>
                    <a:pt x="222" y="89"/>
                    <a:pt x="195" y="82"/>
                    <a:pt x="174" y="94"/>
                  </a:cubicBezTo>
                  <a:cubicBezTo>
                    <a:pt x="89" y="143"/>
                    <a:pt x="89" y="143"/>
                    <a:pt x="89" y="143"/>
                  </a:cubicBezTo>
                  <a:cubicBezTo>
                    <a:pt x="89" y="45"/>
                    <a:pt x="89" y="45"/>
                    <a:pt x="89" y="45"/>
                  </a:cubicBezTo>
                  <a:cubicBezTo>
                    <a:pt x="89" y="20"/>
                    <a:pt x="69" y="0"/>
                    <a:pt x="44" y="0"/>
                  </a:cubicBezTo>
                  <a:cubicBezTo>
                    <a:pt x="20" y="0"/>
                    <a:pt x="0" y="20"/>
                    <a:pt x="0" y="45"/>
                  </a:cubicBezTo>
                  <a:cubicBezTo>
                    <a:pt x="0" y="220"/>
                    <a:pt x="0" y="220"/>
                    <a:pt x="0" y="220"/>
                  </a:cubicBezTo>
                  <a:cubicBezTo>
                    <a:pt x="0" y="243"/>
                    <a:pt x="18" y="263"/>
                    <a:pt x="41" y="264"/>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7" name="Google Shape;1627;p195"/>
            <p:cNvSpPr/>
            <p:nvPr/>
          </p:nvSpPr>
          <p:spPr>
            <a:xfrm>
              <a:off x="768" y="980"/>
              <a:ext cx="435" cy="467"/>
            </a:xfrm>
            <a:custGeom>
              <a:rect b="b" l="l" r="r" t="t"/>
              <a:pathLst>
                <a:path extrusionOk="0" h="264" w="247">
                  <a:moveTo>
                    <a:pt x="206" y="0"/>
                  </a:moveTo>
                  <a:cubicBezTo>
                    <a:pt x="197" y="0"/>
                    <a:pt x="188" y="2"/>
                    <a:pt x="180" y="6"/>
                  </a:cubicBezTo>
                  <a:cubicBezTo>
                    <a:pt x="28" y="94"/>
                    <a:pt x="28" y="94"/>
                    <a:pt x="28" y="94"/>
                  </a:cubicBezTo>
                  <a:cubicBezTo>
                    <a:pt x="7" y="106"/>
                    <a:pt x="0" y="133"/>
                    <a:pt x="12" y="155"/>
                  </a:cubicBezTo>
                  <a:cubicBezTo>
                    <a:pt x="24" y="176"/>
                    <a:pt x="52" y="183"/>
                    <a:pt x="73" y="171"/>
                  </a:cubicBezTo>
                  <a:cubicBezTo>
                    <a:pt x="158" y="122"/>
                    <a:pt x="158" y="122"/>
                    <a:pt x="158" y="122"/>
                  </a:cubicBezTo>
                  <a:cubicBezTo>
                    <a:pt x="158" y="220"/>
                    <a:pt x="158" y="220"/>
                    <a:pt x="158" y="220"/>
                  </a:cubicBezTo>
                  <a:cubicBezTo>
                    <a:pt x="158" y="244"/>
                    <a:pt x="178" y="264"/>
                    <a:pt x="202" y="264"/>
                  </a:cubicBezTo>
                  <a:cubicBezTo>
                    <a:pt x="227" y="264"/>
                    <a:pt x="247" y="244"/>
                    <a:pt x="247" y="220"/>
                  </a:cubicBezTo>
                  <a:cubicBezTo>
                    <a:pt x="247" y="45"/>
                    <a:pt x="247" y="45"/>
                    <a:pt x="247" y="45"/>
                  </a:cubicBezTo>
                  <a:cubicBezTo>
                    <a:pt x="247" y="21"/>
                    <a:pt x="229" y="2"/>
                    <a:pt x="206" y="0"/>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8" name="Google Shape;1628;p195"/>
            <p:cNvSpPr/>
            <p:nvPr/>
          </p:nvSpPr>
          <p:spPr>
            <a:xfrm>
              <a:off x="1121" y="665"/>
              <a:ext cx="294" cy="295"/>
            </a:xfrm>
            <a:custGeom>
              <a:rect b="b" l="l" r="r" t="t"/>
              <a:pathLst>
                <a:path extrusionOk="0" h="167" w="167">
                  <a:moveTo>
                    <a:pt x="167" y="93"/>
                  </a:moveTo>
                  <a:cubicBezTo>
                    <a:pt x="167" y="88"/>
                    <a:pt x="167" y="88"/>
                    <a:pt x="167" y="88"/>
                  </a:cubicBezTo>
                  <a:cubicBezTo>
                    <a:pt x="167" y="85"/>
                    <a:pt x="167" y="81"/>
                    <a:pt x="167" y="79"/>
                  </a:cubicBezTo>
                  <a:cubicBezTo>
                    <a:pt x="167" y="74"/>
                    <a:pt x="167" y="74"/>
                    <a:pt x="167" y="74"/>
                  </a:cubicBezTo>
                  <a:cubicBezTo>
                    <a:pt x="167" y="72"/>
                    <a:pt x="165" y="68"/>
                    <a:pt x="163" y="66"/>
                  </a:cubicBezTo>
                  <a:cubicBezTo>
                    <a:pt x="101" y="3"/>
                    <a:pt x="101" y="3"/>
                    <a:pt x="101" y="3"/>
                  </a:cubicBezTo>
                  <a:cubicBezTo>
                    <a:pt x="99" y="1"/>
                    <a:pt x="95" y="0"/>
                    <a:pt x="93" y="0"/>
                  </a:cubicBezTo>
                  <a:cubicBezTo>
                    <a:pt x="88" y="0"/>
                    <a:pt x="88" y="0"/>
                    <a:pt x="88" y="0"/>
                  </a:cubicBezTo>
                  <a:cubicBezTo>
                    <a:pt x="85" y="0"/>
                    <a:pt x="81" y="0"/>
                    <a:pt x="79" y="0"/>
                  </a:cubicBezTo>
                  <a:cubicBezTo>
                    <a:pt x="74" y="0"/>
                    <a:pt x="74" y="0"/>
                    <a:pt x="74" y="0"/>
                  </a:cubicBezTo>
                  <a:cubicBezTo>
                    <a:pt x="72" y="0"/>
                    <a:pt x="68" y="1"/>
                    <a:pt x="66" y="3"/>
                  </a:cubicBezTo>
                  <a:cubicBezTo>
                    <a:pt x="3" y="66"/>
                    <a:pt x="3" y="66"/>
                    <a:pt x="3" y="66"/>
                  </a:cubicBezTo>
                  <a:cubicBezTo>
                    <a:pt x="1" y="68"/>
                    <a:pt x="0" y="72"/>
                    <a:pt x="0" y="74"/>
                  </a:cubicBezTo>
                  <a:cubicBezTo>
                    <a:pt x="0" y="79"/>
                    <a:pt x="0" y="79"/>
                    <a:pt x="0" y="79"/>
                  </a:cubicBezTo>
                  <a:cubicBezTo>
                    <a:pt x="0" y="81"/>
                    <a:pt x="0" y="85"/>
                    <a:pt x="0" y="88"/>
                  </a:cubicBezTo>
                  <a:cubicBezTo>
                    <a:pt x="0" y="93"/>
                    <a:pt x="0" y="93"/>
                    <a:pt x="0" y="93"/>
                  </a:cubicBezTo>
                  <a:cubicBezTo>
                    <a:pt x="0" y="95"/>
                    <a:pt x="1" y="99"/>
                    <a:pt x="3" y="101"/>
                  </a:cubicBezTo>
                  <a:cubicBezTo>
                    <a:pt x="66" y="163"/>
                    <a:pt x="66" y="163"/>
                    <a:pt x="66" y="163"/>
                  </a:cubicBezTo>
                  <a:cubicBezTo>
                    <a:pt x="68" y="165"/>
                    <a:pt x="72" y="167"/>
                    <a:pt x="74" y="167"/>
                  </a:cubicBezTo>
                  <a:cubicBezTo>
                    <a:pt x="79" y="167"/>
                    <a:pt x="79" y="167"/>
                    <a:pt x="79" y="167"/>
                  </a:cubicBezTo>
                  <a:cubicBezTo>
                    <a:pt x="81" y="167"/>
                    <a:pt x="85" y="167"/>
                    <a:pt x="88" y="167"/>
                  </a:cubicBezTo>
                  <a:cubicBezTo>
                    <a:pt x="93" y="167"/>
                    <a:pt x="93" y="167"/>
                    <a:pt x="93" y="167"/>
                  </a:cubicBezTo>
                  <a:cubicBezTo>
                    <a:pt x="95" y="167"/>
                    <a:pt x="99" y="165"/>
                    <a:pt x="101" y="163"/>
                  </a:cubicBezTo>
                  <a:cubicBezTo>
                    <a:pt x="163" y="101"/>
                    <a:pt x="163" y="101"/>
                    <a:pt x="163" y="101"/>
                  </a:cubicBezTo>
                  <a:cubicBezTo>
                    <a:pt x="165" y="99"/>
                    <a:pt x="167" y="95"/>
                    <a:pt x="167" y="93"/>
                  </a:cubicBezTo>
                  <a:moveTo>
                    <a:pt x="113" y="84"/>
                  </a:moveTo>
                  <a:cubicBezTo>
                    <a:pt x="113" y="86"/>
                    <a:pt x="112" y="90"/>
                    <a:pt x="110" y="92"/>
                  </a:cubicBezTo>
                  <a:cubicBezTo>
                    <a:pt x="92" y="110"/>
                    <a:pt x="92" y="110"/>
                    <a:pt x="92" y="110"/>
                  </a:cubicBezTo>
                  <a:cubicBezTo>
                    <a:pt x="90" y="112"/>
                    <a:pt x="86" y="113"/>
                    <a:pt x="84" y="113"/>
                  </a:cubicBezTo>
                  <a:cubicBezTo>
                    <a:pt x="83" y="113"/>
                    <a:pt x="83" y="113"/>
                    <a:pt x="83" y="113"/>
                  </a:cubicBezTo>
                  <a:cubicBezTo>
                    <a:pt x="80" y="113"/>
                    <a:pt x="77" y="112"/>
                    <a:pt x="75" y="110"/>
                  </a:cubicBezTo>
                  <a:cubicBezTo>
                    <a:pt x="57" y="92"/>
                    <a:pt x="57" y="92"/>
                    <a:pt x="57" y="92"/>
                  </a:cubicBezTo>
                  <a:cubicBezTo>
                    <a:pt x="55" y="90"/>
                    <a:pt x="54" y="86"/>
                    <a:pt x="54" y="84"/>
                  </a:cubicBezTo>
                  <a:cubicBezTo>
                    <a:pt x="54" y="84"/>
                    <a:pt x="54" y="83"/>
                    <a:pt x="54" y="83"/>
                  </a:cubicBezTo>
                  <a:cubicBezTo>
                    <a:pt x="54" y="81"/>
                    <a:pt x="55" y="77"/>
                    <a:pt x="57" y="75"/>
                  </a:cubicBezTo>
                  <a:cubicBezTo>
                    <a:pt x="75" y="57"/>
                    <a:pt x="75" y="57"/>
                    <a:pt x="75" y="57"/>
                  </a:cubicBezTo>
                  <a:cubicBezTo>
                    <a:pt x="77" y="55"/>
                    <a:pt x="80" y="54"/>
                    <a:pt x="83" y="54"/>
                  </a:cubicBezTo>
                  <a:cubicBezTo>
                    <a:pt x="83" y="54"/>
                    <a:pt x="83" y="54"/>
                    <a:pt x="84" y="54"/>
                  </a:cubicBezTo>
                  <a:cubicBezTo>
                    <a:pt x="86" y="54"/>
                    <a:pt x="90" y="55"/>
                    <a:pt x="92" y="57"/>
                  </a:cubicBezTo>
                  <a:cubicBezTo>
                    <a:pt x="110" y="75"/>
                    <a:pt x="110" y="75"/>
                    <a:pt x="110" y="75"/>
                  </a:cubicBezTo>
                  <a:cubicBezTo>
                    <a:pt x="112" y="77"/>
                    <a:pt x="113" y="81"/>
                    <a:pt x="113" y="83"/>
                  </a:cubicBezTo>
                  <a:cubicBezTo>
                    <a:pt x="113" y="83"/>
                    <a:pt x="113" y="84"/>
                    <a:pt x="113" y="84"/>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29" name="Google Shape;1629;p195"/>
            <p:cNvSpPr/>
            <p:nvPr/>
          </p:nvSpPr>
          <p:spPr>
            <a:xfrm>
              <a:off x="1332" y="980"/>
              <a:ext cx="436" cy="467"/>
            </a:xfrm>
            <a:custGeom>
              <a:rect b="b" l="l" r="r" t="t"/>
              <a:pathLst>
                <a:path extrusionOk="0" h="264" w="247">
                  <a:moveTo>
                    <a:pt x="218" y="94"/>
                  </a:moveTo>
                  <a:cubicBezTo>
                    <a:pt x="67" y="6"/>
                    <a:pt x="67" y="6"/>
                    <a:pt x="67" y="6"/>
                  </a:cubicBezTo>
                  <a:cubicBezTo>
                    <a:pt x="59" y="2"/>
                    <a:pt x="50" y="0"/>
                    <a:pt x="41" y="0"/>
                  </a:cubicBezTo>
                  <a:cubicBezTo>
                    <a:pt x="18" y="2"/>
                    <a:pt x="0" y="21"/>
                    <a:pt x="0" y="45"/>
                  </a:cubicBezTo>
                  <a:cubicBezTo>
                    <a:pt x="0" y="220"/>
                    <a:pt x="0" y="220"/>
                    <a:pt x="0" y="220"/>
                  </a:cubicBezTo>
                  <a:cubicBezTo>
                    <a:pt x="0" y="244"/>
                    <a:pt x="20" y="264"/>
                    <a:pt x="44" y="264"/>
                  </a:cubicBezTo>
                  <a:cubicBezTo>
                    <a:pt x="69" y="264"/>
                    <a:pt x="89" y="244"/>
                    <a:pt x="89" y="220"/>
                  </a:cubicBezTo>
                  <a:cubicBezTo>
                    <a:pt x="89" y="122"/>
                    <a:pt x="89" y="122"/>
                    <a:pt x="89" y="122"/>
                  </a:cubicBezTo>
                  <a:cubicBezTo>
                    <a:pt x="174" y="171"/>
                    <a:pt x="174" y="171"/>
                    <a:pt x="174" y="171"/>
                  </a:cubicBezTo>
                  <a:cubicBezTo>
                    <a:pt x="195" y="183"/>
                    <a:pt x="222" y="176"/>
                    <a:pt x="235" y="155"/>
                  </a:cubicBezTo>
                  <a:cubicBezTo>
                    <a:pt x="247" y="133"/>
                    <a:pt x="240" y="106"/>
                    <a:pt x="218" y="94"/>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30" name="Google Shape;1630;p195"/>
            <p:cNvSpPr/>
            <p:nvPr/>
          </p:nvSpPr>
          <p:spPr>
            <a:xfrm>
              <a:off x="1473" y="567"/>
              <a:ext cx="436" cy="491"/>
            </a:xfrm>
            <a:custGeom>
              <a:rect b="b" l="l" r="r" t="t"/>
              <a:pathLst>
                <a:path extrusionOk="0" h="277" w="247">
                  <a:moveTo>
                    <a:pt x="218" y="187"/>
                  </a:moveTo>
                  <a:cubicBezTo>
                    <a:pt x="134" y="138"/>
                    <a:pt x="134" y="138"/>
                    <a:pt x="134" y="138"/>
                  </a:cubicBezTo>
                  <a:cubicBezTo>
                    <a:pt x="218" y="90"/>
                    <a:pt x="218" y="90"/>
                    <a:pt x="218" y="90"/>
                  </a:cubicBezTo>
                  <a:cubicBezTo>
                    <a:pt x="240" y="77"/>
                    <a:pt x="247" y="50"/>
                    <a:pt x="235" y="29"/>
                  </a:cubicBezTo>
                  <a:cubicBezTo>
                    <a:pt x="222" y="7"/>
                    <a:pt x="195" y="0"/>
                    <a:pt x="174" y="12"/>
                  </a:cubicBezTo>
                  <a:cubicBezTo>
                    <a:pt x="22" y="100"/>
                    <a:pt x="22" y="100"/>
                    <a:pt x="22" y="100"/>
                  </a:cubicBezTo>
                  <a:cubicBezTo>
                    <a:pt x="12" y="106"/>
                    <a:pt x="5" y="116"/>
                    <a:pt x="2" y="127"/>
                  </a:cubicBezTo>
                  <a:cubicBezTo>
                    <a:pt x="1" y="130"/>
                    <a:pt x="0" y="134"/>
                    <a:pt x="0" y="137"/>
                  </a:cubicBezTo>
                  <a:cubicBezTo>
                    <a:pt x="0" y="142"/>
                    <a:pt x="1" y="147"/>
                    <a:pt x="2" y="152"/>
                  </a:cubicBezTo>
                  <a:cubicBezTo>
                    <a:pt x="5" y="162"/>
                    <a:pt x="12" y="171"/>
                    <a:pt x="22" y="177"/>
                  </a:cubicBezTo>
                  <a:cubicBezTo>
                    <a:pt x="174" y="265"/>
                    <a:pt x="174" y="265"/>
                    <a:pt x="174" y="265"/>
                  </a:cubicBezTo>
                  <a:cubicBezTo>
                    <a:pt x="195" y="277"/>
                    <a:pt x="222" y="270"/>
                    <a:pt x="235" y="248"/>
                  </a:cubicBezTo>
                  <a:cubicBezTo>
                    <a:pt x="247" y="227"/>
                    <a:pt x="240" y="200"/>
                    <a:pt x="218" y="187"/>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31" name="Google Shape;1631;p195"/>
            <p:cNvSpPr/>
            <p:nvPr/>
          </p:nvSpPr>
          <p:spPr>
            <a:xfrm>
              <a:off x="2970" y="571"/>
              <a:ext cx="460" cy="485"/>
            </a:xfrm>
            <a:custGeom>
              <a:rect b="b" l="l" r="r" t="t"/>
              <a:pathLst>
                <a:path extrusionOk="0" h="274" w="261">
                  <a:moveTo>
                    <a:pt x="223" y="41"/>
                  </a:moveTo>
                  <a:cubicBezTo>
                    <a:pt x="199" y="16"/>
                    <a:pt x="167" y="0"/>
                    <a:pt x="130" y="0"/>
                  </a:cubicBezTo>
                  <a:cubicBezTo>
                    <a:pt x="94" y="0"/>
                    <a:pt x="62" y="16"/>
                    <a:pt x="38" y="41"/>
                  </a:cubicBezTo>
                  <a:cubicBezTo>
                    <a:pt x="15" y="66"/>
                    <a:pt x="0" y="100"/>
                    <a:pt x="0" y="137"/>
                  </a:cubicBezTo>
                  <a:cubicBezTo>
                    <a:pt x="0" y="174"/>
                    <a:pt x="15" y="209"/>
                    <a:pt x="38" y="234"/>
                  </a:cubicBezTo>
                  <a:cubicBezTo>
                    <a:pt x="62" y="259"/>
                    <a:pt x="94" y="274"/>
                    <a:pt x="130" y="274"/>
                  </a:cubicBezTo>
                  <a:cubicBezTo>
                    <a:pt x="167" y="274"/>
                    <a:pt x="199" y="259"/>
                    <a:pt x="223" y="234"/>
                  </a:cubicBezTo>
                  <a:cubicBezTo>
                    <a:pt x="246" y="209"/>
                    <a:pt x="261" y="174"/>
                    <a:pt x="261" y="137"/>
                  </a:cubicBezTo>
                  <a:cubicBezTo>
                    <a:pt x="261" y="100"/>
                    <a:pt x="246" y="66"/>
                    <a:pt x="223" y="41"/>
                  </a:cubicBezTo>
                  <a:moveTo>
                    <a:pt x="196" y="208"/>
                  </a:moveTo>
                  <a:cubicBezTo>
                    <a:pt x="179" y="226"/>
                    <a:pt x="155"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5"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
        <p:nvSpPr>
          <p:cNvPr id="1632" name="Google Shape;1632;p195"/>
          <p:cNvSpPr/>
          <p:nvPr/>
        </p:nvSpPr>
        <p:spPr>
          <a:xfrm rot="-5400000">
            <a:off x="5887745" y="1887244"/>
            <a:ext cx="2176991" cy="4335519"/>
          </a:xfrm>
          <a:custGeom>
            <a:rect b="b" l="l" r="r" t="t"/>
            <a:pathLst>
              <a:path extrusionOk="0" h="5780692" w="2902655">
                <a:moveTo>
                  <a:pt x="2902655" y="5004581"/>
                </a:moveTo>
                <a:lnTo>
                  <a:pt x="2452511" y="5780692"/>
                </a:lnTo>
                <a:lnTo>
                  <a:pt x="0" y="5780692"/>
                </a:lnTo>
                <a:lnTo>
                  <a:pt x="0" y="0"/>
                </a:lnTo>
                <a:close/>
              </a:path>
            </a:pathLst>
          </a:custGeom>
          <a:solidFill>
            <a:srgbClr val="66757A">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33" name="Google Shape;1633;p195"/>
          <p:cNvSpPr/>
          <p:nvPr/>
        </p:nvSpPr>
        <p:spPr>
          <a:xfrm>
            <a:off x="5872163" y="211931"/>
            <a:ext cx="3271838" cy="4833940"/>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34" name="Google Shape;1634;p195"/>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Computing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p:cSld name="Title - Image">
    <p:spTree>
      <p:nvGrpSpPr>
        <p:cNvPr id="1635" name="Shape 1635"/>
        <p:cNvGrpSpPr/>
        <p:nvPr/>
      </p:nvGrpSpPr>
      <p:grpSpPr>
        <a:xfrm>
          <a:off x="0" y="0"/>
          <a:ext cx="0" cy="0"/>
          <a:chOff x="0" y="0"/>
          <a:chExt cx="0" cy="0"/>
        </a:xfrm>
      </p:grpSpPr>
      <p:sp>
        <p:nvSpPr>
          <p:cNvPr id="1636" name="Google Shape;1636;p196"/>
          <p:cNvSpPr txBox="1"/>
          <p:nvPr>
            <p:ph idx="1" type="body"/>
          </p:nvPr>
        </p:nvSpPr>
        <p:spPr>
          <a:xfrm>
            <a:off x="428387" y="1177290"/>
            <a:ext cx="5383200" cy="2080200"/>
          </a:xfrm>
          <a:prstGeom prst="rect">
            <a:avLst/>
          </a:prstGeom>
          <a:noFill/>
          <a:ln>
            <a:noFill/>
          </a:ln>
        </p:spPr>
        <p:txBody>
          <a:bodyPr anchorCtr="0" anchor="b" bIns="34275" lIns="68575" spcFirstLastPara="1" rIns="68575" wrap="square" tIns="34275">
            <a:noAutofit/>
          </a:bodyPr>
          <a:lstStyle>
            <a:lvl1pPr indent="-228600" lvl="0" marL="457200" marR="0" algn="l">
              <a:lnSpc>
                <a:spcPct val="70000"/>
              </a:lnSpc>
              <a:spcBef>
                <a:spcPts val="800"/>
              </a:spcBef>
              <a:spcAft>
                <a:spcPts val="0"/>
              </a:spcAft>
              <a:buClr>
                <a:schemeClr val="lt1"/>
              </a:buClr>
              <a:buSzPts val="4500"/>
              <a:buFont typeface="Arial"/>
              <a:buNone/>
              <a:defRPr b="1" i="0" sz="45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37" name="Google Shape;1637;p196"/>
          <p:cNvSpPr txBox="1"/>
          <p:nvPr>
            <p:ph idx="2" type="body"/>
          </p:nvPr>
        </p:nvSpPr>
        <p:spPr>
          <a:xfrm>
            <a:off x="428387" y="3314938"/>
            <a:ext cx="5389500" cy="7257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38" name="Google Shape;1638;p196"/>
          <p:cNvSpPr txBox="1"/>
          <p:nvPr>
            <p:ph idx="3" type="body"/>
          </p:nvPr>
        </p:nvSpPr>
        <p:spPr>
          <a:xfrm>
            <a:off x="428387" y="4537949"/>
            <a:ext cx="6446700" cy="2286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lt1"/>
              </a:buClr>
              <a:buSzPts val="1100"/>
              <a:buFont typeface="Arial"/>
              <a:buNone/>
              <a:defRPr b="1" i="0" sz="11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39" name="Google Shape;1639;p196"/>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algn="r">
              <a:spcBef>
                <a:spcPts val="0"/>
              </a:spcBef>
              <a:buNone/>
              <a:defRPr b="0" i="0" sz="600">
                <a:solidFill>
                  <a:srgbClr val="929292"/>
                </a:solidFill>
                <a:latin typeface="Arial"/>
                <a:ea typeface="Arial"/>
                <a:cs typeface="Arial"/>
                <a:sym typeface="Arial"/>
              </a:defRPr>
            </a:lvl1pPr>
            <a:lvl2pPr indent="0" lvl="1" marL="0" marR="0" algn="r">
              <a:spcBef>
                <a:spcPts val="0"/>
              </a:spcBef>
              <a:buNone/>
              <a:defRPr b="0" i="0" sz="600">
                <a:solidFill>
                  <a:srgbClr val="929292"/>
                </a:solidFill>
                <a:latin typeface="Arial"/>
                <a:ea typeface="Arial"/>
                <a:cs typeface="Arial"/>
                <a:sym typeface="Arial"/>
              </a:defRPr>
            </a:lvl2pPr>
            <a:lvl3pPr indent="0" lvl="2" marL="0" marR="0" algn="r">
              <a:spcBef>
                <a:spcPts val="0"/>
              </a:spcBef>
              <a:buNone/>
              <a:defRPr b="0" i="0" sz="600">
                <a:solidFill>
                  <a:srgbClr val="929292"/>
                </a:solidFill>
                <a:latin typeface="Arial"/>
                <a:ea typeface="Arial"/>
                <a:cs typeface="Arial"/>
                <a:sym typeface="Arial"/>
              </a:defRPr>
            </a:lvl3pPr>
            <a:lvl4pPr indent="0" lvl="3" marL="0" marR="0" algn="r">
              <a:spcBef>
                <a:spcPts val="0"/>
              </a:spcBef>
              <a:buNone/>
              <a:defRPr b="0" i="0" sz="600">
                <a:solidFill>
                  <a:srgbClr val="929292"/>
                </a:solidFill>
                <a:latin typeface="Arial"/>
                <a:ea typeface="Arial"/>
                <a:cs typeface="Arial"/>
                <a:sym typeface="Arial"/>
              </a:defRPr>
            </a:lvl4pPr>
            <a:lvl5pPr indent="0" lvl="4" marL="0" marR="0" algn="r">
              <a:spcBef>
                <a:spcPts val="0"/>
              </a:spcBef>
              <a:buNone/>
              <a:defRPr b="0" i="0" sz="600">
                <a:solidFill>
                  <a:srgbClr val="929292"/>
                </a:solidFill>
                <a:latin typeface="Arial"/>
                <a:ea typeface="Arial"/>
                <a:cs typeface="Arial"/>
                <a:sym typeface="Arial"/>
              </a:defRPr>
            </a:lvl5pPr>
            <a:lvl6pPr indent="0" lvl="5" marL="0" marR="0" algn="r">
              <a:spcBef>
                <a:spcPts val="0"/>
              </a:spcBef>
              <a:buNone/>
              <a:defRPr b="0" i="0" sz="600">
                <a:solidFill>
                  <a:srgbClr val="929292"/>
                </a:solidFill>
                <a:latin typeface="Arial"/>
                <a:ea typeface="Arial"/>
                <a:cs typeface="Arial"/>
                <a:sym typeface="Arial"/>
              </a:defRPr>
            </a:lvl6pPr>
            <a:lvl7pPr indent="0" lvl="6" marL="0" marR="0" algn="r">
              <a:spcBef>
                <a:spcPts val="0"/>
              </a:spcBef>
              <a:buNone/>
              <a:defRPr b="0" i="0" sz="600">
                <a:solidFill>
                  <a:srgbClr val="929292"/>
                </a:solidFill>
                <a:latin typeface="Arial"/>
                <a:ea typeface="Arial"/>
                <a:cs typeface="Arial"/>
                <a:sym typeface="Arial"/>
              </a:defRPr>
            </a:lvl7pPr>
            <a:lvl8pPr indent="0" lvl="7" marL="0" marR="0" algn="r">
              <a:spcBef>
                <a:spcPts val="0"/>
              </a:spcBef>
              <a:buNone/>
              <a:defRPr b="0" i="0" sz="600">
                <a:solidFill>
                  <a:srgbClr val="929292"/>
                </a:solidFill>
                <a:latin typeface="Arial"/>
                <a:ea typeface="Arial"/>
                <a:cs typeface="Arial"/>
                <a:sym typeface="Arial"/>
              </a:defRPr>
            </a:lvl8pPr>
            <a:lvl9pPr indent="0" lvl="8" marL="0" marR="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1640" name="Shape 1640"/>
        <p:cNvGrpSpPr/>
        <p:nvPr/>
      </p:nvGrpSpPr>
      <p:grpSpPr>
        <a:xfrm>
          <a:off x="0" y="0"/>
          <a:ext cx="0" cy="0"/>
          <a:chOff x="0" y="0"/>
          <a:chExt cx="0" cy="0"/>
        </a:xfrm>
      </p:grpSpPr>
      <p:sp>
        <p:nvSpPr>
          <p:cNvPr id="1641" name="Google Shape;1641;p197"/>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42" name="Google Shape;1642;p197"/>
          <p:cNvSpPr txBox="1"/>
          <p:nvPr>
            <p:ph idx="1" type="body"/>
          </p:nvPr>
        </p:nvSpPr>
        <p:spPr>
          <a:xfrm>
            <a:off x="302895" y="384572"/>
            <a:ext cx="8589600" cy="543000"/>
          </a:xfrm>
          <a:prstGeom prst="rect">
            <a:avLst/>
          </a:prstGeom>
          <a:noFill/>
          <a:ln>
            <a:noFill/>
          </a:ln>
        </p:spPr>
        <p:txBody>
          <a:bodyPr anchorCtr="0" anchor="b" bIns="34275" lIns="68575" spcFirstLastPara="1" rIns="68575" wrap="square" tIns="34275">
            <a:no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643" name="Google Shape;1643;p197"/>
          <p:cNvGrpSpPr/>
          <p:nvPr/>
        </p:nvGrpSpPr>
        <p:grpSpPr>
          <a:xfrm>
            <a:off x="345152" y="4876022"/>
            <a:ext cx="135124" cy="133368"/>
            <a:chOff x="2940050" y="1514475"/>
            <a:chExt cx="4643437" cy="4583110"/>
          </a:xfrm>
        </p:grpSpPr>
        <p:sp>
          <p:nvSpPr>
            <p:cNvPr id="1644" name="Google Shape;1644;p197"/>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45" name="Google Shape;1645;p197"/>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46" name="Google Shape;1646;p197"/>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47" name="Google Shape;1647;p197"/>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48" name="Google Shape;1648;p197"/>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49" name="Google Shape;1649;p197"/>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0" name="Google Shape;1650;p197"/>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651" name="Google Shape;1651;p197"/>
          <p:cNvSpPr txBox="1"/>
          <p:nvPr>
            <p:ph idx="2" type="body"/>
          </p:nvPr>
        </p:nvSpPr>
        <p:spPr>
          <a:xfrm>
            <a:off x="304562" y="943213"/>
            <a:ext cx="8601300" cy="294900"/>
          </a:xfrm>
          <a:prstGeom prst="rect">
            <a:avLst/>
          </a:prstGeom>
          <a:noFill/>
          <a:ln>
            <a:noFill/>
          </a:ln>
        </p:spPr>
        <p:txBody>
          <a:bodyPr anchorCtr="0" anchor="t" bIns="34275" lIns="68575" spcFirstLastPara="1" rIns="68575" wrap="square" tIns="34275">
            <a:noAutofit/>
          </a:bodyPr>
          <a:lstStyle>
            <a:lvl1pPr indent="-228600" lvl="0" marL="457200" marR="0" algn="ctr">
              <a:lnSpc>
                <a:spcPct val="90000"/>
              </a:lnSpc>
              <a:spcBef>
                <a:spcPts val="800"/>
              </a:spcBef>
              <a:spcAft>
                <a:spcPts val="0"/>
              </a:spcAft>
              <a:buClr>
                <a:srgbClr val="5B5B5B"/>
              </a:buClr>
              <a:buSzPts val="1600"/>
              <a:buFont typeface="Arial"/>
              <a:buNone/>
              <a:defRPr b="0" i="0" sz="1600" u="none" cap="none" strike="noStrike">
                <a:solidFill>
                  <a:srgbClr val="5B5B5B"/>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652" name="Google Shape;1652;p197"/>
          <p:cNvGrpSpPr/>
          <p:nvPr/>
        </p:nvGrpSpPr>
        <p:grpSpPr>
          <a:xfrm>
            <a:off x="345152" y="4876022"/>
            <a:ext cx="135124" cy="133368"/>
            <a:chOff x="2940050" y="1514475"/>
            <a:chExt cx="4643437" cy="4583110"/>
          </a:xfrm>
        </p:grpSpPr>
        <p:sp>
          <p:nvSpPr>
            <p:cNvPr id="1653" name="Google Shape;1653;p197"/>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4" name="Google Shape;1654;p197"/>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5" name="Google Shape;1655;p197"/>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6" name="Google Shape;1656;p197"/>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7" name="Google Shape;1657;p197"/>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8" name="Google Shape;1658;p197"/>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59" name="Google Shape;1659;p197"/>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660" name="Google Shape;1660;p197"/>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algn="r">
              <a:spcBef>
                <a:spcPts val="0"/>
              </a:spcBef>
              <a:buNone/>
              <a:defRPr b="0" i="0" sz="600">
                <a:solidFill>
                  <a:srgbClr val="929292"/>
                </a:solidFill>
                <a:latin typeface="Arial"/>
                <a:ea typeface="Arial"/>
                <a:cs typeface="Arial"/>
                <a:sym typeface="Arial"/>
              </a:defRPr>
            </a:lvl1pPr>
            <a:lvl2pPr indent="0" lvl="1" marL="0" marR="0" algn="r">
              <a:spcBef>
                <a:spcPts val="0"/>
              </a:spcBef>
              <a:buNone/>
              <a:defRPr b="0" i="0" sz="600">
                <a:solidFill>
                  <a:srgbClr val="929292"/>
                </a:solidFill>
                <a:latin typeface="Arial"/>
                <a:ea typeface="Arial"/>
                <a:cs typeface="Arial"/>
                <a:sym typeface="Arial"/>
              </a:defRPr>
            </a:lvl2pPr>
            <a:lvl3pPr indent="0" lvl="2" marL="0" marR="0" algn="r">
              <a:spcBef>
                <a:spcPts val="0"/>
              </a:spcBef>
              <a:buNone/>
              <a:defRPr b="0" i="0" sz="600">
                <a:solidFill>
                  <a:srgbClr val="929292"/>
                </a:solidFill>
                <a:latin typeface="Arial"/>
                <a:ea typeface="Arial"/>
                <a:cs typeface="Arial"/>
                <a:sym typeface="Arial"/>
              </a:defRPr>
            </a:lvl3pPr>
            <a:lvl4pPr indent="0" lvl="3" marL="0" marR="0" algn="r">
              <a:spcBef>
                <a:spcPts val="0"/>
              </a:spcBef>
              <a:buNone/>
              <a:defRPr b="0" i="0" sz="600">
                <a:solidFill>
                  <a:srgbClr val="929292"/>
                </a:solidFill>
                <a:latin typeface="Arial"/>
                <a:ea typeface="Arial"/>
                <a:cs typeface="Arial"/>
                <a:sym typeface="Arial"/>
              </a:defRPr>
            </a:lvl4pPr>
            <a:lvl5pPr indent="0" lvl="4" marL="0" marR="0" algn="r">
              <a:spcBef>
                <a:spcPts val="0"/>
              </a:spcBef>
              <a:buNone/>
              <a:defRPr b="0" i="0" sz="600">
                <a:solidFill>
                  <a:srgbClr val="929292"/>
                </a:solidFill>
                <a:latin typeface="Arial"/>
                <a:ea typeface="Arial"/>
                <a:cs typeface="Arial"/>
                <a:sym typeface="Arial"/>
              </a:defRPr>
            </a:lvl5pPr>
            <a:lvl6pPr indent="0" lvl="5" marL="0" marR="0" algn="r">
              <a:spcBef>
                <a:spcPts val="0"/>
              </a:spcBef>
              <a:buNone/>
              <a:defRPr b="0" i="0" sz="600">
                <a:solidFill>
                  <a:srgbClr val="929292"/>
                </a:solidFill>
                <a:latin typeface="Arial"/>
                <a:ea typeface="Arial"/>
                <a:cs typeface="Arial"/>
                <a:sym typeface="Arial"/>
              </a:defRPr>
            </a:lvl6pPr>
            <a:lvl7pPr indent="0" lvl="6" marL="0" marR="0" algn="r">
              <a:spcBef>
                <a:spcPts val="0"/>
              </a:spcBef>
              <a:buNone/>
              <a:defRPr b="0" i="0" sz="600">
                <a:solidFill>
                  <a:srgbClr val="929292"/>
                </a:solidFill>
                <a:latin typeface="Arial"/>
                <a:ea typeface="Arial"/>
                <a:cs typeface="Arial"/>
                <a:sym typeface="Arial"/>
              </a:defRPr>
            </a:lvl7pPr>
            <a:lvl8pPr indent="0" lvl="7" marL="0" marR="0" algn="r">
              <a:spcBef>
                <a:spcPts val="0"/>
              </a:spcBef>
              <a:buNone/>
              <a:defRPr b="0" i="0" sz="600">
                <a:solidFill>
                  <a:srgbClr val="929292"/>
                </a:solidFill>
                <a:latin typeface="Arial"/>
                <a:ea typeface="Arial"/>
                <a:cs typeface="Arial"/>
                <a:sym typeface="Arial"/>
              </a:defRPr>
            </a:lvl8pPr>
            <a:lvl9pPr indent="0" lvl="8" marL="0" marR="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61" name="Google Shape;1661;p197"/>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Computing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1662" name="Shape 1662"/>
        <p:cNvGrpSpPr/>
        <p:nvPr/>
      </p:nvGrpSpPr>
      <p:grpSpPr>
        <a:xfrm>
          <a:off x="0" y="0"/>
          <a:ext cx="0" cy="0"/>
          <a:chOff x="0" y="0"/>
          <a:chExt cx="0" cy="0"/>
        </a:xfrm>
      </p:grpSpPr>
      <p:sp>
        <p:nvSpPr>
          <p:cNvPr id="1663" name="Google Shape;1663;p198"/>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664" name="Google Shape;1664;p198"/>
          <p:cNvGrpSpPr/>
          <p:nvPr/>
        </p:nvGrpSpPr>
        <p:grpSpPr>
          <a:xfrm>
            <a:off x="345152" y="4876022"/>
            <a:ext cx="135124" cy="133368"/>
            <a:chOff x="2940050" y="1514475"/>
            <a:chExt cx="4643437" cy="4583110"/>
          </a:xfrm>
        </p:grpSpPr>
        <p:sp>
          <p:nvSpPr>
            <p:cNvPr id="1665" name="Google Shape;1665;p198"/>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66" name="Google Shape;1666;p198"/>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67" name="Google Shape;1667;p198"/>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68" name="Google Shape;1668;p198"/>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69" name="Google Shape;1669;p198"/>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70" name="Google Shape;1670;p198"/>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71" name="Google Shape;1671;p198"/>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672" name="Google Shape;1672;p198"/>
          <p:cNvSpPr txBox="1"/>
          <p:nvPr>
            <p:ph idx="1" type="body"/>
          </p:nvPr>
        </p:nvSpPr>
        <p:spPr>
          <a:xfrm>
            <a:off x="314275" y="992624"/>
            <a:ext cx="8583900" cy="37851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73" name="Google Shape;1673;p198"/>
          <p:cNvSpPr txBox="1"/>
          <p:nvPr>
            <p:ph idx="2" type="body"/>
          </p:nvPr>
        </p:nvSpPr>
        <p:spPr>
          <a:xfrm>
            <a:off x="302895" y="384572"/>
            <a:ext cx="8589600" cy="543000"/>
          </a:xfrm>
          <a:prstGeom prst="rect">
            <a:avLst/>
          </a:prstGeom>
          <a:noFill/>
          <a:ln>
            <a:noFill/>
          </a:ln>
        </p:spPr>
        <p:txBody>
          <a:bodyPr anchorCtr="0" anchor="b" bIns="34275" lIns="68575" spcFirstLastPara="1" rIns="68575" wrap="square" tIns="34275">
            <a:no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74" name="Google Shape;1674;p198"/>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675" name="Google Shape;1675;p198"/>
          <p:cNvGrpSpPr/>
          <p:nvPr/>
        </p:nvGrpSpPr>
        <p:grpSpPr>
          <a:xfrm>
            <a:off x="345152" y="4876022"/>
            <a:ext cx="135124" cy="133368"/>
            <a:chOff x="2940050" y="1514475"/>
            <a:chExt cx="4643437" cy="4583110"/>
          </a:xfrm>
        </p:grpSpPr>
        <p:sp>
          <p:nvSpPr>
            <p:cNvPr id="1676" name="Google Shape;1676;p198"/>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77" name="Google Shape;1677;p198"/>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78" name="Google Shape;1678;p198"/>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79" name="Google Shape;1679;p198"/>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80" name="Google Shape;1680;p198"/>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81" name="Google Shape;1681;p198"/>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82" name="Google Shape;1682;p198"/>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683" name="Google Shape;1683;p198"/>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algn="r">
              <a:spcBef>
                <a:spcPts val="0"/>
              </a:spcBef>
              <a:buNone/>
              <a:defRPr b="0" i="0" sz="600">
                <a:solidFill>
                  <a:srgbClr val="929292"/>
                </a:solidFill>
                <a:latin typeface="Arial"/>
                <a:ea typeface="Arial"/>
                <a:cs typeface="Arial"/>
                <a:sym typeface="Arial"/>
              </a:defRPr>
            </a:lvl1pPr>
            <a:lvl2pPr indent="0" lvl="1" marL="0" marR="0" algn="r">
              <a:spcBef>
                <a:spcPts val="0"/>
              </a:spcBef>
              <a:buNone/>
              <a:defRPr b="0" i="0" sz="600">
                <a:solidFill>
                  <a:srgbClr val="929292"/>
                </a:solidFill>
                <a:latin typeface="Arial"/>
                <a:ea typeface="Arial"/>
                <a:cs typeface="Arial"/>
                <a:sym typeface="Arial"/>
              </a:defRPr>
            </a:lvl2pPr>
            <a:lvl3pPr indent="0" lvl="2" marL="0" marR="0" algn="r">
              <a:spcBef>
                <a:spcPts val="0"/>
              </a:spcBef>
              <a:buNone/>
              <a:defRPr b="0" i="0" sz="600">
                <a:solidFill>
                  <a:srgbClr val="929292"/>
                </a:solidFill>
                <a:latin typeface="Arial"/>
                <a:ea typeface="Arial"/>
                <a:cs typeface="Arial"/>
                <a:sym typeface="Arial"/>
              </a:defRPr>
            </a:lvl3pPr>
            <a:lvl4pPr indent="0" lvl="3" marL="0" marR="0" algn="r">
              <a:spcBef>
                <a:spcPts val="0"/>
              </a:spcBef>
              <a:buNone/>
              <a:defRPr b="0" i="0" sz="600">
                <a:solidFill>
                  <a:srgbClr val="929292"/>
                </a:solidFill>
                <a:latin typeface="Arial"/>
                <a:ea typeface="Arial"/>
                <a:cs typeface="Arial"/>
                <a:sym typeface="Arial"/>
              </a:defRPr>
            </a:lvl4pPr>
            <a:lvl5pPr indent="0" lvl="4" marL="0" marR="0" algn="r">
              <a:spcBef>
                <a:spcPts val="0"/>
              </a:spcBef>
              <a:buNone/>
              <a:defRPr b="0" i="0" sz="600">
                <a:solidFill>
                  <a:srgbClr val="929292"/>
                </a:solidFill>
                <a:latin typeface="Arial"/>
                <a:ea typeface="Arial"/>
                <a:cs typeface="Arial"/>
                <a:sym typeface="Arial"/>
              </a:defRPr>
            </a:lvl5pPr>
            <a:lvl6pPr indent="0" lvl="5" marL="0" marR="0" algn="r">
              <a:spcBef>
                <a:spcPts val="0"/>
              </a:spcBef>
              <a:buNone/>
              <a:defRPr b="0" i="0" sz="600">
                <a:solidFill>
                  <a:srgbClr val="929292"/>
                </a:solidFill>
                <a:latin typeface="Arial"/>
                <a:ea typeface="Arial"/>
                <a:cs typeface="Arial"/>
                <a:sym typeface="Arial"/>
              </a:defRPr>
            </a:lvl6pPr>
            <a:lvl7pPr indent="0" lvl="6" marL="0" marR="0" algn="r">
              <a:spcBef>
                <a:spcPts val="0"/>
              </a:spcBef>
              <a:buNone/>
              <a:defRPr b="0" i="0" sz="600">
                <a:solidFill>
                  <a:srgbClr val="929292"/>
                </a:solidFill>
                <a:latin typeface="Arial"/>
                <a:ea typeface="Arial"/>
                <a:cs typeface="Arial"/>
                <a:sym typeface="Arial"/>
              </a:defRPr>
            </a:lvl7pPr>
            <a:lvl8pPr indent="0" lvl="7" marL="0" marR="0" algn="r">
              <a:spcBef>
                <a:spcPts val="0"/>
              </a:spcBef>
              <a:buNone/>
              <a:defRPr b="0" i="0" sz="600">
                <a:solidFill>
                  <a:srgbClr val="929292"/>
                </a:solidFill>
                <a:latin typeface="Arial"/>
                <a:ea typeface="Arial"/>
                <a:cs typeface="Arial"/>
                <a:sym typeface="Arial"/>
              </a:defRPr>
            </a:lvl8pPr>
            <a:lvl9pPr indent="0" lvl="8" marL="0" marR="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84" name="Google Shape;1684;p198"/>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Computing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685" name="Shape 1685"/>
        <p:cNvGrpSpPr/>
        <p:nvPr/>
      </p:nvGrpSpPr>
      <p:grpSpPr>
        <a:xfrm>
          <a:off x="0" y="0"/>
          <a:ext cx="0" cy="0"/>
          <a:chOff x="0" y="0"/>
          <a:chExt cx="0" cy="0"/>
        </a:xfrm>
      </p:grpSpPr>
      <p:sp>
        <p:nvSpPr>
          <p:cNvPr id="1686" name="Google Shape;1686;p199"/>
          <p:cNvSpPr/>
          <p:nvPr/>
        </p:nvSpPr>
        <p:spPr>
          <a:xfrm>
            <a:off x="5636772" y="1691681"/>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87" name="Google Shape;1687;p199"/>
          <p:cNvSpPr/>
          <p:nvPr/>
        </p:nvSpPr>
        <p:spPr>
          <a:xfrm flipH="1">
            <a:off x="0" y="68579"/>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88" name="Google Shape;1688;p199"/>
          <p:cNvSpPr/>
          <p:nvPr/>
        </p:nvSpPr>
        <p:spPr>
          <a:xfrm>
            <a:off x="6824193" y="1"/>
            <a:ext cx="2319807"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8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89" name="Google Shape;1689;p199"/>
          <p:cNvSpPr txBox="1"/>
          <p:nvPr>
            <p:ph idx="1" type="body"/>
          </p:nvPr>
        </p:nvSpPr>
        <p:spPr>
          <a:xfrm>
            <a:off x="302895" y="384572"/>
            <a:ext cx="8589600" cy="543000"/>
          </a:xfrm>
          <a:prstGeom prst="rect">
            <a:avLst/>
          </a:prstGeom>
          <a:noFill/>
          <a:ln>
            <a:noFill/>
          </a:ln>
        </p:spPr>
        <p:txBody>
          <a:bodyPr anchorCtr="0" anchor="b" bIns="34275" lIns="68575" spcFirstLastPara="1" rIns="68575" wrap="square" tIns="34275">
            <a:noAutofit/>
          </a:bodyPr>
          <a:lstStyle>
            <a:lvl1pPr indent="-228600" lvl="0" marL="457200" marR="0" algn="ctr">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690" name="Google Shape;1690;p199"/>
          <p:cNvGrpSpPr/>
          <p:nvPr/>
        </p:nvGrpSpPr>
        <p:grpSpPr>
          <a:xfrm>
            <a:off x="345152" y="4876022"/>
            <a:ext cx="135124" cy="133368"/>
            <a:chOff x="2940050" y="1514475"/>
            <a:chExt cx="4643437" cy="4583110"/>
          </a:xfrm>
        </p:grpSpPr>
        <p:sp>
          <p:nvSpPr>
            <p:cNvPr id="1691" name="Google Shape;1691;p199"/>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92" name="Google Shape;1692;p199"/>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93" name="Google Shape;1693;p199"/>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94" name="Google Shape;1694;p199"/>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95" name="Google Shape;1695;p199"/>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96" name="Google Shape;1696;p199"/>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697" name="Google Shape;1697;p199"/>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grpSp>
        <p:nvGrpSpPr>
          <p:cNvPr id="1698" name="Google Shape;1698;p199"/>
          <p:cNvGrpSpPr/>
          <p:nvPr/>
        </p:nvGrpSpPr>
        <p:grpSpPr>
          <a:xfrm>
            <a:off x="345152" y="4876022"/>
            <a:ext cx="135124" cy="133368"/>
            <a:chOff x="2940050" y="1514475"/>
            <a:chExt cx="4643437" cy="4583110"/>
          </a:xfrm>
        </p:grpSpPr>
        <p:sp>
          <p:nvSpPr>
            <p:cNvPr id="1699" name="Google Shape;1699;p199"/>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00" name="Google Shape;1700;p199"/>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01" name="Google Shape;1701;p199"/>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02" name="Google Shape;1702;p199"/>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03" name="Google Shape;1703;p199"/>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04" name="Google Shape;1704;p199"/>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05" name="Google Shape;1705;p199"/>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706" name="Google Shape;1706;p199"/>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algn="r">
              <a:spcBef>
                <a:spcPts val="0"/>
              </a:spcBef>
              <a:buNone/>
              <a:defRPr b="0" i="0" sz="600">
                <a:solidFill>
                  <a:srgbClr val="929292"/>
                </a:solidFill>
                <a:latin typeface="Arial"/>
                <a:ea typeface="Arial"/>
                <a:cs typeface="Arial"/>
                <a:sym typeface="Arial"/>
              </a:defRPr>
            </a:lvl1pPr>
            <a:lvl2pPr indent="0" lvl="1" marL="0" marR="0" algn="r">
              <a:spcBef>
                <a:spcPts val="0"/>
              </a:spcBef>
              <a:buNone/>
              <a:defRPr b="0" i="0" sz="600">
                <a:solidFill>
                  <a:srgbClr val="929292"/>
                </a:solidFill>
                <a:latin typeface="Arial"/>
                <a:ea typeface="Arial"/>
                <a:cs typeface="Arial"/>
                <a:sym typeface="Arial"/>
              </a:defRPr>
            </a:lvl2pPr>
            <a:lvl3pPr indent="0" lvl="2" marL="0" marR="0" algn="r">
              <a:spcBef>
                <a:spcPts val="0"/>
              </a:spcBef>
              <a:buNone/>
              <a:defRPr b="0" i="0" sz="600">
                <a:solidFill>
                  <a:srgbClr val="929292"/>
                </a:solidFill>
                <a:latin typeface="Arial"/>
                <a:ea typeface="Arial"/>
                <a:cs typeface="Arial"/>
                <a:sym typeface="Arial"/>
              </a:defRPr>
            </a:lvl3pPr>
            <a:lvl4pPr indent="0" lvl="3" marL="0" marR="0" algn="r">
              <a:spcBef>
                <a:spcPts val="0"/>
              </a:spcBef>
              <a:buNone/>
              <a:defRPr b="0" i="0" sz="600">
                <a:solidFill>
                  <a:srgbClr val="929292"/>
                </a:solidFill>
                <a:latin typeface="Arial"/>
                <a:ea typeface="Arial"/>
                <a:cs typeface="Arial"/>
                <a:sym typeface="Arial"/>
              </a:defRPr>
            </a:lvl4pPr>
            <a:lvl5pPr indent="0" lvl="4" marL="0" marR="0" algn="r">
              <a:spcBef>
                <a:spcPts val="0"/>
              </a:spcBef>
              <a:buNone/>
              <a:defRPr b="0" i="0" sz="600">
                <a:solidFill>
                  <a:srgbClr val="929292"/>
                </a:solidFill>
                <a:latin typeface="Arial"/>
                <a:ea typeface="Arial"/>
                <a:cs typeface="Arial"/>
                <a:sym typeface="Arial"/>
              </a:defRPr>
            </a:lvl5pPr>
            <a:lvl6pPr indent="0" lvl="5" marL="0" marR="0" algn="r">
              <a:spcBef>
                <a:spcPts val="0"/>
              </a:spcBef>
              <a:buNone/>
              <a:defRPr b="0" i="0" sz="600">
                <a:solidFill>
                  <a:srgbClr val="929292"/>
                </a:solidFill>
                <a:latin typeface="Arial"/>
                <a:ea typeface="Arial"/>
                <a:cs typeface="Arial"/>
                <a:sym typeface="Arial"/>
              </a:defRPr>
            </a:lvl6pPr>
            <a:lvl7pPr indent="0" lvl="6" marL="0" marR="0" algn="r">
              <a:spcBef>
                <a:spcPts val="0"/>
              </a:spcBef>
              <a:buNone/>
              <a:defRPr b="0" i="0" sz="600">
                <a:solidFill>
                  <a:srgbClr val="929292"/>
                </a:solidFill>
                <a:latin typeface="Arial"/>
                <a:ea typeface="Arial"/>
                <a:cs typeface="Arial"/>
                <a:sym typeface="Arial"/>
              </a:defRPr>
            </a:lvl7pPr>
            <a:lvl8pPr indent="0" lvl="7" marL="0" marR="0" algn="r">
              <a:spcBef>
                <a:spcPts val="0"/>
              </a:spcBef>
              <a:buNone/>
              <a:defRPr b="0" i="0" sz="600">
                <a:solidFill>
                  <a:srgbClr val="929292"/>
                </a:solidFill>
                <a:latin typeface="Arial"/>
                <a:ea typeface="Arial"/>
                <a:cs typeface="Arial"/>
                <a:sym typeface="Arial"/>
              </a:defRPr>
            </a:lvl8pPr>
            <a:lvl9pPr indent="0" lvl="8" marL="0" marR="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07" name="Google Shape;1707;p199"/>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Computing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708" name="Shape 1708"/>
        <p:cNvGrpSpPr/>
        <p:nvPr/>
      </p:nvGrpSpPr>
      <p:grpSpPr>
        <a:xfrm>
          <a:off x="0" y="0"/>
          <a:ext cx="0" cy="0"/>
          <a:chOff x="0" y="0"/>
          <a:chExt cx="0" cy="0"/>
        </a:xfrm>
      </p:grpSpPr>
      <p:sp>
        <p:nvSpPr>
          <p:cNvPr id="1709" name="Google Shape;1709;p200"/>
          <p:cNvSpPr/>
          <p:nvPr/>
        </p:nvSpPr>
        <p:spPr>
          <a:xfrm>
            <a:off x="4572000" y="0"/>
            <a:ext cx="4572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0" name="Google Shape;1710;p200"/>
          <p:cNvSpPr/>
          <p:nvPr/>
        </p:nvSpPr>
        <p:spPr>
          <a:xfrm>
            <a:off x="6024563" y="257175"/>
            <a:ext cx="1488104"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711" name="Google Shape;1711;p200"/>
          <p:cNvSpPr/>
          <p:nvPr/>
        </p:nvSpPr>
        <p:spPr>
          <a:xfrm>
            <a:off x="4574381" y="2416969"/>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2" name="Google Shape;1712;p200"/>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3" name="Google Shape;1713;p200"/>
          <p:cNvSpPr/>
          <p:nvPr/>
        </p:nvSpPr>
        <p:spPr>
          <a:xfrm>
            <a:off x="6491288" y="2753537"/>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714" name="Google Shape;1714;p200"/>
          <p:cNvSpPr/>
          <p:nvPr/>
        </p:nvSpPr>
        <p:spPr>
          <a:xfrm>
            <a:off x="4572000" y="0"/>
            <a:ext cx="4572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5" name="Google Shape;1715;p200"/>
          <p:cNvSpPr/>
          <p:nvPr/>
        </p:nvSpPr>
        <p:spPr>
          <a:xfrm>
            <a:off x="6024563" y="257175"/>
            <a:ext cx="1488104"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1716" name="Google Shape;1716;p200"/>
          <p:cNvGrpSpPr/>
          <p:nvPr/>
        </p:nvGrpSpPr>
        <p:grpSpPr>
          <a:xfrm>
            <a:off x="345152" y="4876022"/>
            <a:ext cx="135124" cy="133368"/>
            <a:chOff x="2940050" y="1514475"/>
            <a:chExt cx="4643437" cy="4583110"/>
          </a:xfrm>
        </p:grpSpPr>
        <p:sp>
          <p:nvSpPr>
            <p:cNvPr id="1717" name="Google Shape;1717;p200"/>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18" name="Google Shape;1718;p200"/>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19" name="Google Shape;1719;p200"/>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20" name="Google Shape;1720;p200"/>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21" name="Google Shape;1721;p200"/>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22" name="Google Shape;1722;p200"/>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23" name="Google Shape;1723;p200"/>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724" name="Google Shape;1724;p200"/>
          <p:cNvSpPr/>
          <p:nvPr/>
        </p:nvSpPr>
        <p:spPr>
          <a:xfrm>
            <a:off x="4574381" y="2416969"/>
            <a:ext cx="3186407"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5" name="Google Shape;1725;p200"/>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6" name="Google Shape;1726;p200"/>
          <p:cNvSpPr txBox="1"/>
          <p:nvPr>
            <p:ph idx="1" type="body"/>
          </p:nvPr>
        </p:nvSpPr>
        <p:spPr>
          <a:xfrm>
            <a:off x="4819650" y="904875"/>
            <a:ext cx="4048200" cy="39147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algn="l">
              <a:lnSpc>
                <a:spcPct val="90000"/>
              </a:lnSpc>
              <a:spcBef>
                <a:spcPts val="4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2pPr>
            <a:lvl3pPr indent="-228600" lvl="2" marL="1371600" marR="0" algn="l">
              <a:lnSpc>
                <a:spcPct val="90000"/>
              </a:lnSpc>
              <a:spcBef>
                <a:spcPts val="4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3pPr>
            <a:lvl4pPr indent="-228600" lvl="3" marL="1828800" marR="0" algn="l">
              <a:lnSpc>
                <a:spcPct val="90000"/>
              </a:lnSpc>
              <a:spcBef>
                <a:spcPts val="4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4pPr>
            <a:lvl5pPr indent="-228600" lvl="4" marL="2286000" marR="0" algn="l">
              <a:lnSpc>
                <a:spcPct val="90000"/>
              </a:lnSpc>
              <a:spcBef>
                <a:spcPts val="4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727" name="Google Shape;1727;p200"/>
          <p:cNvSpPr/>
          <p:nvPr/>
        </p:nvSpPr>
        <p:spPr>
          <a:xfrm>
            <a:off x="6491288" y="2753537"/>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1728" name="Google Shape;1728;p200"/>
          <p:cNvGrpSpPr/>
          <p:nvPr/>
        </p:nvGrpSpPr>
        <p:grpSpPr>
          <a:xfrm>
            <a:off x="345152" y="4876022"/>
            <a:ext cx="135124" cy="133368"/>
            <a:chOff x="2940050" y="1514475"/>
            <a:chExt cx="4643437" cy="4583110"/>
          </a:xfrm>
        </p:grpSpPr>
        <p:sp>
          <p:nvSpPr>
            <p:cNvPr id="1729" name="Google Shape;1729;p200"/>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30" name="Google Shape;1730;p200"/>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31" name="Google Shape;1731;p200"/>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32" name="Google Shape;1732;p200"/>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33" name="Google Shape;1733;p200"/>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34" name="Google Shape;1734;p200"/>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35" name="Google Shape;1735;p200"/>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736" name="Google Shape;1736;p200"/>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algn="r">
              <a:spcBef>
                <a:spcPts val="0"/>
              </a:spcBef>
              <a:buNone/>
              <a:defRPr b="0" i="0" sz="600">
                <a:solidFill>
                  <a:schemeClr val="lt1"/>
                </a:solidFill>
                <a:latin typeface="Arial"/>
                <a:ea typeface="Arial"/>
                <a:cs typeface="Arial"/>
                <a:sym typeface="Arial"/>
              </a:defRPr>
            </a:lvl1pPr>
            <a:lvl2pPr indent="0" lvl="1" marL="0" marR="0" algn="r">
              <a:spcBef>
                <a:spcPts val="0"/>
              </a:spcBef>
              <a:buNone/>
              <a:defRPr b="0" i="0" sz="600">
                <a:solidFill>
                  <a:schemeClr val="lt1"/>
                </a:solidFill>
                <a:latin typeface="Arial"/>
                <a:ea typeface="Arial"/>
                <a:cs typeface="Arial"/>
                <a:sym typeface="Arial"/>
              </a:defRPr>
            </a:lvl2pPr>
            <a:lvl3pPr indent="0" lvl="2" marL="0" marR="0" algn="r">
              <a:spcBef>
                <a:spcPts val="0"/>
              </a:spcBef>
              <a:buNone/>
              <a:defRPr b="0" i="0" sz="600">
                <a:solidFill>
                  <a:schemeClr val="lt1"/>
                </a:solidFill>
                <a:latin typeface="Arial"/>
                <a:ea typeface="Arial"/>
                <a:cs typeface="Arial"/>
                <a:sym typeface="Arial"/>
              </a:defRPr>
            </a:lvl3pPr>
            <a:lvl4pPr indent="0" lvl="3" marL="0" marR="0" algn="r">
              <a:spcBef>
                <a:spcPts val="0"/>
              </a:spcBef>
              <a:buNone/>
              <a:defRPr b="0" i="0" sz="600">
                <a:solidFill>
                  <a:schemeClr val="lt1"/>
                </a:solidFill>
                <a:latin typeface="Arial"/>
                <a:ea typeface="Arial"/>
                <a:cs typeface="Arial"/>
                <a:sym typeface="Arial"/>
              </a:defRPr>
            </a:lvl4pPr>
            <a:lvl5pPr indent="0" lvl="4" marL="0" marR="0" algn="r">
              <a:spcBef>
                <a:spcPts val="0"/>
              </a:spcBef>
              <a:buNone/>
              <a:defRPr b="0" i="0" sz="600">
                <a:solidFill>
                  <a:schemeClr val="lt1"/>
                </a:solidFill>
                <a:latin typeface="Arial"/>
                <a:ea typeface="Arial"/>
                <a:cs typeface="Arial"/>
                <a:sym typeface="Arial"/>
              </a:defRPr>
            </a:lvl5pPr>
            <a:lvl6pPr indent="0" lvl="5" marL="0" marR="0" algn="r">
              <a:spcBef>
                <a:spcPts val="0"/>
              </a:spcBef>
              <a:buNone/>
              <a:defRPr b="0" i="0" sz="600">
                <a:solidFill>
                  <a:schemeClr val="lt1"/>
                </a:solidFill>
                <a:latin typeface="Arial"/>
                <a:ea typeface="Arial"/>
                <a:cs typeface="Arial"/>
                <a:sym typeface="Arial"/>
              </a:defRPr>
            </a:lvl6pPr>
            <a:lvl7pPr indent="0" lvl="6" marL="0" marR="0" algn="r">
              <a:spcBef>
                <a:spcPts val="0"/>
              </a:spcBef>
              <a:buNone/>
              <a:defRPr b="0" i="0" sz="600">
                <a:solidFill>
                  <a:schemeClr val="lt1"/>
                </a:solidFill>
                <a:latin typeface="Arial"/>
                <a:ea typeface="Arial"/>
                <a:cs typeface="Arial"/>
                <a:sym typeface="Arial"/>
              </a:defRPr>
            </a:lvl7pPr>
            <a:lvl8pPr indent="0" lvl="7" marL="0" marR="0" algn="r">
              <a:spcBef>
                <a:spcPts val="0"/>
              </a:spcBef>
              <a:buNone/>
              <a:defRPr b="0" i="0" sz="600">
                <a:solidFill>
                  <a:schemeClr val="lt1"/>
                </a:solidFill>
                <a:latin typeface="Arial"/>
                <a:ea typeface="Arial"/>
                <a:cs typeface="Arial"/>
                <a:sym typeface="Arial"/>
              </a:defRPr>
            </a:lvl8pPr>
            <a:lvl9pPr indent="0" lvl="8" marL="0" marR="0" algn="r">
              <a:spcBef>
                <a:spcPts val="0"/>
              </a:spcBef>
              <a:buNone/>
              <a:defRPr b="0" i="0" sz="6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37" name="Google Shape;1737;p200"/>
          <p:cNvSpPr txBox="1"/>
          <p:nvPr>
            <p:ph idx="2" type="body"/>
          </p:nvPr>
        </p:nvSpPr>
        <p:spPr>
          <a:xfrm>
            <a:off x="302895" y="384572"/>
            <a:ext cx="3997500" cy="543000"/>
          </a:xfrm>
          <a:prstGeom prst="rect">
            <a:avLst/>
          </a:prstGeom>
          <a:noFill/>
          <a:ln>
            <a:noFill/>
          </a:ln>
        </p:spPr>
        <p:txBody>
          <a:bodyPr anchorCtr="0" anchor="b"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738" name="Google Shape;1738;p200"/>
          <p:cNvSpPr txBox="1"/>
          <p:nvPr>
            <p:ph idx="3" type="body"/>
          </p:nvPr>
        </p:nvSpPr>
        <p:spPr>
          <a:xfrm>
            <a:off x="304562" y="937499"/>
            <a:ext cx="4004400" cy="2949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rgbClr val="5B5B5B"/>
              </a:buClr>
              <a:buSzPts val="1600"/>
              <a:buFont typeface="Arial"/>
              <a:buNone/>
              <a:defRPr b="0" i="0" sz="1600" u="none" cap="none" strike="noStrike">
                <a:solidFill>
                  <a:srgbClr val="5B5B5B"/>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739" name="Google Shape;1739;p200"/>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Computing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SF Blue">
  <p:cSld name="Quote - SF Blue">
    <p:bg>
      <p:bgPr>
        <a:solidFill>
          <a:schemeClr val="accent1"/>
        </a:solidFill>
      </p:bgPr>
    </p:bg>
    <p:spTree>
      <p:nvGrpSpPr>
        <p:cNvPr id="1740" name="Shape 1740"/>
        <p:cNvGrpSpPr/>
        <p:nvPr/>
      </p:nvGrpSpPr>
      <p:grpSpPr>
        <a:xfrm>
          <a:off x="0" y="0"/>
          <a:ext cx="0" cy="0"/>
          <a:chOff x="0" y="0"/>
          <a:chExt cx="0" cy="0"/>
        </a:xfrm>
      </p:grpSpPr>
      <p:grpSp>
        <p:nvGrpSpPr>
          <p:cNvPr id="1741" name="Google Shape;1741;p201"/>
          <p:cNvGrpSpPr/>
          <p:nvPr/>
        </p:nvGrpSpPr>
        <p:grpSpPr>
          <a:xfrm>
            <a:off x="0" y="0"/>
            <a:ext cx="9144075" cy="5143575"/>
            <a:chOff x="0" y="0"/>
            <a:chExt cx="12192100" cy="6858100"/>
          </a:xfrm>
        </p:grpSpPr>
        <p:grpSp>
          <p:nvGrpSpPr>
            <p:cNvPr id="1742" name="Google Shape;1742;p201"/>
            <p:cNvGrpSpPr/>
            <p:nvPr/>
          </p:nvGrpSpPr>
          <p:grpSpPr>
            <a:xfrm>
              <a:off x="6096000" y="0"/>
              <a:ext cx="0" cy="6858100"/>
              <a:chOff x="6134100" y="0"/>
              <a:chExt cx="0" cy="6858100"/>
            </a:xfrm>
          </p:grpSpPr>
          <p:cxnSp>
            <p:nvCxnSpPr>
              <p:cNvPr id="1743" name="Google Shape;1743;p201"/>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44" name="Google Shape;1744;p201"/>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745" name="Google Shape;1745;p201"/>
            <p:cNvGrpSpPr/>
            <p:nvPr/>
          </p:nvGrpSpPr>
          <p:grpSpPr>
            <a:xfrm>
              <a:off x="0" y="3435349"/>
              <a:ext cx="12192100" cy="1"/>
              <a:chOff x="0" y="3435349"/>
              <a:chExt cx="12192100" cy="1"/>
            </a:xfrm>
          </p:grpSpPr>
          <p:cxnSp>
            <p:nvCxnSpPr>
              <p:cNvPr id="1746" name="Google Shape;1746;p201"/>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47" name="Google Shape;1747;p201"/>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sp>
        <p:nvSpPr>
          <p:cNvPr id="1748" name="Google Shape;1748;p201"/>
          <p:cNvSpPr txBox="1"/>
          <p:nvPr>
            <p:ph idx="1" type="body"/>
          </p:nvPr>
        </p:nvSpPr>
        <p:spPr>
          <a:xfrm>
            <a:off x="1314450" y="1214438"/>
            <a:ext cx="6515100" cy="2714700"/>
          </a:xfrm>
          <a:prstGeom prst="rect">
            <a:avLst/>
          </a:prstGeom>
          <a:noFill/>
          <a:ln>
            <a:noFill/>
          </a:ln>
        </p:spPr>
        <p:txBody>
          <a:bodyPr anchorCtr="0" anchor="ctr" bIns="34275" lIns="68575" spcFirstLastPara="1" rIns="68575" wrap="square" tIns="34275">
            <a:noAutofit/>
          </a:bodyPr>
          <a:lstStyle>
            <a:lvl1pPr indent="-228600" lvl="0" marL="457200" marR="0" algn="ctr">
              <a:lnSpc>
                <a:spcPct val="80000"/>
              </a:lnSpc>
              <a:spcBef>
                <a:spcPts val="800"/>
              </a:spcBef>
              <a:spcAft>
                <a:spcPts val="0"/>
              </a:spcAft>
              <a:buClr>
                <a:schemeClr val="lt1"/>
              </a:buClr>
              <a:buSzPts val="4100"/>
              <a:buFont typeface="Arial"/>
              <a:buNone/>
              <a:defRPr b="1" i="0" sz="41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749" name="Google Shape;1749;p201"/>
          <p:cNvGrpSpPr/>
          <p:nvPr/>
        </p:nvGrpSpPr>
        <p:grpSpPr>
          <a:xfrm>
            <a:off x="345152" y="4876022"/>
            <a:ext cx="135124" cy="133368"/>
            <a:chOff x="2940050" y="1514475"/>
            <a:chExt cx="4643437" cy="4583110"/>
          </a:xfrm>
        </p:grpSpPr>
        <p:sp>
          <p:nvSpPr>
            <p:cNvPr id="1750" name="Google Shape;1750;p201"/>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51" name="Google Shape;1751;p201"/>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52" name="Google Shape;1752;p201"/>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53" name="Google Shape;1753;p201"/>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54" name="Google Shape;1754;p201"/>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55" name="Google Shape;1755;p201"/>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56" name="Google Shape;1756;p201"/>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grpSp>
        <p:nvGrpSpPr>
          <p:cNvPr id="1757" name="Google Shape;1757;p201"/>
          <p:cNvGrpSpPr/>
          <p:nvPr/>
        </p:nvGrpSpPr>
        <p:grpSpPr>
          <a:xfrm>
            <a:off x="0" y="0"/>
            <a:ext cx="9144075" cy="5143575"/>
            <a:chOff x="0" y="0"/>
            <a:chExt cx="12192100" cy="6858100"/>
          </a:xfrm>
        </p:grpSpPr>
        <p:grpSp>
          <p:nvGrpSpPr>
            <p:cNvPr id="1758" name="Google Shape;1758;p201"/>
            <p:cNvGrpSpPr/>
            <p:nvPr/>
          </p:nvGrpSpPr>
          <p:grpSpPr>
            <a:xfrm>
              <a:off x="6096000" y="0"/>
              <a:ext cx="0" cy="6858100"/>
              <a:chOff x="6134100" y="0"/>
              <a:chExt cx="0" cy="6858100"/>
            </a:xfrm>
          </p:grpSpPr>
          <p:cxnSp>
            <p:nvCxnSpPr>
              <p:cNvPr id="1759" name="Google Shape;1759;p201"/>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60" name="Google Shape;1760;p201"/>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761" name="Google Shape;1761;p201"/>
            <p:cNvGrpSpPr/>
            <p:nvPr/>
          </p:nvGrpSpPr>
          <p:grpSpPr>
            <a:xfrm>
              <a:off x="0" y="3435349"/>
              <a:ext cx="12192100" cy="1"/>
              <a:chOff x="0" y="3435349"/>
              <a:chExt cx="12192100" cy="1"/>
            </a:xfrm>
          </p:grpSpPr>
          <p:cxnSp>
            <p:nvCxnSpPr>
              <p:cNvPr id="1762" name="Google Shape;1762;p201"/>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63" name="Google Shape;1763;p201"/>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grpSp>
        <p:nvGrpSpPr>
          <p:cNvPr id="1764" name="Google Shape;1764;p201"/>
          <p:cNvGrpSpPr/>
          <p:nvPr/>
        </p:nvGrpSpPr>
        <p:grpSpPr>
          <a:xfrm>
            <a:off x="345152" y="4876022"/>
            <a:ext cx="135124" cy="133368"/>
            <a:chOff x="2940050" y="1514475"/>
            <a:chExt cx="4643437" cy="4583110"/>
          </a:xfrm>
        </p:grpSpPr>
        <p:sp>
          <p:nvSpPr>
            <p:cNvPr id="1765" name="Google Shape;1765;p201"/>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66" name="Google Shape;1766;p201"/>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67" name="Google Shape;1767;p201"/>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68" name="Google Shape;1768;p201"/>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69" name="Google Shape;1769;p201"/>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70" name="Google Shape;1770;p201"/>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71" name="Google Shape;1771;p201"/>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772" name="Google Shape;1772;p201"/>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chemeClr val="lt2"/>
                </a:solidFill>
                <a:latin typeface="Arial"/>
                <a:ea typeface="Arial"/>
                <a:cs typeface="Arial"/>
                <a:sym typeface="Arial"/>
              </a:rPr>
              <a:t>© </a:t>
            </a:r>
            <a:r>
              <a:rPr lang="en" sz="600">
                <a:solidFill>
                  <a:schemeClr val="lt2"/>
                </a:solidFill>
              </a:rPr>
              <a:t>2026 Sn</a:t>
            </a:r>
            <a:r>
              <a:rPr b="0" i="0" lang="en" sz="600">
                <a:solidFill>
                  <a:schemeClr val="lt2"/>
                </a:solidFill>
                <a:latin typeface="Arial"/>
                <a:ea typeface="Arial"/>
                <a:cs typeface="Arial"/>
                <a:sym typeface="Arial"/>
              </a:rPr>
              <a:t>owflake Computing Inc. All Rights Reserved</a:t>
            </a:r>
            <a:endParaRPr sz="600">
              <a:solidFill>
                <a:schemeClr val="lt2"/>
              </a:solidFill>
              <a:latin typeface="Arial"/>
              <a:ea typeface="Arial"/>
              <a:cs typeface="Arial"/>
              <a:sym typeface="Aria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Frost">
  <p:cSld name="Quote - Frost">
    <p:bg>
      <p:bgPr>
        <a:solidFill>
          <a:schemeClr val="accent3"/>
        </a:solidFill>
      </p:bgPr>
    </p:bg>
    <p:spTree>
      <p:nvGrpSpPr>
        <p:cNvPr id="1773" name="Shape 1773"/>
        <p:cNvGrpSpPr/>
        <p:nvPr/>
      </p:nvGrpSpPr>
      <p:grpSpPr>
        <a:xfrm>
          <a:off x="0" y="0"/>
          <a:ext cx="0" cy="0"/>
          <a:chOff x="0" y="0"/>
          <a:chExt cx="0" cy="0"/>
        </a:xfrm>
      </p:grpSpPr>
      <p:grpSp>
        <p:nvGrpSpPr>
          <p:cNvPr id="1774" name="Google Shape;1774;p202"/>
          <p:cNvGrpSpPr/>
          <p:nvPr/>
        </p:nvGrpSpPr>
        <p:grpSpPr>
          <a:xfrm>
            <a:off x="0" y="0"/>
            <a:ext cx="9144075" cy="5143575"/>
            <a:chOff x="0" y="0"/>
            <a:chExt cx="12192100" cy="6858100"/>
          </a:xfrm>
        </p:grpSpPr>
        <p:grpSp>
          <p:nvGrpSpPr>
            <p:cNvPr id="1775" name="Google Shape;1775;p202"/>
            <p:cNvGrpSpPr/>
            <p:nvPr/>
          </p:nvGrpSpPr>
          <p:grpSpPr>
            <a:xfrm>
              <a:off x="6096000" y="0"/>
              <a:ext cx="0" cy="6858100"/>
              <a:chOff x="6134100" y="0"/>
              <a:chExt cx="0" cy="6858100"/>
            </a:xfrm>
          </p:grpSpPr>
          <p:cxnSp>
            <p:nvCxnSpPr>
              <p:cNvPr id="1776" name="Google Shape;1776;p202"/>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77" name="Google Shape;1777;p202"/>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778" name="Google Shape;1778;p202"/>
            <p:cNvGrpSpPr/>
            <p:nvPr/>
          </p:nvGrpSpPr>
          <p:grpSpPr>
            <a:xfrm>
              <a:off x="0" y="3435349"/>
              <a:ext cx="12192100" cy="1"/>
              <a:chOff x="0" y="3435349"/>
              <a:chExt cx="12192100" cy="1"/>
            </a:xfrm>
          </p:grpSpPr>
          <p:cxnSp>
            <p:nvCxnSpPr>
              <p:cNvPr id="1779" name="Google Shape;1779;p202"/>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80" name="Google Shape;1780;p202"/>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sp>
        <p:nvSpPr>
          <p:cNvPr id="1781" name="Google Shape;1781;p202"/>
          <p:cNvSpPr txBox="1"/>
          <p:nvPr>
            <p:ph idx="1" type="body"/>
          </p:nvPr>
        </p:nvSpPr>
        <p:spPr>
          <a:xfrm>
            <a:off x="1314450" y="1214438"/>
            <a:ext cx="6515100" cy="2714700"/>
          </a:xfrm>
          <a:prstGeom prst="rect">
            <a:avLst/>
          </a:prstGeom>
          <a:noFill/>
          <a:ln>
            <a:noFill/>
          </a:ln>
        </p:spPr>
        <p:txBody>
          <a:bodyPr anchorCtr="0" anchor="ctr" bIns="34275" lIns="68575" spcFirstLastPara="1" rIns="68575" wrap="square" tIns="34275">
            <a:noAutofit/>
          </a:bodyPr>
          <a:lstStyle>
            <a:lvl1pPr indent="-228600" lvl="0" marL="457200" marR="0" algn="ctr">
              <a:lnSpc>
                <a:spcPct val="80000"/>
              </a:lnSpc>
              <a:spcBef>
                <a:spcPts val="800"/>
              </a:spcBef>
              <a:spcAft>
                <a:spcPts val="0"/>
              </a:spcAft>
              <a:buClr>
                <a:schemeClr val="lt1"/>
              </a:buClr>
              <a:buSzPts val="4100"/>
              <a:buFont typeface="Arial"/>
              <a:buNone/>
              <a:defRPr b="1" i="0" sz="41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782" name="Google Shape;1782;p202"/>
          <p:cNvGrpSpPr/>
          <p:nvPr/>
        </p:nvGrpSpPr>
        <p:grpSpPr>
          <a:xfrm>
            <a:off x="345152" y="4876022"/>
            <a:ext cx="135124" cy="133368"/>
            <a:chOff x="2940050" y="1514475"/>
            <a:chExt cx="4643437" cy="4583110"/>
          </a:xfrm>
        </p:grpSpPr>
        <p:sp>
          <p:nvSpPr>
            <p:cNvPr id="1783" name="Google Shape;1783;p20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84" name="Google Shape;1784;p20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85" name="Google Shape;1785;p20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86" name="Google Shape;1786;p20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87" name="Google Shape;1787;p20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88" name="Google Shape;1788;p20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89" name="Google Shape;1789;p20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grpSp>
        <p:nvGrpSpPr>
          <p:cNvPr id="1790" name="Google Shape;1790;p202"/>
          <p:cNvGrpSpPr/>
          <p:nvPr/>
        </p:nvGrpSpPr>
        <p:grpSpPr>
          <a:xfrm>
            <a:off x="0" y="0"/>
            <a:ext cx="9144075" cy="5143575"/>
            <a:chOff x="0" y="0"/>
            <a:chExt cx="12192100" cy="6858100"/>
          </a:xfrm>
        </p:grpSpPr>
        <p:grpSp>
          <p:nvGrpSpPr>
            <p:cNvPr id="1791" name="Google Shape;1791;p202"/>
            <p:cNvGrpSpPr/>
            <p:nvPr/>
          </p:nvGrpSpPr>
          <p:grpSpPr>
            <a:xfrm>
              <a:off x="6096000" y="0"/>
              <a:ext cx="0" cy="6858100"/>
              <a:chOff x="6134100" y="0"/>
              <a:chExt cx="0" cy="6858100"/>
            </a:xfrm>
          </p:grpSpPr>
          <p:cxnSp>
            <p:nvCxnSpPr>
              <p:cNvPr id="1792" name="Google Shape;1792;p202"/>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93" name="Google Shape;1793;p202"/>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794" name="Google Shape;1794;p202"/>
            <p:cNvGrpSpPr/>
            <p:nvPr/>
          </p:nvGrpSpPr>
          <p:grpSpPr>
            <a:xfrm>
              <a:off x="0" y="3435349"/>
              <a:ext cx="12192100" cy="1"/>
              <a:chOff x="0" y="3435349"/>
              <a:chExt cx="12192100" cy="1"/>
            </a:xfrm>
          </p:grpSpPr>
          <p:cxnSp>
            <p:nvCxnSpPr>
              <p:cNvPr id="1795" name="Google Shape;1795;p202"/>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796" name="Google Shape;1796;p202"/>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grpSp>
        <p:nvGrpSpPr>
          <p:cNvPr id="1797" name="Google Shape;1797;p202"/>
          <p:cNvGrpSpPr/>
          <p:nvPr/>
        </p:nvGrpSpPr>
        <p:grpSpPr>
          <a:xfrm>
            <a:off x="345152" y="4876022"/>
            <a:ext cx="135124" cy="133368"/>
            <a:chOff x="2940050" y="1514475"/>
            <a:chExt cx="4643437" cy="4583110"/>
          </a:xfrm>
        </p:grpSpPr>
        <p:sp>
          <p:nvSpPr>
            <p:cNvPr id="1798" name="Google Shape;1798;p20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799" name="Google Shape;1799;p20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00" name="Google Shape;1800;p20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01" name="Google Shape;1801;p20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02" name="Google Shape;1802;p20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03" name="Google Shape;1803;p20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04" name="Google Shape;1804;p20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805" name="Google Shape;1805;p202"/>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 Sn</a:t>
            </a:r>
            <a:r>
              <a:rPr b="0" i="0" lang="en" sz="600">
                <a:solidFill>
                  <a:schemeClr val="lt1"/>
                </a:solidFill>
                <a:latin typeface="Arial"/>
                <a:ea typeface="Arial"/>
                <a:cs typeface="Arial"/>
                <a:sym typeface="Arial"/>
              </a:rPr>
              <a:t>owflake Computing Inc. All Rights Reserved</a:t>
            </a:r>
            <a:endParaRPr sz="600">
              <a:solidFill>
                <a:schemeClr val="lt1"/>
              </a:solidFill>
              <a:latin typeface="Arial"/>
              <a:ea typeface="Arial"/>
              <a:cs typeface="Arial"/>
              <a:sym typeface="Aria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angerine">
  <p:cSld name="Quote - Tangerine">
    <p:bg>
      <p:bgPr>
        <a:solidFill>
          <a:schemeClr val="accent4"/>
        </a:solidFill>
      </p:bgPr>
    </p:bg>
    <p:spTree>
      <p:nvGrpSpPr>
        <p:cNvPr id="1806" name="Shape 1806"/>
        <p:cNvGrpSpPr/>
        <p:nvPr/>
      </p:nvGrpSpPr>
      <p:grpSpPr>
        <a:xfrm>
          <a:off x="0" y="0"/>
          <a:ext cx="0" cy="0"/>
          <a:chOff x="0" y="0"/>
          <a:chExt cx="0" cy="0"/>
        </a:xfrm>
      </p:grpSpPr>
      <p:grpSp>
        <p:nvGrpSpPr>
          <p:cNvPr id="1807" name="Google Shape;1807;p203"/>
          <p:cNvGrpSpPr/>
          <p:nvPr/>
        </p:nvGrpSpPr>
        <p:grpSpPr>
          <a:xfrm>
            <a:off x="0" y="0"/>
            <a:ext cx="9144075" cy="5143575"/>
            <a:chOff x="0" y="0"/>
            <a:chExt cx="12192100" cy="6858100"/>
          </a:xfrm>
        </p:grpSpPr>
        <p:grpSp>
          <p:nvGrpSpPr>
            <p:cNvPr id="1808" name="Google Shape;1808;p203"/>
            <p:cNvGrpSpPr/>
            <p:nvPr/>
          </p:nvGrpSpPr>
          <p:grpSpPr>
            <a:xfrm>
              <a:off x="6096000" y="0"/>
              <a:ext cx="0" cy="6858100"/>
              <a:chOff x="6134100" y="0"/>
              <a:chExt cx="0" cy="6858100"/>
            </a:xfrm>
          </p:grpSpPr>
          <p:cxnSp>
            <p:nvCxnSpPr>
              <p:cNvPr id="1809" name="Google Shape;1809;p203"/>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10" name="Google Shape;1810;p203"/>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811" name="Google Shape;1811;p203"/>
            <p:cNvGrpSpPr/>
            <p:nvPr/>
          </p:nvGrpSpPr>
          <p:grpSpPr>
            <a:xfrm>
              <a:off x="0" y="3435349"/>
              <a:ext cx="12192100" cy="1"/>
              <a:chOff x="0" y="3435349"/>
              <a:chExt cx="12192100" cy="1"/>
            </a:xfrm>
          </p:grpSpPr>
          <p:cxnSp>
            <p:nvCxnSpPr>
              <p:cNvPr id="1812" name="Google Shape;1812;p203"/>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13" name="Google Shape;1813;p203"/>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sp>
        <p:nvSpPr>
          <p:cNvPr id="1814" name="Google Shape;1814;p203"/>
          <p:cNvSpPr txBox="1"/>
          <p:nvPr>
            <p:ph idx="1" type="body"/>
          </p:nvPr>
        </p:nvSpPr>
        <p:spPr>
          <a:xfrm>
            <a:off x="1314450" y="1214438"/>
            <a:ext cx="6515100" cy="2714700"/>
          </a:xfrm>
          <a:prstGeom prst="rect">
            <a:avLst/>
          </a:prstGeom>
          <a:noFill/>
          <a:ln>
            <a:noFill/>
          </a:ln>
        </p:spPr>
        <p:txBody>
          <a:bodyPr anchorCtr="0" anchor="ctr" bIns="34275" lIns="68575" spcFirstLastPara="1" rIns="68575" wrap="square" tIns="34275">
            <a:noAutofit/>
          </a:bodyPr>
          <a:lstStyle>
            <a:lvl1pPr indent="-228600" lvl="0" marL="457200" marR="0" algn="ctr">
              <a:lnSpc>
                <a:spcPct val="80000"/>
              </a:lnSpc>
              <a:spcBef>
                <a:spcPts val="800"/>
              </a:spcBef>
              <a:spcAft>
                <a:spcPts val="0"/>
              </a:spcAft>
              <a:buClr>
                <a:schemeClr val="lt1"/>
              </a:buClr>
              <a:buSzPts val="4100"/>
              <a:buFont typeface="Arial"/>
              <a:buNone/>
              <a:defRPr b="1" i="0" sz="41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815" name="Google Shape;1815;p203"/>
          <p:cNvGrpSpPr/>
          <p:nvPr/>
        </p:nvGrpSpPr>
        <p:grpSpPr>
          <a:xfrm>
            <a:off x="345152" y="4876022"/>
            <a:ext cx="135124" cy="133368"/>
            <a:chOff x="2940050" y="1514475"/>
            <a:chExt cx="4643437" cy="4583110"/>
          </a:xfrm>
        </p:grpSpPr>
        <p:sp>
          <p:nvSpPr>
            <p:cNvPr id="1816" name="Google Shape;1816;p203"/>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17" name="Google Shape;1817;p203"/>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18" name="Google Shape;1818;p203"/>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19" name="Google Shape;1819;p203"/>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20" name="Google Shape;1820;p203"/>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21" name="Google Shape;1821;p203"/>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22" name="Google Shape;1822;p203"/>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grpSp>
        <p:nvGrpSpPr>
          <p:cNvPr id="1823" name="Google Shape;1823;p203"/>
          <p:cNvGrpSpPr/>
          <p:nvPr/>
        </p:nvGrpSpPr>
        <p:grpSpPr>
          <a:xfrm>
            <a:off x="0" y="0"/>
            <a:ext cx="9144075" cy="5143575"/>
            <a:chOff x="0" y="0"/>
            <a:chExt cx="12192100" cy="6858100"/>
          </a:xfrm>
        </p:grpSpPr>
        <p:grpSp>
          <p:nvGrpSpPr>
            <p:cNvPr id="1824" name="Google Shape;1824;p203"/>
            <p:cNvGrpSpPr/>
            <p:nvPr/>
          </p:nvGrpSpPr>
          <p:grpSpPr>
            <a:xfrm>
              <a:off x="6096000" y="0"/>
              <a:ext cx="0" cy="6858100"/>
              <a:chOff x="6134100" y="0"/>
              <a:chExt cx="0" cy="6858100"/>
            </a:xfrm>
          </p:grpSpPr>
          <p:cxnSp>
            <p:nvCxnSpPr>
              <p:cNvPr id="1825" name="Google Shape;1825;p203"/>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26" name="Google Shape;1826;p203"/>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827" name="Google Shape;1827;p203"/>
            <p:cNvGrpSpPr/>
            <p:nvPr/>
          </p:nvGrpSpPr>
          <p:grpSpPr>
            <a:xfrm>
              <a:off x="0" y="3435349"/>
              <a:ext cx="12192100" cy="1"/>
              <a:chOff x="0" y="3435349"/>
              <a:chExt cx="12192100" cy="1"/>
            </a:xfrm>
          </p:grpSpPr>
          <p:cxnSp>
            <p:nvCxnSpPr>
              <p:cNvPr id="1828" name="Google Shape;1828;p203"/>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29" name="Google Shape;1829;p203"/>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grpSp>
        <p:nvGrpSpPr>
          <p:cNvPr id="1830" name="Google Shape;1830;p203"/>
          <p:cNvGrpSpPr/>
          <p:nvPr/>
        </p:nvGrpSpPr>
        <p:grpSpPr>
          <a:xfrm>
            <a:off x="345152" y="4876022"/>
            <a:ext cx="135124" cy="133368"/>
            <a:chOff x="2940050" y="1514475"/>
            <a:chExt cx="4643437" cy="4583110"/>
          </a:xfrm>
        </p:grpSpPr>
        <p:sp>
          <p:nvSpPr>
            <p:cNvPr id="1831" name="Google Shape;1831;p203"/>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32" name="Google Shape;1832;p203"/>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33" name="Google Shape;1833;p203"/>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34" name="Google Shape;1834;p203"/>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35" name="Google Shape;1835;p203"/>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36" name="Google Shape;1836;p203"/>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37" name="Google Shape;1837;p203"/>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838" name="Google Shape;1838;p203"/>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 Sn</a:t>
            </a:r>
            <a:r>
              <a:rPr b="0" i="0" lang="en" sz="600">
                <a:solidFill>
                  <a:schemeClr val="lt1"/>
                </a:solidFill>
                <a:latin typeface="Arial"/>
                <a:ea typeface="Arial"/>
                <a:cs typeface="Arial"/>
                <a:sym typeface="Arial"/>
              </a:rPr>
              <a:t>owflake Computing Inc. All Rights Reserved</a:t>
            </a:r>
            <a:endParaRPr sz="600">
              <a:solidFill>
                <a:schemeClr val="lt1"/>
              </a:solidFill>
              <a:latin typeface="Arial"/>
              <a:ea typeface="Arial"/>
              <a:cs typeface="Arial"/>
              <a:sym typeface="Aria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Violet">
  <p:cSld name="Quote - Violet">
    <p:bg>
      <p:bgPr>
        <a:solidFill>
          <a:schemeClr val="accent5"/>
        </a:solidFill>
      </p:bgPr>
    </p:bg>
    <p:spTree>
      <p:nvGrpSpPr>
        <p:cNvPr id="1839" name="Shape 1839"/>
        <p:cNvGrpSpPr/>
        <p:nvPr/>
      </p:nvGrpSpPr>
      <p:grpSpPr>
        <a:xfrm>
          <a:off x="0" y="0"/>
          <a:ext cx="0" cy="0"/>
          <a:chOff x="0" y="0"/>
          <a:chExt cx="0" cy="0"/>
        </a:xfrm>
      </p:grpSpPr>
      <p:sp>
        <p:nvSpPr>
          <p:cNvPr id="1840" name="Google Shape;1840;p204"/>
          <p:cNvSpPr/>
          <p:nvPr/>
        </p:nvSpPr>
        <p:spPr>
          <a:xfrm>
            <a:off x="0" y="4783455"/>
            <a:ext cx="611400" cy="3600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841" name="Google Shape;1841;p204"/>
          <p:cNvGrpSpPr/>
          <p:nvPr/>
        </p:nvGrpSpPr>
        <p:grpSpPr>
          <a:xfrm>
            <a:off x="0" y="0"/>
            <a:ext cx="9144075" cy="5143575"/>
            <a:chOff x="0" y="0"/>
            <a:chExt cx="12192100" cy="6858100"/>
          </a:xfrm>
        </p:grpSpPr>
        <p:grpSp>
          <p:nvGrpSpPr>
            <p:cNvPr id="1842" name="Google Shape;1842;p204"/>
            <p:cNvGrpSpPr/>
            <p:nvPr/>
          </p:nvGrpSpPr>
          <p:grpSpPr>
            <a:xfrm>
              <a:off x="6096000" y="0"/>
              <a:ext cx="0" cy="6858100"/>
              <a:chOff x="6134100" y="0"/>
              <a:chExt cx="0" cy="6858100"/>
            </a:xfrm>
          </p:grpSpPr>
          <p:cxnSp>
            <p:nvCxnSpPr>
              <p:cNvPr id="1843" name="Google Shape;1843;p204"/>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44" name="Google Shape;1844;p204"/>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845" name="Google Shape;1845;p204"/>
            <p:cNvGrpSpPr/>
            <p:nvPr/>
          </p:nvGrpSpPr>
          <p:grpSpPr>
            <a:xfrm>
              <a:off x="0" y="3435349"/>
              <a:ext cx="12192100" cy="1"/>
              <a:chOff x="0" y="3435349"/>
              <a:chExt cx="12192100" cy="1"/>
            </a:xfrm>
          </p:grpSpPr>
          <p:cxnSp>
            <p:nvCxnSpPr>
              <p:cNvPr id="1846" name="Google Shape;1846;p204"/>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47" name="Google Shape;1847;p204"/>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sp>
        <p:nvSpPr>
          <p:cNvPr id="1848" name="Google Shape;1848;p204"/>
          <p:cNvSpPr txBox="1"/>
          <p:nvPr>
            <p:ph idx="1" type="body"/>
          </p:nvPr>
        </p:nvSpPr>
        <p:spPr>
          <a:xfrm>
            <a:off x="1314450" y="1214438"/>
            <a:ext cx="6515100" cy="2714700"/>
          </a:xfrm>
          <a:prstGeom prst="rect">
            <a:avLst/>
          </a:prstGeom>
          <a:noFill/>
          <a:ln>
            <a:noFill/>
          </a:ln>
        </p:spPr>
        <p:txBody>
          <a:bodyPr anchorCtr="0" anchor="ctr" bIns="34275" lIns="68575" spcFirstLastPara="1" rIns="68575" wrap="square" tIns="34275">
            <a:noAutofit/>
          </a:bodyPr>
          <a:lstStyle>
            <a:lvl1pPr indent="-228600" lvl="0" marL="457200" marR="0" algn="ctr">
              <a:lnSpc>
                <a:spcPct val="80000"/>
              </a:lnSpc>
              <a:spcBef>
                <a:spcPts val="800"/>
              </a:spcBef>
              <a:spcAft>
                <a:spcPts val="0"/>
              </a:spcAft>
              <a:buClr>
                <a:schemeClr val="lt1"/>
              </a:buClr>
              <a:buSzPts val="4100"/>
              <a:buFont typeface="Arial"/>
              <a:buNone/>
              <a:defRPr b="1" i="0" sz="41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849" name="Google Shape;1849;p204"/>
          <p:cNvGrpSpPr/>
          <p:nvPr/>
        </p:nvGrpSpPr>
        <p:grpSpPr>
          <a:xfrm>
            <a:off x="345152" y="4876022"/>
            <a:ext cx="135124" cy="133368"/>
            <a:chOff x="2940050" y="1514475"/>
            <a:chExt cx="4643437" cy="4583110"/>
          </a:xfrm>
        </p:grpSpPr>
        <p:sp>
          <p:nvSpPr>
            <p:cNvPr id="1850" name="Google Shape;1850;p204"/>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51" name="Google Shape;1851;p204"/>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52" name="Google Shape;1852;p204"/>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53" name="Google Shape;1853;p204"/>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54" name="Google Shape;1854;p204"/>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55" name="Google Shape;1855;p204"/>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56" name="Google Shape;1856;p204"/>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grpSp>
        <p:nvGrpSpPr>
          <p:cNvPr id="1857" name="Google Shape;1857;p204"/>
          <p:cNvGrpSpPr/>
          <p:nvPr/>
        </p:nvGrpSpPr>
        <p:grpSpPr>
          <a:xfrm>
            <a:off x="0" y="0"/>
            <a:ext cx="9144075" cy="5143575"/>
            <a:chOff x="0" y="0"/>
            <a:chExt cx="12192100" cy="6858100"/>
          </a:xfrm>
        </p:grpSpPr>
        <p:grpSp>
          <p:nvGrpSpPr>
            <p:cNvPr id="1858" name="Google Shape;1858;p204"/>
            <p:cNvGrpSpPr/>
            <p:nvPr/>
          </p:nvGrpSpPr>
          <p:grpSpPr>
            <a:xfrm>
              <a:off x="6096000" y="0"/>
              <a:ext cx="0" cy="6858100"/>
              <a:chOff x="6134100" y="0"/>
              <a:chExt cx="0" cy="6858100"/>
            </a:xfrm>
          </p:grpSpPr>
          <p:cxnSp>
            <p:nvCxnSpPr>
              <p:cNvPr id="1859" name="Google Shape;1859;p204"/>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60" name="Google Shape;1860;p204"/>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861" name="Google Shape;1861;p204"/>
            <p:cNvGrpSpPr/>
            <p:nvPr/>
          </p:nvGrpSpPr>
          <p:grpSpPr>
            <a:xfrm>
              <a:off x="0" y="3435349"/>
              <a:ext cx="12192100" cy="1"/>
              <a:chOff x="0" y="3435349"/>
              <a:chExt cx="12192100" cy="1"/>
            </a:xfrm>
          </p:grpSpPr>
          <p:cxnSp>
            <p:nvCxnSpPr>
              <p:cNvPr id="1862" name="Google Shape;1862;p204"/>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63" name="Google Shape;1863;p204"/>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grpSp>
        <p:nvGrpSpPr>
          <p:cNvPr id="1864" name="Google Shape;1864;p204"/>
          <p:cNvGrpSpPr/>
          <p:nvPr/>
        </p:nvGrpSpPr>
        <p:grpSpPr>
          <a:xfrm>
            <a:off x="345152" y="4876022"/>
            <a:ext cx="135124" cy="133368"/>
            <a:chOff x="2940050" y="1514475"/>
            <a:chExt cx="4643437" cy="4583110"/>
          </a:xfrm>
        </p:grpSpPr>
        <p:sp>
          <p:nvSpPr>
            <p:cNvPr id="1865" name="Google Shape;1865;p204"/>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66" name="Google Shape;1866;p204"/>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67" name="Google Shape;1867;p204"/>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68" name="Google Shape;1868;p204"/>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69" name="Google Shape;1869;p204"/>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70" name="Google Shape;1870;p204"/>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71" name="Google Shape;1871;p204"/>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872" name="Google Shape;1872;p204"/>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 Sn</a:t>
            </a:r>
            <a:r>
              <a:rPr b="0" i="0" lang="en" sz="600">
                <a:solidFill>
                  <a:schemeClr val="lt1"/>
                </a:solidFill>
                <a:latin typeface="Arial"/>
                <a:ea typeface="Arial"/>
                <a:cs typeface="Arial"/>
                <a:sym typeface="Arial"/>
              </a:rPr>
              <a:t>owflake Computing Inc. All Rights Reserved</a:t>
            </a:r>
            <a:endParaRPr sz="600">
              <a:solidFill>
                <a:schemeClr val="lt1"/>
              </a:solidFill>
              <a:latin typeface="Arial"/>
              <a:ea typeface="Arial"/>
              <a:cs typeface="Arial"/>
              <a:sym typeface="Arial"/>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unchy">
  <p:cSld name="Quote - Punchy">
    <p:bg>
      <p:bgPr>
        <a:solidFill>
          <a:schemeClr val="accent6"/>
        </a:solidFill>
      </p:bgPr>
    </p:bg>
    <p:spTree>
      <p:nvGrpSpPr>
        <p:cNvPr id="1873" name="Shape 1873"/>
        <p:cNvGrpSpPr/>
        <p:nvPr/>
      </p:nvGrpSpPr>
      <p:grpSpPr>
        <a:xfrm>
          <a:off x="0" y="0"/>
          <a:ext cx="0" cy="0"/>
          <a:chOff x="0" y="0"/>
          <a:chExt cx="0" cy="0"/>
        </a:xfrm>
      </p:grpSpPr>
      <p:sp>
        <p:nvSpPr>
          <p:cNvPr id="1874" name="Google Shape;1874;p205"/>
          <p:cNvSpPr/>
          <p:nvPr/>
        </p:nvSpPr>
        <p:spPr>
          <a:xfrm>
            <a:off x="0" y="4783455"/>
            <a:ext cx="611400" cy="360000"/>
          </a:xfrm>
          <a:prstGeom prst="rect">
            <a:avLst/>
          </a:prstGeom>
          <a:solidFill>
            <a:srgbClr val="D45B9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875" name="Google Shape;1875;p205"/>
          <p:cNvGrpSpPr/>
          <p:nvPr/>
        </p:nvGrpSpPr>
        <p:grpSpPr>
          <a:xfrm>
            <a:off x="0" y="0"/>
            <a:ext cx="9144075" cy="5143575"/>
            <a:chOff x="0" y="0"/>
            <a:chExt cx="12192100" cy="6858100"/>
          </a:xfrm>
        </p:grpSpPr>
        <p:grpSp>
          <p:nvGrpSpPr>
            <p:cNvPr id="1876" name="Google Shape;1876;p205"/>
            <p:cNvGrpSpPr/>
            <p:nvPr/>
          </p:nvGrpSpPr>
          <p:grpSpPr>
            <a:xfrm>
              <a:off x="6096000" y="0"/>
              <a:ext cx="0" cy="6858100"/>
              <a:chOff x="6134100" y="0"/>
              <a:chExt cx="0" cy="6858100"/>
            </a:xfrm>
          </p:grpSpPr>
          <p:cxnSp>
            <p:nvCxnSpPr>
              <p:cNvPr id="1877" name="Google Shape;1877;p205"/>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78" name="Google Shape;1878;p205"/>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879" name="Google Shape;1879;p205"/>
            <p:cNvGrpSpPr/>
            <p:nvPr/>
          </p:nvGrpSpPr>
          <p:grpSpPr>
            <a:xfrm>
              <a:off x="0" y="3435349"/>
              <a:ext cx="12192100" cy="1"/>
              <a:chOff x="0" y="3435349"/>
              <a:chExt cx="12192100" cy="1"/>
            </a:xfrm>
          </p:grpSpPr>
          <p:cxnSp>
            <p:nvCxnSpPr>
              <p:cNvPr id="1880" name="Google Shape;1880;p205"/>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81" name="Google Shape;1881;p205"/>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sp>
        <p:nvSpPr>
          <p:cNvPr id="1882" name="Google Shape;1882;p205"/>
          <p:cNvSpPr txBox="1"/>
          <p:nvPr>
            <p:ph idx="1" type="body"/>
          </p:nvPr>
        </p:nvSpPr>
        <p:spPr>
          <a:xfrm>
            <a:off x="1314450" y="1190625"/>
            <a:ext cx="6477000" cy="2738400"/>
          </a:xfrm>
          <a:prstGeom prst="rect">
            <a:avLst/>
          </a:prstGeom>
          <a:noFill/>
          <a:ln>
            <a:noFill/>
          </a:ln>
        </p:spPr>
        <p:txBody>
          <a:bodyPr anchorCtr="0" anchor="ctr" bIns="34275" lIns="68575" spcFirstLastPara="1" rIns="68575" wrap="square" tIns="34275">
            <a:noAutofit/>
          </a:bodyPr>
          <a:lstStyle>
            <a:lvl1pPr indent="-228600" lvl="0" marL="457200" marR="0" algn="ctr">
              <a:lnSpc>
                <a:spcPct val="80000"/>
              </a:lnSpc>
              <a:spcBef>
                <a:spcPts val="800"/>
              </a:spcBef>
              <a:spcAft>
                <a:spcPts val="0"/>
              </a:spcAft>
              <a:buClr>
                <a:schemeClr val="lt1"/>
              </a:buClr>
              <a:buSzPts val="4100"/>
              <a:buFont typeface="Arial"/>
              <a:buNone/>
              <a:defRPr b="1" i="0" sz="4100" u="none" cap="none" strike="noStrike">
                <a:solidFill>
                  <a:schemeClr val="lt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grpSp>
        <p:nvGrpSpPr>
          <p:cNvPr id="1883" name="Google Shape;1883;p205"/>
          <p:cNvGrpSpPr/>
          <p:nvPr/>
        </p:nvGrpSpPr>
        <p:grpSpPr>
          <a:xfrm>
            <a:off x="345152" y="4876022"/>
            <a:ext cx="135124" cy="133368"/>
            <a:chOff x="2940050" y="1514475"/>
            <a:chExt cx="4643437" cy="4583110"/>
          </a:xfrm>
        </p:grpSpPr>
        <p:sp>
          <p:nvSpPr>
            <p:cNvPr id="1884" name="Google Shape;1884;p205"/>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85" name="Google Shape;1885;p205"/>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86" name="Google Shape;1886;p205"/>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87" name="Google Shape;1887;p205"/>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88" name="Google Shape;1888;p205"/>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89" name="Google Shape;1889;p205"/>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890" name="Google Shape;1890;p205"/>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grpSp>
        <p:nvGrpSpPr>
          <p:cNvPr id="1891" name="Google Shape;1891;p205"/>
          <p:cNvGrpSpPr/>
          <p:nvPr/>
        </p:nvGrpSpPr>
        <p:grpSpPr>
          <a:xfrm>
            <a:off x="0" y="0"/>
            <a:ext cx="9144075" cy="5143575"/>
            <a:chOff x="0" y="0"/>
            <a:chExt cx="12192100" cy="6858100"/>
          </a:xfrm>
        </p:grpSpPr>
        <p:grpSp>
          <p:nvGrpSpPr>
            <p:cNvPr id="1892" name="Google Shape;1892;p205"/>
            <p:cNvGrpSpPr/>
            <p:nvPr/>
          </p:nvGrpSpPr>
          <p:grpSpPr>
            <a:xfrm>
              <a:off x="6096000" y="0"/>
              <a:ext cx="0" cy="6858100"/>
              <a:chOff x="6134100" y="0"/>
              <a:chExt cx="0" cy="6858100"/>
            </a:xfrm>
          </p:grpSpPr>
          <p:cxnSp>
            <p:nvCxnSpPr>
              <p:cNvPr id="1893" name="Google Shape;1893;p205"/>
              <p:cNvCxnSpPr/>
              <p:nvPr/>
            </p:nvCxnSpPr>
            <p:spPr>
              <a:xfrm>
                <a:off x="6134100" y="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94" name="Google Shape;1894;p205"/>
              <p:cNvCxnSpPr/>
              <p:nvPr/>
            </p:nvCxnSpPr>
            <p:spPr>
              <a:xfrm>
                <a:off x="6134100" y="534670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nvGrpSpPr>
            <p:cNvPr id="1895" name="Google Shape;1895;p205"/>
            <p:cNvGrpSpPr/>
            <p:nvPr/>
          </p:nvGrpSpPr>
          <p:grpSpPr>
            <a:xfrm>
              <a:off x="0" y="3435349"/>
              <a:ext cx="12192100" cy="1"/>
              <a:chOff x="0" y="3435349"/>
              <a:chExt cx="12192100" cy="1"/>
            </a:xfrm>
          </p:grpSpPr>
          <p:cxnSp>
            <p:nvCxnSpPr>
              <p:cNvPr id="1896" name="Google Shape;1896;p205"/>
              <p:cNvCxnSpPr/>
              <p:nvPr/>
            </p:nvCxnSpPr>
            <p:spPr>
              <a:xfrm rot="10800000">
                <a:off x="755700" y="2679650"/>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cxnSp>
            <p:nvCxnSpPr>
              <p:cNvPr id="1897" name="Google Shape;1897;p205"/>
              <p:cNvCxnSpPr/>
              <p:nvPr/>
            </p:nvCxnSpPr>
            <p:spPr>
              <a:xfrm rot="10800000">
                <a:off x="11436400" y="2679649"/>
                <a:ext cx="0" cy="1511400"/>
              </a:xfrm>
              <a:prstGeom prst="straightConnector1">
                <a:avLst/>
              </a:prstGeom>
              <a:noFill/>
              <a:ln cap="flat" cmpd="sng" w="28575">
                <a:solidFill>
                  <a:schemeClr val="lt1">
                    <a:alpha val="50980"/>
                  </a:schemeClr>
                </a:solidFill>
                <a:prstDash val="solid"/>
                <a:miter lim="800000"/>
                <a:headEnd len="sm" w="sm" type="none"/>
                <a:tailEnd len="sm" w="sm" type="none"/>
              </a:ln>
            </p:spPr>
          </p:cxnSp>
        </p:grpSp>
      </p:grpSp>
      <p:grpSp>
        <p:nvGrpSpPr>
          <p:cNvPr id="1898" name="Google Shape;1898;p205"/>
          <p:cNvGrpSpPr/>
          <p:nvPr/>
        </p:nvGrpSpPr>
        <p:grpSpPr>
          <a:xfrm>
            <a:off x="345152" y="4876022"/>
            <a:ext cx="135124" cy="133368"/>
            <a:chOff x="2940050" y="1514475"/>
            <a:chExt cx="4643437" cy="4583110"/>
          </a:xfrm>
        </p:grpSpPr>
        <p:sp>
          <p:nvSpPr>
            <p:cNvPr id="1899" name="Google Shape;1899;p205"/>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900" name="Google Shape;1900;p205"/>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901" name="Google Shape;1901;p205"/>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902" name="Google Shape;1902;p205"/>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903" name="Google Shape;1903;p205"/>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904" name="Google Shape;1904;p205"/>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sp>
          <p:nvSpPr>
            <p:cNvPr id="1905" name="Google Shape;1905;p205"/>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p:txBody>
        </p:sp>
      </p:grpSp>
      <p:sp>
        <p:nvSpPr>
          <p:cNvPr id="1906" name="Google Shape;1906;p205"/>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a:t>
            </a:r>
            <a:r>
              <a:rPr lang="en" sz="600">
                <a:solidFill>
                  <a:schemeClr val="lt1"/>
                </a:solidFill>
              </a:rPr>
              <a:t>2026 Sn</a:t>
            </a:r>
            <a:r>
              <a:rPr b="0" i="0" lang="en" sz="600">
                <a:solidFill>
                  <a:schemeClr val="lt1"/>
                </a:solidFill>
                <a:latin typeface="Arial"/>
                <a:ea typeface="Arial"/>
                <a:cs typeface="Arial"/>
                <a:sym typeface="Arial"/>
              </a:rPr>
              <a:t>owflake Computing Inc. All Rights Reserved</a:t>
            </a:r>
            <a:endParaRPr sz="600">
              <a:solidFill>
                <a:schemeClr val="lt1"/>
              </a:solidFill>
              <a:latin typeface="Arial"/>
              <a:ea typeface="Arial"/>
              <a:cs typeface="Arial"/>
              <a:sym typeface="Arial"/>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907" name="Shape 1907"/>
        <p:cNvGrpSpPr/>
        <p:nvPr/>
      </p:nvGrpSpPr>
      <p:grpSpPr>
        <a:xfrm>
          <a:off x="0" y="0"/>
          <a:ext cx="0" cy="0"/>
          <a:chOff x="0" y="0"/>
          <a:chExt cx="0" cy="0"/>
        </a:xfrm>
      </p:grpSpPr>
      <p:pic>
        <p:nvPicPr>
          <p:cNvPr id="1908" name="Google Shape;1908;p206"/>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909" name="Google Shape;1909;p206"/>
          <p:cNvGrpSpPr/>
          <p:nvPr/>
        </p:nvGrpSpPr>
        <p:grpSpPr>
          <a:xfrm>
            <a:off x="2784391" y="1811866"/>
            <a:ext cx="3083671" cy="725805"/>
            <a:chOff x="3712521" y="2686462"/>
            <a:chExt cx="4111561" cy="967740"/>
          </a:xfrm>
        </p:grpSpPr>
        <p:grpSp>
          <p:nvGrpSpPr>
            <p:cNvPr id="1910" name="Google Shape;1910;p206"/>
            <p:cNvGrpSpPr/>
            <p:nvPr/>
          </p:nvGrpSpPr>
          <p:grpSpPr>
            <a:xfrm>
              <a:off x="3712521" y="2686462"/>
              <a:ext cx="976876" cy="967740"/>
              <a:chOff x="3712521" y="2613084"/>
              <a:chExt cx="976876" cy="967740"/>
            </a:xfrm>
          </p:grpSpPr>
          <p:sp>
            <p:nvSpPr>
              <p:cNvPr id="1911" name="Google Shape;1911;p206"/>
              <p:cNvSpPr/>
              <p:nvPr/>
            </p:nvSpPr>
            <p:spPr>
              <a:xfrm>
                <a:off x="3712521" y="2910792"/>
                <a:ext cx="331970" cy="373848"/>
              </a:xfrm>
              <a:custGeom>
                <a:rect b="b" l="l" r="r" t="t"/>
                <a:pathLst>
                  <a:path extrusionOk="0" h="277" w="247">
                    <a:moveTo>
                      <a:pt x="245" y="152"/>
                    </a:moveTo>
                    <a:cubicBezTo>
                      <a:pt x="246" y="147"/>
                      <a:pt x="247" y="142"/>
                      <a:pt x="247" y="137"/>
                    </a:cubicBezTo>
                    <a:cubicBezTo>
                      <a:pt x="247" y="134"/>
                      <a:pt x="246" y="130"/>
                      <a:pt x="245" y="127"/>
                    </a:cubicBezTo>
                    <a:cubicBezTo>
                      <a:pt x="242" y="116"/>
                      <a:pt x="235" y="106"/>
                      <a:pt x="224" y="100"/>
                    </a:cubicBezTo>
                    <a:cubicBezTo>
                      <a:pt x="73" y="12"/>
                      <a:pt x="73" y="12"/>
                      <a:pt x="73" y="12"/>
                    </a:cubicBezTo>
                    <a:cubicBezTo>
                      <a:pt x="52" y="0"/>
                      <a:pt x="24" y="7"/>
                      <a:pt x="12" y="29"/>
                    </a:cubicBezTo>
                    <a:cubicBezTo>
                      <a:pt x="0" y="50"/>
                      <a:pt x="7" y="77"/>
                      <a:pt x="28" y="90"/>
                    </a:cubicBezTo>
                    <a:cubicBezTo>
                      <a:pt x="113" y="138"/>
                      <a:pt x="113" y="138"/>
                      <a:pt x="113" y="138"/>
                    </a:cubicBezTo>
                    <a:cubicBezTo>
                      <a:pt x="28" y="187"/>
                      <a:pt x="28" y="187"/>
                      <a:pt x="28" y="187"/>
                    </a:cubicBezTo>
                    <a:cubicBezTo>
                      <a:pt x="7" y="200"/>
                      <a:pt x="0" y="227"/>
                      <a:pt x="12" y="248"/>
                    </a:cubicBezTo>
                    <a:cubicBezTo>
                      <a:pt x="24" y="270"/>
                      <a:pt x="52" y="277"/>
                      <a:pt x="73" y="265"/>
                    </a:cubicBezTo>
                    <a:cubicBezTo>
                      <a:pt x="224" y="177"/>
                      <a:pt x="224" y="177"/>
                      <a:pt x="224" y="177"/>
                    </a:cubicBezTo>
                    <a:cubicBezTo>
                      <a:pt x="235" y="171"/>
                      <a:pt x="242" y="162"/>
                      <a:pt x="245" y="152"/>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2" name="Google Shape;1912;p206"/>
              <p:cNvSpPr/>
              <p:nvPr/>
            </p:nvSpPr>
            <p:spPr>
              <a:xfrm>
                <a:off x="3820640" y="2613084"/>
                <a:ext cx="331209" cy="357097"/>
              </a:xfrm>
              <a:custGeom>
                <a:rect b="b" l="l" r="r" t="t"/>
                <a:pathLst>
                  <a:path extrusionOk="0" h="265" w="247">
                    <a:moveTo>
                      <a:pt x="28" y="171"/>
                    </a:moveTo>
                    <a:cubicBezTo>
                      <a:pt x="180" y="259"/>
                      <a:pt x="180" y="259"/>
                      <a:pt x="180" y="259"/>
                    </a:cubicBezTo>
                    <a:cubicBezTo>
                      <a:pt x="188" y="263"/>
                      <a:pt x="197" y="265"/>
                      <a:pt x="206" y="264"/>
                    </a:cubicBezTo>
                    <a:cubicBezTo>
                      <a:pt x="229" y="263"/>
                      <a:pt x="247" y="243"/>
                      <a:pt x="247" y="220"/>
                    </a:cubicBezTo>
                    <a:cubicBezTo>
                      <a:pt x="247" y="45"/>
                      <a:pt x="247" y="45"/>
                      <a:pt x="247" y="45"/>
                    </a:cubicBezTo>
                    <a:cubicBezTo>
                      <a:pt x="247" y="20"/>
                      <a:pt x="227" y="0"/>
                      <a:pt x="202" y="0"/>
                    </a:cubicBezTo>
                    <a:cubicBezTo>
                      <a:pt x="178" y="0"/>
                      <a:pt x="158" y="20"/>
                      <a:pt x="158" y="45"/>
                    </a:cubicBezTo>
                    <a:cubicBezTo>
                      <a:pt x="158" y="143"/>
                      <a:pt x="158" y="143"/>
                      <a:pt x="158" y="143"/>
                    </a:cubicBezTo>
                    <a:cubicBezTo>
                      <a:pt x="73" y="94"/>
                      <a:pt x="73" y="94"/>
                      <a:pt x="73" y="94"/>
                    </a:cubicBezTo>
                    <a:cubicBezTo>
                      <a:pt x="52" y="82"/>
                      <a:pt x="24" y="89"/>
                      <a:pt x="12" y="110"/>
                    </a:cubicBezTo>
                    <a:cubicBezTo>
                      <a:pt x="0" y="132"/>
                      <a:pt x="7" y="159"/>
                      <a:pt x="28" y="171"/>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3" name="Google Shape;1913;p206"/>
              <p:cNvSpPr/>
              <p:nvPr/>
            </p:nvSpPr>
            <p:spPr>
              <a:xfrm>
                <a:off x="4250070" y="2613084"/>
                <a:ext cx="331970" cy="357097"/>
              </a:xfrm>
              <a:custGeom>
                <a:rect b="b" l="l" r="r" t="t"/>
                <a:pathLst>
                  <a:path extrusionOk="0" h="265" w="247">
                    <a:moveTo>
                      <a:pt x="41" y="264"/>
                    </a:moveTo>
                    <a:cubicBezTo>
                      <a:pt x="50" y="265"/>
                      <a:pt x="59" y="263"/>
                      <a:pt x="67" y="259"/>
                    </a:cubicBezTo>
                    <a:cubicBezTo>
                      <a:pt x="218" y="171"/>
                      <a:pt x="218" y="171"/>
                      <a:pt x="218" y="171"/>
                    </a:cubicBezTo>
                    <a:cubicBezTo>
                      <a:pt x="240" y="159"/>
                      <a:pt x="247" y="132"/>
                      <a:pt x="235" y="110"/>
                    </a:cubicBezTo>
                    <a:cubicBezTo>
                      <a:pt x="222" y="89"/>
                      <a:pt x="195" y="82"/>
                      <a:pt x="174" y="94"/>
                    </a:cubicBezTo>
                    <a:cubicBezTo>
                      <a:pt x="89" y="143"/>
                      <a:pt x="89" y="143"/>
                      <a:pt x="89" y="143"/>
                    </a:cubicBezTo>
                    <a:cubicBezTo>
                      <a:pt x="89" y="45"/>
                      <a:pt x="89" y="45"/>
                      <a:pt x="89" y="45"/>
                    </a:cubicBezTo>
                    <a:cubicBezTo>
                      <a:pt x="89" y="20"/>
                      <a:pt x="69" y="0"/>
                      <a:pt x="44" y="0"/>
                    </a:cubicBezTo>
                    <a:cubicBezTo>
                      <a:pt x="20" y="0"/>
                      <a:pt x="0" y="20"/>
                      <a:pt x="0" y="45"/>
                    </a:cubicBezTo>
                    <a:cubicBezTo>
                      <a:pt x="0" y="220"/>
                      <a:pt x="0" y="220"/>
                      <a:pt x="0" y="220"/>
                    </a:cubicBezTo>
                    <a:cubicBezTo>
                      <a:pt x="0" y="243"/>
                      <a:pt x="18" y="263"/>
                      <a:pt x="41" y="264"/>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4" name="Google Shape;1914;p206"/>
              <p:cNvSpPr/>
              <p:nvPr/>
            </p:nvSpPr>
            <p:spPr>
              <a:xfrm>
                <a:off x="3820640" y="3225250"/>
                <a:ext cx="331209" cy="355574"/>
              </a:xfrm>
              <a:custGeom>
                <a:rect b="b" l="l" r="r" t="t"/>
                <a:pathLst>
                  <a:path extrusionOk="0" h="264" w="247">
                    <a:moveTo>
                      <a:pt x="206" y="0"/>
                    </a:moveTo>
                    <a:cubicBezTo>
                      <a:pt x="197" y="0"/>
                      <a:pt x="188" y="2"/>
                      <a:pt x="180" y="6"/>
                    </a:cubicBezTo>
                    <a:cubicBezTo>
                      <a:pt x="28" y="94"/>
                      <a:pt x="28" y="94"/>
                      <a:pt x="28" y="94"/>
                    </a:cubicBezTo>
                    <a:cubicBezTo>
                      <a:pt x="7" y="106"/>
                      <a:pt x="0" y="133"/>
                      <a:pt x="12" y="155"/>
                    </a:cubicBezTo>
                    <a:cubicBezTo>
                      <a:pt x="24" y="176"/>
                      <a:pt x="52" y="183"/>
                      <a:pt x="73" y="171"/>
                    </a:cubicBezTo>
                    <a:cubicBezTo>
                      <a:pt x="158" y="122"/>
                      <a:pt x="158" y="122"/>
                      <a:pt x="158" y="122"/>
                    </a:cubicBezTo>
                    <a:cubicBezTo>
                      <a:pt x="158" y="220"/>
                      <a:pt x="158" y="220"/>
                      <a:pt x="158" y="220"/>
                    </a:cubicBezTo>
                    <a:cubicBezTo>
                      <a:pt x="158" y="244"/>
                      <a:pt x="178" y="264"/>
                      <a:pt x="202" y="264"/>
                    </a:cubicBezTo>
                    <a:cubicBezTo>
                      <a:pt x="227" y="264"/>
                      <a:pt x="247" y="244"/>
                      <a:pt x="247" y="220"/>
                    </a:cubicBezTo>
                    <a:cubicBezTo>
                      <a:pt x="247" y="45"/>
                      <a:pt x="247" y="45"/>
                      <a:pt x="247" y="45"/>
                    </a:cubicBezTo>
                    <a:cubicBezTo>
                      <a:pt x="247" y="21"/>
                      <a:pt x="229" y="2"/>
                      <a:pt x="206" y="0"/>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5" name="Google Shape;1915;p206"/>
              <p:cNvSpPr/>
              <p:nvPr/>
            </p:nvSpPr>
            <p:spPr>
              <a:xfrm>
                <a:off x="4089414" y="2985409"/>
                <a:ext cx="223852" cy="224613"/>
              </a:xfrm>
              <a:custGeom>
                <a:rect b="b" l="l" r="r" t="t"/>
                <a:pathLst>
                  <a:path extrusionOk="0" h="167" w="167">
                    <a:moveTo>
                      <a:pt x="167" y="93"/>
                    </a:moveTo>
                    <a:cubicBezTo>
                      <a:pt x="167" y="88"/>
                      <a:pt x="167" y="88"/>
                      <a:pt x="167" y="88"/>
                    </a:cubicBezTo>
                    <a:cubicBezTo>
                      <a:pt x="167" y="85"/>
                      <a:pt x="167" y="81"/>
                      <a:pt x="167" y="79"/>
                    </a:cubicBezTo>
                    <a:cubicBezTo>
                      <a:pt x="167" y="74"/>
                      <a:pt x="167" y="74"/>
                      <a:pt x="167" y="74"/>
                    </a:cubicBezTo>
                    <a:cubicBezTo>
                      <a:pt x="167" y="72"/>
                      <a:pt x="165" y="68"/>
                      <a:pt x="163" y="66"/>
                    </a:cubicBezTo>
                    <a:cubicBezTo>
                      <a:pt x="101" y="3"/>
                      <a:pt x="101" y="3"/>
                      <a:pt x="101" y="3"/>
                    </a:cubicBezTo>
                    <a:cubicBezTo>
                      <a:pt x="99" y="1"/>
                      <a:pt x="95" y="0"/>
                      <a:pt x="93" y="0"/>
                    </a:cubicBezTo>
                    <a:cubicBezTo>
                      <a:pt x="88" y="0"/>
                      <a:pt x="88" y="0"/>
                      <a:pt x="88" y="0"/>
                    </a:cubicBezTo>
                    <a:cubicBezTo>
                      <a:pt x="85" y="0"/>
                      <a:pt x="81" y="0"/>
                      <a:pt x="79" y="0"/>
                    </a:cubicBezTo>
                    <a:cubicBezTo>
                      <a:pt x="74" y="0"/>
                      <a:pt x="74" y="0"/>
                      <a:pt x="74" y="0"/>
                    </a:cubicBezTo>
                    <a:cubicBezTo>
                      <a:pt x="72" y="0"/>
                      <a:pt x="68" y="1"/>
                      <a:pt x="66" y="3"/>
                    </a:cubicBezTo>
                    <a:cubicBezTo>
                      <a:pt x="3" y="66"/>
                      <a:pt x="3" y="66"/>
                      <a:pt x="3" y="66"/>
                    </a:cubicBezTo>
                    <a:cubicBezTo>
                      <a:pt x="1" y="68"/>
                      <a:pt x="0" y="72"/>
                      <a:pt x="0" y="74"/>
                    </a:cubicBezTo>
                    <a:cubicBezTo>
                      <a:pt x="0" y="79"/>
                      <a:pt x="0" y="79"/>
                      <a:pt x="0" y="79"/>
                    </a:cubicBezTo>
                    <a:cubicBezTo>
                      <a:pt x="0" y="81"/>
                      <a:pt x="0" y="85"/>
                      <a:pt x="0" y="88"/>
                    </a:cubicBezTo>
                    <a:cubicBezTo>
                      <a:pt x="0" y="93"/>
                      <a:pt x="0" y="93"/>
                      <a:pt x="0" y="93"/>
                    </a:cubicBezTo>
                    <a:cubicBezTo>
                      <a:pt x="0" y="95"/>
                      <a:pt x="1" y="99"/>
                      <a:pt x="3" y="101"/>
                    </a:cubicBezTo>
                    <a:cubicBezTo>
                      <a:pt x="66" y="163"/>
                      <a:pt x="66" y="163"/>
                      <a:pt x="66" y="163"/>
                    </a:cubicBezTo>
                    <a:cubicBezTo>
                      <a:pt x="68" y="165"/>
                      <a:pt x="72" y="167"/>
                      <a:pt x="74" y="167"/>
                    </a:cubicBezTo>
                    <a:cubicBezTo>
                      <a:pt x="79" y="167"/>
                      <a:pt x="79" y="167"/>
                      <a:pt x="79" y="167"/>
                    </a:cubicBezTo>
                    <a:cubicBezTo>
                      <a:pt x="81" y="167"/>
                      <a:pt x="85" y="167"/>
                      <a:pt x="88" y="167"/>
                    </a:cubicBezTo>
                    <a:cubicBezTo>
                      <a:pt x="93" y="167"/>
                      <a:pt x="93" y="167"/>
                      <a:pt x="93" y="167"/>
                    </a:cubicBezTo>
                    <a:cubicBezTo>
                      <a:pt x="95" y="167"/>
                      <a:pt x="99" y="165"/>
                      <a:pt x="101" y="163"/>
                    </a:cubicBezTo>
                    <a:cubicBezTo>
                      <a:pt x="163" y="101"/>
                      <a:pt x="163" y="101"/>
                      <a:pt x="163" y="101"/>
                    </a:cubicBezTo>
                    <a:cubicBezTo>
                      <a:pt x="165" y="99"/>
                      <a:pt x="167" y="95"/>
                      <a:pt x="167" y="93"/>
                    </a:cubicBezTo>
                    <a:moveTo>
                      <a:pt x="113" y="84"/>
                    </a:moveTo>
                    <a:cubicBezTo>
                      <a:pt x="113" y="86"/>
                      <a:pt x="112" y="90"/>
                      <a:pt x="110" y="92"/>
                    </a:cubicBezTo>
                    <a:cubicBezTo>
                      <a:pt x="92" y="110"/>
                      <a:pt x="92" y="110"/>
                      <a:pt x="92" y="110"/>
                    </a:cubicBezTo>
                    <a:cubicBezTo>
                      <a:pt x="90" y="112"/>
                      <a:pt x="86" y="113"/>
                      <a:pt x="84" y="113"/>
                    </a:cubicBezTo>
                    <a:cubicBezTo>
                      <a:pt x="83" y="113"/>
                      <a:pt x="83" y="113"/>
                      <a:pt x="83" y="113"/>
                    </a:cubicBezTo>
                    <a:cubicBezTo>
                      <a:pt x="80" y="113"/>
                      <a:pt x="77" y="112"/>
                      <a:pt x="75" y="110"/>
                    </a:cubicBezTo>
                    <a:cubicBezTo>
                      <a:pt x="57" y="92"/>
                      <a:pt x="57" y="92"/>
                      <a:pt x="57" y="92"/>
                    </a:cubicBezTo>
                    <a:cubicBezTo>
                      <a:pt x="55" y="90"/>
                      <a:pt x="54" y="86"/>
                      <a:pt x="54" y="84"/>
                    </a:cubicBezTo>
                    <a:cubicBezTo>
                      <a:pt x="54" y="84"/>
                      <a:pt x="54" y="83"/>
                      <a:pt x="54" y="83"/>
                    </a:cubicBezTo>
                    <a:cubicBezTo>
                      <a:pt x="54" y="81"/>
                      <a:pt x="55" y="77"/>
                      <a:pt x="57" y="75"/>
                    </a:cubicBezTo>
                    <a:cubicBezTo>
                      <a:pt x="75" y="57"/>
                      <a:pt x="75" y="57"/>
                      <a:pt x="75" y="57"/>
                    </a:cubicBezTo>
                    <a:cubicBezTo>
                      <a:pt x="77" y="55"/>
                      <a:pt x="80" y="54"/>
                      <a:pt x="83" y="54"/>
                    </a:cubicBezTo>
                    <a:cubicBezTo>
                      <a:pt x="83" y="54"/>
                      <a:pt x="83" y="54"/>
                      <a:pt x="84" y="54"/>
                    </a:cubicBezTo>
                    <a:cubicBezTo>
                      <a:pt x="86" y="54"/>
                      <a:pt x="90" y="55"/>
                      <a:pt x="92" y="57"/>
                    </a:cubicBezTo>
                    <a:cubicBezTo>
                      <a:pt x="110" y="75"/>
                      <a:pt x="110" y="75"/>
                      <a:pt x="110" y="75"/>
                    </a:cubicBezTo>
                    <a:cubicBezTo>
                      <a:pt x="112" y="77"/>
                      <a:pt x="113" y="81"/>
                      <a:pt x="113" y="83"/>
                    </a:cubicBezTo>
                    <a:cubicBezTo>
                      <a:pt x="113" y="83"/>
                      <a:pt x="113" y="84"/>
                      <a:pt x="113" y="84"/>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6" name="Google Shape;1916;p206"/>
              <p:cNvSpPr/>
              <p:nvPr/>
            </p:nvSpPr>
            <p:spPr>
              <a:xfrm>
                <a:off x="4250070" y="3225250"/>
                <a:ext cx="331970" cy="355574"/>
              </a:xfrm>
              <a:custGeom>
                <a:rect b="b" l="l" r="r" t="t"/>
                <a:pathLst>
                  <a:path extrusionOk="0" h="264" w="247">
                    <a:moveTo>
                      <a:pt x="218" y="94"/>
                    </a:moveTo>
                    <a:cubicBezTo>
                      <a:pt x="67" y="6"/>
                      <a:pt x="67" y="6"/>
                      <a:pt x="67" y="6"/>
                    </a:cubicBezTo>
                    <a:cubicBezTo>
                      <a:pt x="59" y="2"/>
                      <a:pt x="50" y="0"/>
                      <a:pt x="41" y="0"/>
                    </a:cubicBezTo>
                    <a:cubicBezTo>
                      <a:pt x="18" y="2"/>
                      <a:pt x="0" y="21"/>
                      <a:pt x="0" y="45"/>
                    </a:cubicBezTo>
                    <a:cubicBezTo>
                      <a:pt x="0" y="220"/>
                      <a:pt x="0" y="220"/>
                      <a:pt x="0" y="220"/>
                    </a:cubicBezTo>
                    <a:cubicBezTo>
                      <a:pt x="0" y="244"/>
                      <a:pt x="20" y="264"/>
                      <a:pt x="44" y="264"/>
                    </a:cubicBezTo>
                    <a:cubicBezTo>
                      <a:pt x="69" y="264"/>
                      <a:pt x="89" y="244"/>
                      <a:pt x="89" y="220"/>
                    </a:cubicBezTo>
                    <a:cubicBezTo>
                      <a:pt x="89" y="122"/>
                      <a:pt x="89" y="122"/>
                      <a:pt x="89" y="122"/>
                    </a:cubicBezTo>
                    <a:cubicBezTo>
                      <a:pt x="174" y="171"/>
                      <a:pt x="174" y="171"/>
                      <a:pt x="174" y="171"/>
                    </a:cubicBezTo>
                    <a:cubicBezTo>
                      <a:pt x="195" y="183"/>
                      <a:pt x="222" y="176"/>
                      <a:pt x="235" y="155"/>
                    </a:cubicBezTo>
                    <a:cubicBezTo>
                      <a:pt x="247" y="133"/>
                      <a:pt x="240" y="106"/>
                      <a:pt x="218" y="94"/>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7" name="Google Shape;1917;p206"/>
              <p:cNvSpPr/>
              <p:nvPr/>
            </p:nvSpPr>
            <p:spPr>
              <a:xfrm>
                <a:off x="4357427" y="2910792"/>
                <a:ext cx="331970" cy="373848"/>
              </a:xfrm>
              <a:custGeom>
                <a:rect b="b" l="l" r="r" t="t"/>
                <a:pathLst>
                  <a:path extrusionOk="0" h="277" w="247">
                    <a:moveTo>
                      <a:pt x="218" y="187"/>
                    </a:moveTo>
                    <a:cubicBezTo>
                      <a:pt x="134" y="138"/>
                      <a:pt x="134" y="138"/>
                      <a:pt x="134" y="138"/>
                    </a:cubicBezTo>
                    <a:cubicBezTo>
                      <a:pt x="218" y="90"/>
                      <a:pt x="218" y="90"/>
                      <a:pt x="218" y="90"/>
                    </a:cubicBezTo>
                    <a:cubicBezTo>
                      <a:pt x="240" y="77"/>
                      <a:pt x="247" y="50"/>
                      <a:pt x="235" y="29"/>
                    </a:cubicBezTo>
                    <a:cubicBezTo>
                      <a:pt x="222" y="7"/>
                      <a:pt x="195" y="0"/>
                      <a:pt x="174" y="12"/>
                    </a:cubicBezTo>
                    <a:cubicBezTo>
                      <a:pt x="22" y="100"/>
                      <a:pt x="22" y="100"/>
                      <a:pt x="22" y="100"/>
                    </a:cubicBezTo>
                    <a:cubicBezTo>
                      <a:pt x="12" y="106"/>
                      <a:pt x="5" y="116"/>
                      <a:pt x="2" y="127"/>
                    </a:cubicBezTo>
                    <a:cubicBezTo>
                      <a:pt x="1" y="130"/>
                      <a:pt x="0" y="134"/>
                      <a:pt x="0" y="137"/>
                    </a:cubicBezTo>
                    <a:cubicBezTo>
                      <a:pt x="0" y="142"/>
                      <a:pt x="1" y="147"/>
                      <a:pt x="2" y="152"/>
                    </a:cubicBezTo>
                    <a:cubicBezTo>
                      <a:pt x="5" y="162"/>
                      <a:pt x="12" y="171"/>
                      <a:pt x="22" y="177"/>
                    </a:cubicBezTo>
                    <a:cubicBezTo>
                      <a:pt x="174" y="265"/>
                      <a:pt x="174" y="265"/>
                      <a:pt x="174" y="265"/>
                    </a:cubicBezTo>
                    <a:cubicBezTo>
                      <a:pt x="195" y="277"/>
                      <a:pt x="222" y="270"/>
                      <a:pt x="235" y="248"/>
                    </a:cubicBezTo>
                    <a:cubicBezTo>
                      <a:pt x="247" y="227"/>
                      <a:pt x="240" y="200"/>
                      <a:pt x="218" y="187"/>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grpSp>
          <p:nvGrpSpPr>
            <p:cNvPr id="1918" name="Google Shape;1918;p206"/>
            <p:cNvGrpSpPr/>
            <p:nvPr/>
          </p:nvGrpSpPr>
          <p:grpSpPr>
            <a:xfrm>
              <a:off x="4829495" y="2834935"/>
              <a:ext cx="2994587" cy="523082"/>
              <a:chOff x="4829495" y="2761557"/>
              <a:chExt cx="2994587" cy="523082"/>
            </a:xfrm>
          </p:grpSpPr>
          <p:sp>
            <p:nvSpPr>
              <p:cNvPr id="1919" name="Google Shape;1919;p206"/>
              <p:cNvSpPr/>
              <p:nvPr/>
            </p:nvSpPr>
            <p:spPr>
              <a:xfrm>
                <a:off x="4829495" y="2913837"/>
                <a:ext cx="261922" cy="369279"/>
              </a:xfrm>
              <a:custGeom>
                <a:rect b="b" l="l" r="r" t="t"/>
                <a:pathLst>
                  <a:path extrusionOk="0" h="274" w="195">
                    <a:moveTo>
                      <a:pt x="186" y="161"/>
                    </a:moveTo>
                    <a:cubicBezTo>
                      <a:pt x="178" y="147"/>
                      <a:pt x="165" y="138"/>
                      <a:pt x="150" y="131"/>
                    </a:cubicBezTo>
                    <a:cubicBezTo>
                      <a:pt x="135" y="123"/>
                      <a:pt x="118" y="118"/>
                      <a:pt x="101" y="113"/>
                    </a:cubicBezTo>
                    <a:cubicBezTo>
                      <a:pt x="85" y="107"/>
                      <a:pt x="69" y="103"/>
                      <a:pt x="58" y="97"/>
                    </a:cubicBezTo>
                    <a:cubicBezTo>
                      <a:pt x="52" y="94"/>
                      <a:pt x="47" y="91"/>
                      <a:pt x="45" y="87"/>
                    </a:cubicBezTo>
                    <a:cubicBezTo>
                      <a:pt x="42" y="83"/>
                      <a:pt x="40" y="80"/>
                      <a:pt x="40" y="75"/>
                    </a:cubicBezTo>
                    <a:cubicBezTo>
                      <a:pt x="40" y="68"/>
                      <a:pt x="42" y="62"/>
                      <a:pt x="45" y="57"/>
                    </a:cubicBezTo>
                    <a:cubicBezTo>
                      <a:pt x="51" y="50"/>
                      <a:pt x="59" y="44"/>
                      <a:pt x="68" y="41"/>
                    </a:cubicBezTo>
                    <a:cubicBezTo>
                      <a:pt x="78" y="37"/>
                      <a:pt x="88" y="35"/>
                      <a:pt x="95" y="35"/>
                    </a:cubicBezTo>
                    <a:cubicBezTo>
                      <a:pt x="116" y="35"/>
                      <a:pt x="129" y="42"/>
                      <a:pt x="140" y="49"/>
                    </a:cubicBezTo>
                    <a:cubicBezTo>
                      <a:pt x="145" y="53"/>
                      <a:pt x="149" y="57"/>
                      <a:pt x="153" y="60"/>
                    </a:cubicBezTo>
                    <a:cubicBezTo>
                      <a:pt x="155" y="62"/>
                      <a:pt x="157" y="63"/>
                      <a:pt x="159" y="64"/>
                    </a:cubicBezTo>
                    <a:cubicBezTo>
                      <a:pt x="162" y="65"/>
                      <a:pt x="164" y="66"/>
                      <a:pt x="167" y="66"/>
                    </a:cubicBezTo>
                    <a:cubicBezTo>
                      <a:pt x="169" y="66"/>
                      <a:pt x="170" y="66"/>
                      <a:pt x="172" y="65"/>
                    </a:cubicBezTo>
                    <a:cubicBezTo>
                      <a:pt x="174" y="64"/>
                      <a:pt x="175" y="63"/>
                      <a:pt x="176" y="62"/>
                    </a:cubicBezTo>
                    <a:cubicBezTo>
                      <a:pt x="178" y="61"/>
                      <a:pt x="179" y="59"/>
                      <a:pt x="180" y="58"/>
                    </a:cubicBezTo>
                    <a:cubicBezTo>
                      <a:pt x="181" y="56"/>
                      <a:pt x="181" y="54"/>
                      <a:pt x="181" y="52"/>
                    </a:cubicBezTo>
                    <a:cubicBezTo>
                      <a:pt x="181" y="49"/>
                      <a:pt x="180" y="46"/>
                      <a:pt x="178" y="43"/>
                    </a:cubicBezTo>
                    <a:cubicBezTo>
                      <a:pt x="175" y="38"/>
                      <a:pt x="171" y="33"/>
                      <a:pt x="166" y="28"/>
                    </a:cubicBezTo>
                    <a:cubicBezTo>
                      <a:pt x="157" y="21"/>
                      <a:pt x="147" y="14"/>
                      <a:pt x="135" y="8"/>
                    </a:cubicBezTo>
                    <a:cubicBezTo>
                      <a:pt x="123" y="3"/>
                      <a:pt x="111" y="0"/>
                      <a:pt x="99" y="0"/>
                    </a:cubicBezTo>
                    <a:cubicBezTo>
                      <a:pt x="71" y="0"/>
                      <a:pt x="48" y="6"/>
                      <a:pt x="31" y="17"/>
                    </a:cubicBezTo>
                    <a:cubicBezTo>
                      <a:pt x="22" y="23"/>
                      <a:pt x="15" y="30"/>
                      <a:pt x="9" y="39"/>
                    </a:cubicBezTo>
                    <a:cubicBezTo>
                      <a:pt x="4" y="48"/>
                      <a:pt x="0" y="60"/>
                      <a:pt x="0" y="74"/>
                    </a:cubicBezTo>
                    <a:cubicBezTo>
                      <a:pt x="0" y="75"/>
                      <a:pt x="0" y="76"/>
                      <a:pt x="0" y="76"/>
                    </a:cubicBezTo>
                    <a:cubicBezTo>
                      <a:pt x="0" y="91"/>
                      <a:pt x="5" y="102"/>
                      <a:pt x="12" y="112"/>
                    </a:cubicBezTo>
                    <a:cubicBezTo>
                      <a:pt x="23" y="125"/>
                      <a:pt x="39" y="134"/>
                      <a:pt x="55" y="140"/>
                    </a:cubicBezTo>
                    <a:cubicBezTo>
                      <a:pt x="71" y="146"/>
                      <a:pt x="87" y="149"/>
                      <a:pt x="97" y="152"/>
                    </a:cubicBezTo>
                    <a:cubicBezTo>
                      <a:pt x="111" y="157"/>
                      <a:pt x="126" y="162"/>
                      <a:pt x="137" y="169"/>
                    </a:cubicBezTo>
                    <a:cubicBezTo>
                      <a:pt x="142" y="172"/>
                      <a:pt x="147" y="176"/>
                      <a:pt x="150" y="180"/>
                    </a:cubicBezTo>
                    <a:cubicBezTo>
                      <a:pt x="153" y="184"/>
                      <a:pt x="154" y="189"/>
                      <a:pt x="155" y="194"/>
                    </a:cubicBezTo>
                    <a:cubicBezTo>
                      <a:pt x="155" y="195"/>
                      <a:pt x="155" y="195"/>
                      <a:pt x="155" y="195"/>
                    </a:cubicBezTo>
                    <a:cubicBezTo>
                      <a:pt x="154" y="203"/>
                      <a:pt x="152" y="209"/>
                      <a:pt x="148" y="214"/>
                    </a:cubicBezTo>
                    <a:cubicBezTo>
                      <a:pt x="142" y="222"/>
                      <a:pt x="133" y="228"/>
                      <a:pt x="123" y="232"/>
                    </a:cubicBezTo>
                    <a:cubicBezTo>
                      <a:pt x="112" y="235"/>
                      <a:pt x="102" y="237"/>
                      <a:pt x="95" y="237"/>
                    </a:cubicBezTo>
                    <a:cubicBezTo>
                      <a:pt x="71" y="237"/>
                      <a:pt x="54" y="231"/>
                      <a:pt x="43" y="225"/>
                    </a:cubicBezTo>
                    <a:cubicBezTo>
                      <a:pt x="37" y="222"/>
                      <a:pt x="32" y="219"/>
                      <a:pt x="28" y="217"/>
                    </a:cubicBezTo>
                    <a:cubicBezTo>
                      <a:pt x="26" y="216"/>
                      <a:pt x="24" y="214"/>
                      <a:pt x="22" y="214"/>
                    </a:cubicBezTo>
                    <a:cubicBezTo>
                      <a:pt x="19" y="213"/>
                      <a:pt x="17" y="212"/>
                      <a:pt x="15" y="212"/>
                    </a:cubicBezTo>
                    <a:cubicBezTo>
                      <a:pt x="13" y="212"/>
                      <a:pt x="12" y="212"/>
                      <a:pt x="10" y="213"/>
                    </a:cubicBezTo>
                    <a:cubicBezTo>
                      <a:pt x="9" y="214"/>
                      <a:pt x="7" y="215"/>
                      <a:pt x="6" y="216"/>
                    </a:cubicBezTo>
                    <a:cubicBezTo>
                      <a:pt x="4" y="217"/>
                      <a:pt x="3" y="219"/>
                      <a:pt x="2" y="221"/>
                    </a:cubicBezTo>
                    <a:cubicBezTo>
                      <a:pt x="1" y="223"/>
                      <a:pt x="0" y="225"/>
                      <a:pt x="0" y="227"/>
                    </a:cubicBezTo>
                    <a:cubicBezTo>
                      <a:pt x="0" y="231"/>
                      <a:pt x="2" y="234"/>
                      <a:pt x="4" y="237"/>
                    </a:cubicBezTo>
                    <a:cubicBezTo>
                      <a:pt x="7" y="242"/>
                      <a:pt x="11" y="246"/>
                      <a:pt x="17" y="250"/>
                    </a:cubicBezTo>
                    <a:cubicBezTo>
                      <a:pt x="23" y="254"/>
                      <a:pt x="30" y="257"/>
                      <a:pt x="38" y="261"/>
                    </a:cubicBezTo>
                    <a:cubicBezTo>
                      <a:pt x="55" y="269"/>
                      <a:pt x="78" y="274"/>
                      <a:pt x="95" y="274"/>
                    </a:cubicBezTo>
                    <a:cubicBezTo>
                      <a:pt x="95" y="274"/>
                      <a:pt x="95" y="274"/>
                      <a:pt x="95" y="274"/>
                    </a:cubicBezTo>
                    <a:cubicBezTo>
                      <a:pt x="121" y="274"/>
                      <a:pt x="144" y="268"/>
                      <a:pt x="164" y="254"/>
                    </a:cubicBezTo>
                    <a:cubicBezTo>
                      <a:pt x="164" y="254"/>
                      <a:pt x="164" y="254"/>
                      <a:pt x="164" y="254"/>
                    </a:cubicBezTo>
                    <a:cubicBezTo>
                      <a:pt x="164" y="254"/>
                      <a:pt x="164" y="254"/>
                      <a:pt x="164" y="254"/>
                    </a:cubicBezTo>
                    <a:cubicBezTo>
                      <a:pt x="183" y="239"/>
                      <a:pt x="195" y="218"/>
                      <a:pt x="195" y="194"/>
                    </a:cubicBezTo>
                    <a:cubicBezTo>
                      <a:pt x="195" y="181"/>
                      <a:pt x="191" y="170"/>
                      <a:pt x="186" y="161"/>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0" name="Google Shape;1920;p206"/>
              <p:cNvSpPr/>
              <p:nvPr/>
            </p:nvSpPr>
            <p:spPr>
              <a:xfrm>
                <a:off x="5146238" y="2915360"/>
                <a:ext cx="302276" cy="367756"/>
              </a:xfrm>
              <a:custGeom>
                <a:rect b="b" l="l" r="r" t="t"/>
                <a:pathLst>
                  <a:path extrusionOk="0" h="273" w="225">
                    <a:moveTo>
                      <a:pt x="113" y="0"/>
                    </a:moveTo>
                    <a:cubicBezTo>
                      <a:pt x="84" y="0"/>
                      <a:pt x="57" y="11"/>
                      <a:pt x="37" y="29"/>
                    </a:cubicBezTo>
                    <a:cubicBezTo>
                      <a:pt x="37" y="18"/>
                      <a:pt x="37" y="18"/>
                      <a:pt x="37" y="18"/>
                    </a:cubicBezTo>
                    <a:cubicBezTo>
                      <a:pt x="37" y="13"/>
                      <a:pt x="35" y="9"/>
                      <a:pt x="32" y="5"/>
                    </a:cubicBezTo>
                    <a:cubicBezTo>
                      <a:pt x="29" y="2"/>
                      <a:pt x="24" y="0"/>
                      <a:pt x="19" y="0"/>
                    </a:cubicBezTo>
                    <a:cubicBezTo>
                      <a:pt x="13" y="0"/>
                      <a:pt x="9" y="2"/>
                      <a:pt x="5" y="5"/>
                    </a:cubicBezTo>
                    <a:cubicBezTo>
                      <a:pt x="2" y="9"/>
                      <a:pt x="0" y="13"/>
                      <a:pt x="0" y="18"/>
                    </a:cubicBezTo>
                    <a:cubicBezTo>
                      <a:pt x="0" y="260"/>
                      <a:pt x="0" y="260"/>
                      <a:pt x="0" y="260"/>
                    </a:cubicBezTo>
                    <a:cubicBezTo>
                      <a:pt x="1" y="261"/>
                      <a:pt x="1" y="261"/>
                      <a:pt x="1" y="261"/>
                    </a:cubicBezTo>
                    <a:cubicBezTo>
                      <a:pt x="1" y="261"/>
                      <a:pt x="1" y="261"/>
                      <a:pt x="1" y="261"/>
                    </a:cubicBezTo>
                    <a:cubicBezTo>
                      <a:pt x="1" y="262"/>
                      <a:pt x="2" y="263"/>
                      <a:pt x="2" y="264"/>
                    </a:cubicBezTo>
                    <a:cubicBezTo>
                      <a:pt x="5" y="268"/>
                      <a:pt x="9" y="272"/>
                      <a:pt x="14" y="273"/>
                    </a:cubicBezTo>
                    <a:cubicBezTo>
                      <a:pt x="15" y="273"/>
                      <a:pt x="15" y="273"/>
                      <a:pt x="15" y="273"/>
                    </a:cubicBezTo>
                    <a:cubicBezTo>
                      <a:pt x="19" y="273"/>
                      <a:pt x="19" y="273"/>
                      <a:pt x="19" y="273"/>
                    </a:cubicBezTo>
                    <a:cubicBezTo>
                      <a:pt x="21" y="273"/>
                      <a:pt x="24" y="273"/>
                      <a:pt x="27" y="272"/>
                    </a:cubicBezTo>
                    <a:cubicBezTo>
                      <a:pt x="29" y="271"/>
                      <a:pt x="31" y="269"/>
                      <a:pt x="32" y="267"/>
                    </a:cubicBezTo>
                    <a:cubicBezTo>
                      <a:pt x="33" y="267"/>
                      <a:pt x="33" y="267"/>
                      <a:pt x="33" y="267"/>
                    </a:cubicBezTo>
                    <a:cubicBezTo>
                      <a:pt x="33" y="267"/>
                      <a:pt x="33" y="266"/>
                      <a:pt x="33" y="266"/>
                    </a:cubicBezTo>
                    <a:cubicBezTo>
                      <a:pt x="33" y="266"/>
                      <a:pt x="33" y="266"/>
                      <a:pt x="33" y="266"/>
                    </a:cubicBezTo>
                    <a:cubicBezTo>
                      <a:pt x="34" y="265"/>
                      <a:pt x="35" y="263"/>
                      <a:pt x="36" y="262"/>
                    </a:cubicBezTo>
                    <a:cubicBezTo>
                      <a:pt x="36" y="261"/>
                      <a:pt x="36" y="259"/>
                      <a:pt x="37" y="258"/>
                    </a:cubicBezTo>
                    <a:cubicBezTo>
                      <a:pt x="37" y="258"/>
                      <a:pt x="37" y="258"/>
                      <a:pt x="37" y="258"/>
                    </a:cubicBezTo>
                    <a:cubicBezTo>
                      <a:pt x="37" y="112"/>
                      <a:pt x="37" y="112"/>
                      <a:pt x="37" y="112"/>
                    </a:cubicBezTo>
                    <a:cubicBezTo>
                      <a:pt x="37" y="91"/>
                      <a:pt x="46" y="73"/>
                      <a:pt x="60" y="59"/>
                    </a:cubicBezTo>
                    <a:cubicBezTo>
                      <a:pt x="73" y="45"/>
                      <a:pt x="92" y="37"/>
                      <a:pt x="113" y="37"/>
                    </a:cubicBezTo>
                    <a:cubicBezTo>
                      <a:pt x="134" y="37"/>
                      <a:pt x="152" y="45"/>
                      <a:pt x="166" y="59"/>
                    </a:cubicBezTo>
                    <a:cubicBezTo>
                      <a:pt x="180" y="73"/>
                      <a:pt x="188" y="91"/>
                      <a:pt x="188" y="112"/>
                    </a:cubicBezTo>
                    <a:cubicBezTo>
                      <a:pt x="188" y="255"/>
                      <a:pt x="188" y="255"/>
                      <a:pt x="188" y="255"/>
                    </a:cubicBezTo>
                    <a:cubicBezTo>
                      <a:pt x="188" y="260"/>
                      <a:pt x="190" y="265"/>
                      <a:pt x="194" y="268"/>
                    </a:cubicBezTo>
                    <a:cubicBezTo>
                      <a:pt x="197" y="271"/>
                      <a:pt x="202" y="273"/>
                      <a:pt x="207" y="273"/>
                    </a:cubicBezTo>
                    <a:cubicBezTo>
                      <a:pt x="212" y="273"/>
                      <a:pt x="216" y="271"/>
                      <a:pt x="220" y="268"/>
                    </a:cubicBezTo>
                    <a:cubicBezTo>
                      <a:pt x="223" y="265"/>
                      <a:pt x="225" y="260"/>
                      <a:pt x="225" y="255"/>
                    </a:cubicBezTo>
                    <a:cubicBezTo>
                      <a:pt x="225" y="112"/>
                      <a:pt x="225" y="112"/>
                      <a:pt x="225" y="112"/>
                    </a:cubicBezTo>
                    <a:cubicBezTo>
                      <a:pt x="225" y="50"/>
                      <a:pt x="175" y="0"/>
                      <a:pt x="113" y="0"/>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1" name="Google Shape;1921;p206"/>
              <p:cNvSpPr/>
              <p:nvPr/>
            </p:nvSpPr>
            <p:spPr>
              <a:xfrm>
                <a:off x="7466985" y="2913837"/>
                <a:ext cx="357097" cy="369279"/>
              </a:xfrm>
              <a:custGeom>
                <a:rect b="b" l="l" r="r" t="t"/>
                <a:pathLst>
                  <a:path extrusionOk="0" h="274" w="266">
                    <a:moveTo>
                      <a:pt x="266" y="128"/>
                    </a:moveTo>
                    <a:cubicBezTo>
                      <a:pt x="263" y="92"/>
                      <a:pt x="248" y="60"/>
                      <a:pt x="224" y="37"/>
                    </a:cubicBezTo>
                    <a:cubicBezTo>
                      <a:pt x="201" y="14"/>
                      <a:pt x="169" y="0"/>
                      <a:pt x="134" y="0"/>
                    </a:cubicBezTo>
                    <a:cubicBezTo>
                      <a:pt x="96" y="0"/>
                      <a:pt x="63" y="15"/>
                      <a:pt x="39" y="40"/>
                    </a:cubicBezTo>
                    <a:cubicBezTo>
                      <a:pt x="15" y="65"/>
                      <a:pt x="0" y="100"/>
                      <a:pt x="0" y="138"/>
                    </a:cubicBezTo>
                    <a:cubicBezTo>
                      <a:pt x="0" y="175"/>
                      <a:pt x="15" y="209"/>
                      <a:pt x="39" y="234"/>
                    </a:cubicBezTo>
                    <a:cubicBezTo>
                      <a:pt x="63" y="259"/>
                      <a:pt x="96" y="274"/>
                      <a:pt x="133" y="274"/>
                    </a:cubicBezTo>
                    <a:cubicBezTo>
                      <a:pt x="145" y="274"/>
                      <a:pt x="145" y="274"/>
                      <a:pt x="145" y="274"/>
                    </a:cubicBezTo>
                    <a:cubicBezTo>
                      <a:pt x="169" y="274"/>
                      <a:pt x="191" y="267"/>
                      <a:pt x="210" y="254"/>
                    </a:cubicBezTo>
                    <a:cubicBezTo>
                      <a:pt x="229" y="242"/>
                      <a:pt x="245" y="225"/>
                      <a:pt x="256" y="206"/>
                    </a:cubicBezTo>
                    <a:cubicBezTo>
                      <a:pt x="256" y="206"/>
                      <a:pt x="256" y="206"/>
                      <a:pt x="256" y="206"/>
                    </a:cubicBezTo>
                    <a:cubicBezTo>
                      <a:pt x="256" y="206"/>
                      <a:pt x="256" y="206"/>
                      <a:pt x="256" y="206"/>
                    </a:cubicBezTo>
                    <a:cubicBezTo>
                      <a:pt x="258" y="203"/>
                      <a:pt x="259" y="200"/>
                      <a:pt x="259" y="197"/>
                    </a:cubicBezTo>
                    <a:cubicBezTo>
                      <a:pt x="259" y="190"/>
                      <a:pt x="256" y="184"/>
                      <a:pt x="250" y="180"/>
                    </a:cubicBezTo>
                    <a:cubicBezTo>
                      <a:pt x="250" y="180"/>
                      <a:pt x="250" y="180"/>
                      <a:pt x="250" y="180"/>
                    </a:cubicBezTo>
                    <a:cubicBezTo>
                      <a:pt x="250" y="180"/>
                      <a:pt x="250" y="180"/>
                      <a:pt x="250" y="180"/>
                    </a:cubicBezTo>
                    <a:cubicBezTo>
                      <a:pt x="247" y="178"/>
                      <a:pt x="244" y="178"/>
                      <a:pt x="241" y="178"/>
                    </a:cubicBezTo>
                    <a:cubicBezTo>
                      <a:pt x="238" y="178"/>
                      <a:pt x="235" y="178"/>
                      <a:pt x="232" y="180"/>
                    </a:cubicBezTo>
                    <a:cubicBezTo>
                      <a:pt x="229" y="181"/>
                      <a:pt x="227" y="183"/>
                      <a:pt x="225" y="186"/>
                    </a:cubicBezTo>
                    <a:cubicBezTo>
                      <a:pt x="216" y="200"/>
                      <a:pt x="205" y="213"/>
                      <a:pt x="191" y="222"/>
                    </a:cubicBezTo>
                    <a:cubicBezTo>
                      <a:pt x="177" y="232"/>
                      <a:pt x="161" y="237"/>
                      <a:pt x="145" y="237"/>
                    </a:cubicBezTo>
                    <a:cubicBezTo>
                      <a:pt x="133" y="237"/>
                      <a:pt x="133" y="237"/>
                      <a:pt x="133" y="237"/>
                    </a:cubicBezTo>
                    <a:cubicBezTo>
                      <a:pt x="84" y="237"/>
                      <a:pt x="43" y="199"/>
                      <a:pt x="38" y="148"/>
                    </a:cubicBezTo>
                    <a:cubicBezTo>
                      <a:pt x="247" y="148"/>
                      <a:pt x="247" y="148"/>
                      <a:pt x="247" y="148"/>
                    </a:cubicBezTo>
                    <a:cubicBezTo>
                      <a:pt x="252" y="148"/>
                      <a:pt x="257" y="146"/>
                      <a:pt x="260" y="143"/>
                    </a:cubicBezTo>
                    <a:cubicBezTo>
                      <a:pt x="264" y="140"/>
                      <a:pt x="266" y="135"/>
                      <a:pt x="266" y="130"/>
                    </a:cubicBezTo>
                    <a:cubicBezTo>
                      <a:pt x="266" y="128"/>
                      <a:pt x="266" y="128"/>
                      <a:pt x="266" y="128"/>
                    </a:cubicBezTo>
                    <a:cubicBezTo>
                      <a:pt x="266" y="128"/>
                      <a:pt x="266" y="128"/>
                      <a:pt x="266" y="128"/>
                    </a:cubicBezTo>
                    <a:moveTo>
                      <a:pt x="40" y="111"/>
                    </a:moveTo>
                    <a:cubicBezTo>
                      <a:pt x="52" y="67"/>
                      <a:pt x="89" y="37"/>
                      <a:pt x="134" y="37"/>
                    </a:cubicBezTo>
                    <a:cubicBezTo>
                      <a:pt x="177" y="37"/>
                      <a:pt x="214" y="68"/>
                      <a:pt x="225" y="111"/>
                    </a:cubicBezTo>
                    <a:lnTo>
                      <a:pt x="40" y="111"/>
                    </a:ln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2" name="Google Shape;1922;p206"/>
              <p:cNvSpPr/>
              <p:nvPr/>
            </p:nvSpPr>
            <p:spPr>
              <a:xfrm>
                <a:off x="7163187" y="2761557"/>
                <a:ext cx="288571" cy="521559"/>
              </a:xfrm>
              <a:custGeom>
                <a:rect b="b" l="l" r="r" t="t"/>
                <a:pathLst>
                  <a:path extrusionOk="0" h="387" w="215">
                    <a:moveTo>
                      <a:pt x="211" y="357"/>
                    </a:moveTo>
                    <a:cubicBezTo>
                      <a:pt x="112" y="237"/>
                      <a:pt x="112" y="237"/>
                      <a:pt x="112" y="237"/>
                    </a:cubicBezTo>
                    <a:cubicBezTo>
                      <a:pt x="210" y="142"/>
                      <a:pt x="210" y="142"/>
                      <a:pt x="210" y="142"/>
                    </a:cubicBezTo>
                    <a:cubicBezTo>
                      <a:pt x="210" y="142"/>
                      <a:pt x="210" y="142"/>
                      <a:pt x="210" y="142"/>
                    </a:cubicBezTo>
                    <a:cubicBezTo>
                      <a:pt x="213" y="139"/>
                      <a:pt x="215" y="134"/>
                      <a:pt x="215" y="129"/>
                    </a:cubicBezTo>
                    <a:cubicBezTo>
                      <a:pt x="215" y="124"/>
                      <a:pt x="213" y="119"/>
                      <a:pt x="210" y="116"/>
                    </a:cubicBezTo>
                    <a:cubicBezTo>
                      <a:pt x="210" y="116"/>
                      <a:pt x="210" y="116"/>
                      <a:pt x="210" y="116"/>
                    </a:cubicBezTo>
                    <a:cubicBezTo>
                      <a:pt x="210" y="116"/>
                      <a:pt x="210" y="116"/>
                      <a:pt x="210" y="116"/>
                    </a:cubicBezTo>
                    <a:cubicBezTo>
                      <a:pt x="209" y="116"/>
                      <a:pt x="209" y="116"/>
                      <a:pt x="209" y="116"/>
                    </a:cubicBezTo>
                    <a:cubicBezTo>
                      <a:pt x="209" y="116"/>
                      <a:pt x="209" y="116"/>
                      <a:pt x="209" y="116"/>
                    </a:cubicBezTo>
                    <a:cubicBezTo>
                      <a:pt x="206" y="112"/>
                      <a:pt x="201" y="110"/>
                      <a:pt x="196" y="110"/>
                    </a:cubicBezTo>
                    <a:cubicBezTo>
                      <a:pt x="192" y="110"/>
                      <a:pt x="187" y="112"/>
                      <a:pt x="183" y="116"/>
                    </a:cubicBezTo>
                    <a:cubicBezTo>
                      <a:pt x="37" y="258"/>
                      <a:pt x="37" y="258"/>
                      <a:pt x="37" y="258"/>
                    </a:cubicBezTo>
                    <a:cubicBezTo>
                      <a:pt x="37" y="19"/>
                      <a:pt x="37" y="19"/>
                      <a:pt x="37" y="19"/>
                    </a:cubicBezTo>
                    <a:cubicBezTo>
                      <a:pt x="37" y="9"/>
                      <a:pt x="29" y="0"/>
                      <a:pt x="18" y="0"/>
                    </a:cubicBezTo>
                    <a:cubicBezTo>
                      <a:pt x="13" y="0"/>
                      <a:pt x="8" y="2"/>
                      <a:pt x="5" y="6"/>
                    </a:cubicBezTo>
                    <a:cubicBezTo>
                      <a:pt x="2" y="9"/>
                      <a:pt x="0" y="14"/>
                      <a:pt x="0" y="19"/>
                    </a:cubicBezTo>
                    <a:cubicBezTo>
                      <a:pt x="0" y="369"/>
                      <a:pt x="0" y="369"/>
                      <a:pt x="0" y="369"/>
                    </a:cubicBezTo>
                    <a:cubicBezTo>
                      <a:pt x="0" y="374"/>
                      <a:pt x="2" y="379"/>
                      <a:pt x="5" y="382"/>
                    </a:cubicBezTo>
                    <a:cubicBezTo>
                      <a:pt x="8" y="385"/>
                      <a:pt x="13" y="387"/>
                      <a:pt x="18" y="387"/>
                    </a:cubicBezTo>
                    <a:cubicBezTo>
                      <a:pt x="29" y="387"/>
                      <a:pt x="37" y="379"/>
                      <a:pt x="37" y="369"/>
                    </a:cubicBezTo>
                    <a:cubicBezTo>
                      <a:pt x="37" y="311"/>
                      <a:pt x="37" y="311"/>
                      <a:pt x="37" y="311"/>
                    </a:cubicBezTo>
                    <a:cubicBezTo>
                      <a:pt x="85" y="264"/>
                      <a:pt x="85" y="264"/>
                      <a:pt x="85" y="264"/>
                    </a:cubicBezTo>
                    <a:cubicBezTo>
                      <a:pt x="182" y="380"/>
                      <a:pt x="182" y="380"/>
                      <a:pt x="182" y="380"/>
                    </a:cubicBezTo>
                    <a:cubicBezTo>
                      <a:pt x="184" y="383"/>
                      <a:pt x="186" y="385"/>
                      <a:pt x="188" y="386"/>
                    </a:cubicBezTo>
                    <a:cubicBezTo>
                      <a:pt x="191" y="387"/>
                      <a:pt x="194" y="387"/>
                      <a:pt x="196" y="387"/>
                    </a:cubicBezTo>
                    <a:cubicBezTo>
                      <a:pt x="200" y="387"/>
                      <a:pt x="204" y="387"/>
                      <a:pt x="209" y="383"/>
                    </a:cubicBezTo>
                    <a:cubicBezTo>
                      <a:pt x="209" y="383"/>
                      <a:pt x="209" y="383"/>
                      <a:pt x="209" y="383"/>
                    </a:cubicBezTo>
                    <a:cubicBezTo>
                      <a:pt x="209" y="383"/>
                      <a:pt x="209" y="383"/>
                      <a:pt x="209" y="383"/>
                    </a:cubicBezTo>
                    <a:cubicBezTo>
                      <a:pt x="213" y="379"/>
                      <a:pt x="215" y="374"/>
                      <a:pt x="215" y="369"/>
                    </a:cubicBezTo>
                    <a:cubicBezTo>
                      <a:pt x="215" y="365"/>
                      <a:pt x="214" y="360"/>
                      <a:pt x="211" y="357"/>
                    </a:cubicBezTo>
                    <a:cubicBezTo>
                      <a:pt x="211" y="357"/>
                      <a:pt x="211" y="357"/>
                      <a:pt x="211" y="357"/>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3" name="Google Shape;1923;p206"/>
              <p:cNvSpPr/>
              <p:nvPr/>
            </p:nvSpPr>
            <p:spPr>
              <a:xfrm>
                <a:off x="6748224" y="2913837"/>
                <a:ext cx="350244" cy="369279"/>
              </a:xfrm>
              <a:custGeom>
                <a:rect b="b" l="l" r="r" t="t"/>
                <a:pathLst>
                  <a:path extrusionOk="0" h="274" w="261">
                    <a:moveTo>
                      <a:pt x="255" y="5"/>
                    </a:moveTo>
                    <a:cubicBezTo>
                      <a:pt x="252" y="2"/>
                      <a:pt x="247" y="0"/>
                      <a:pt x="242" y="0"/>
                    </a:cubicBezTo>
                    <a:cubicBezTo>
                      <a:pt x="237" y="0"/>
                      <a:pt x="232" y="2"/>
                      <a:pt x="229" y="5"/>
                    </a:cubicBezTo>
                    <a:cubicBezTo>
                      <a:pt x="226" y="9"/>
                      <a:pt x="223" y="13"/>
                      <a:pt x="223" y="19"/>
                    </a:cubicBezTo>
                    <a:cubicBezTo>
                      <a:pt x="223" y="41"/>
                      <a:pt x="223" y="41"/>
                      <a:pt x="223" y="41"/>
                    </a:cubicBezTo>
                    <a:cubicBezTo>
                      <a:pt x="200" y="16"/>
                      <a:pt x="167" y="0"/>
                      <a:pt x="130" y="0"/>
                    </a:cubicBezTo>
                    <a:cubicBezTo>
                      <a:pt x="94" y="0"/>
                      <a:pt x="61" y="16"/>
                      <a:pt x="38" y="41"/>
                    </a:cubicBezTo>
                    <a:cubicBezTo>
                      <a:pt x="15" y="65"/>
                      <a:pt x="0" y="100"/>
                      <a:pt x="0" y="137"/>
                    </a:cubicBezTo>
                    <a:cubicBezTo>
                      <a:pt x="0" y="175"/>
                      <a:pt x="15" y="209"/>
                      <a:pt x="38" y="234"/>
                    </a:cubicBezTo>
                    <a:cubicBezTo>
                      <a:pt x="61" y="259"/>
                      <a:pt x="94" y="274"/>
                      <a:pt x="130" y="274"/>
                    </a:cubicBezTo>
                    <a:cubicBezTo>
                      <a:pt x="167" y="274"/>
                      <a:pt x="200" y="258"/>
                      <a:pt x="223" y="233"/>
                    </a:cubicBezTo>
                    <a:cubicBezTo>
                      <a:pt x="223" y="256"/>
                      <a:pt x="223" y="256"/>
                      <a:pt x="223" y="256"/>
                    </a:cubicBezTo>
                    <a:cubicBezTo>
                      <a:pt x="223" y="261"/>
                      <a:pt x="226" y="266"/>
                      <a:pt x="229" y="269"/>
                    </a:cubicBezTo>
                    <a:cubicBezTo>
                      <a:pt x="232" y="272"/>
                      <a:pt x="237" y="274"/>
                      <a:pt x="242" y="274"/>
                    </a:cubicBezTo>
                    <a:cubicBezTo>
                      <a:pt x="247" y="274"/>
                      <a:pt x="252" y="272"/>
                      <a:pt x="255" y="269"/>
                    </a:cubicBezTo>
                    <a:cubicBezTo>
                      <a:pt x="259" y="266"/>
                      <a:pt x="261" y="261"/>
                      <a:pt x="261" y="256"/>
                    </a:cubicBezTo>
                    <a:cubicBezTo>
                      <a:pt x="261" y="19"/>
                      <a:pt x="261" y="19"/>
                      <a:pt x="261" y="19"/>
                    </a:cubicBezTo>
                    <a:cubicBezTo>
                      <a:pt x="261" y="13"/>
                      <a:pt x="259" y="9"/>
                      <a:pt x="255" y="5"/>
                    </a:cubicBezTo>
                    <a:moveTo>
                      <a:pt x="196" y="208"/>
                    </a:moveTo>
                    <a:cubicBezTo>
                      <a:pt x="179" y="226"/>
                      <a:pt x="156"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6"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4" name="Google Shape;1924;p206"/>
              <p:cNvSpPr/>
              <p:nvPr/>
            </p:nvSpPr>
            <p:spPr>
              <a:xfrm>
                <a:off x="6644673" y="2761557"/>
                <a:ext cx="51014" cy="521559"/>
              </a:xfrm>
              <a:custGeom>
                <a:rect b="b" l="l" r="r" t="t"/>
                <a:pathLst>
                  <a:path extrusionOk="0" h="387" w="38">
                    <a:moveTo>
                      <a:pt x="19" y="0"/>
                    </a:moveTo>
                    <a:cubicBezTo>
                      <a:pt x="14" y="0"/>
                      <a:pt x="9" y="2"/>
                      <a:pt x="6" y="6"/>
                    </a:cubicBezTo>
                    <a:cubicBezTo>
                      <a:pt x="3" y="9"/>
                      <a:pt x="0" y="14"/>
                      <a:pt x="0" y="19"/>
                    </a:cubicBezTo>
                    <a:cubicBezTo>
                      <a:pt x="0" y="369"/>
                      <a:pt x="0" y="369"/>
                      <a:pt x="0" y="369"/>
                    </a:cubicBezTo>
                    <a:cubicBezTo>
                      <a:pt x="0" y="374"/>
                      <a:pt x="3" y="379"/>
                      <a:pt x="6" y="382"/>
                    </a:cubicBezTo>
                    <a:cubicBezTo>
                      <a:pt x="9" y="385"/>
                      <a:pt x="14" y="387"/>
                      <a:pt x="19" y="387"/>
                    </a:cubicBezTo>
                    <a:cubicBezTo>
                      <a:pt x="30" y="387"/>
                      <a:pt x="38" y="379"/>
                      <a:pt x="38" y="369"/>
                    </a:cubicBezTo>
                    <a:cubicBezTo>
                      <a:pt x="38" y="19"/>
                      <a:pt x="38" y="19"/>
                      <a:pt x="38" y="19"/>
                    </a:cubicBezTo>
                    <a:cubicBezTo>
                      <a:pt x="38" y="9"/>
                      <a:pt x="30" y="0"/>
                      <a:pt x="19" y="0"/>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5" name="Google Shape;1925;p206"/>
              <p:cNvSpPr/>
              <p:nvPr/>
            </p:nvSpPr>
            <p:spPr>
              <a:xfrm>
                <a:off x="6391888" y="2762318"/>
                <a:ext cx="200248" cy="522321"/>
              </a:xfrm>
              <a:custGeom>
                <a:rect b="b" l="l" r="r" t="t"/>
                <a:pathLst>
                  <a:path extrusionOk="0" h="387" w="149">
                    <a:moveTo>
                      <a:pt x="88" y="59"/>
                    </a:moveTo>
                    <a:cubicBezTo>
                      <a:pt x="90" y="53"/>
                      <a:pt x="92" y="49"/>
                      <a:pt x="94" y="46"/>
                    </a:cubicBezTo>
                    <a:cubicBezTo>
                      <a:pt x="96" y="44"/>
                      <a:pt x="99" y="42"/>
                      <a:pt x="103" y="40"/>
                    </a:cubicBezTo>
                    <a:cubicBezTo>
                      <a:pt x="107" y="39"/>
                      <a:pt x="114" y="38"/>
                      <a:pt x="122" y="38"/>
                    </a:cubicBezTo>
                    <a:cubicBezTo>
                      <a:pt x="123" y="38"/>
                      <a:pt x="123" y="38"/>
                      <a:pt x="123" y="38"/>
                    </a:cubicBezTo>
                    <a:cubicBezTo>
                      <a:pt x="123" y="38"/>
                      <a:pt x="124" y="38"/>
                      <a:pt x="124" y="38"/>
                    </a:cubicBezTo>
                    <a:cubicBezTo>
                      <a:pt x="125" y="38"/>
                      <a:pt x="125" y="38"/>
                      <a:pt x="126" y="38"/>
                    </a:cubicBezTo>
                    <a:cubicBezTo>
                      <a:pt x="128" y="38"/>
                      <a:pt x="128" y="38"/>
                      <a:pt x="128" y="38"/>
                    </a:cubicBezTo>
                    <a:cubicBezTo>
                      <a:pt x="130" y="38"/>
                      <a:pt x="130" y="38"/>
                      <a:pt x="130" y="38"/>
                    </a:cubicBezTo>
                    <a:cubicBezTo>
                      <a:pt x="141" y="38"/>
                      <a:pt x="149" y="30"/>
                      <a:pt x="149" y="19"/>
                    </a:cubicBezTo>
                    <a:cubicBezTo>
                      <a:pt x="149" y="9"/>
                      <a:pt x="141" y="0"/>
                      <a:pt x="130" y="0"/>
                    </a:cubicBezTo>
                    <a:cubicBezTo>
                      <a:pt x="126" y="0"/>
                      <a:pt x="126" y="0"/>
                      <a:pt x="126" y="0"/>
                    </a:cubicBezTo>
                    <a:cubicBezTo>
                      <a:pt x="125" y="0"/>
                      <a:pt x="125" y="0"/>
                      <a:pt x="124" y="0"/>
                    </a:cubicBezTo>
                    <a:cubicBezTo>
                      <a:pt x="124" y="0"/>
                      <a:pt x="123" y="0"/>
                      <a:pt x="123" y="0"/>
                    </a:cubicBezTo>
                    <a:cubicBezTo>
                      <a:pt x="112" y="0"/>
                      <a:pt x="101" y="1"/>
                      <a:pt x="92" y="5"/>
                    </a:cubicBezTo>
                    <a:cubicBezTo>
                      <a:pt x="82" y="8"/>
                      <a:pt x="73" y="13"/>
                      <a:pt x="66" y="21"/>
                    </a:cubicBezTo>
                    <a:cubicBezTo>
                      <a:pt x="66" y="21"/>
                      <a:pt x="66" y="21"/>
                      <a:pt x="66" y="21"/>
                    </a:cubicBezTo>
                    <a:cubicBezTo>
                      <a:pt x="66" y="21"/>
                      <a:pt x="66" y="21"/>
                      <a:pt x="66" y="21"/>
                    </a:cubicBezTo>
                    <a:cubicBezTo>
                      <a:pt x="66" y="21"/>
                      <a:pt x="66" y="21"/>
                      <a:pt x="66" y="21"/>
                    </a:cubicBezTo>
                    <a:cubicBezTo>
                      <a:pt x="59" y="29"/>
                      <a:pt x="54" y="38"/>
                      <a:pt x="52" y="49"/>
                    </a:cubicBezTo>
                    <a:cubicBezTo>
                      <a:pt x="49" y="60"/>
                      <a:pt x="48" y="72"/>
                      <a:pt x="47" y="86"/>
                    </a:cubicBezTo>
                    <a:cubicBezTo>
                      <a:pt x="47" y="113"/>
                      <a:pt x="47" y="113"/>
                      <a:pt x="47" y="113"/>
                    </a:cubicBezTo>
                    <a:cubicBezTo>
                      <a:pt x="18" y="113"/>
                      <a:pt x="18" y="113"/>
                      <a:pt x="18" y="113"/>
                    </a:cubicBezTo>
                    <a:cubicBezTo>
                      <a:pt x="8" y="113"/>
                      <a:pt x="0" y="121"/>
                      <a:pt x="0" y="131"/>
                    </a:cubicBezTo>
                    <a:cubicBezTo>
                      <a:pt x="0" y="136"/>
                      <a:pt x="2" y="141"/>
                      <a:pt x="5" y="145"/>
                    </a:cubicBezTo>
                    <a:cubicBezTo>
                      <a:pt x="8" y="148"/>
                      <a:pt x="13" y="150"/>
                      <a:pt x="18" y="151"/>
                    </a:cubicBezTo>
                    <a:cubicBezTo>
                      <a:pt x="47" y="151"/>
                      <a:pt x="47" y="151"/>
                      <a:pt x="47" y="151"/>
                    </a:cubicBezTo>
                    <a:cubicBezTo>
                      <a:pt x="47" y="368"/>
                      <a:pt x="47" y="368"/>
                      <a:pt x="47" y="368"/>
                    </a:cubicBezTo>
                    <a:cubicBezTo>
                      <a:pt x="47" y="369"/>
                      <a:pt x="47" y="369"/>
                      <a:pt x="47" y="369"/>
                    </a:cubicBezTo>
                    <a:cubicBezTo>
                      <a:pt x="47" y="374"/>
                      <a:pt x="50" y="379"/>
                      <a:pt x="53" y="382"/>
                    </a:cubicBezTo>
                    <a:cubicBezTo>
                      <a:pt x="56" y="385"/>
                      <a:pt x="61" y="387"/>
                      <a:pt x="66" y="387"/>
                    </a:cubicBezTo>
                    <a:cubicBezTo>
                      <a:pt x="76" y="387"/>
                      <a:pt x="85" y="379"/>
                      <a:pt x="85" y="369"/>
                    </a:cubicBezTo>
                    <a:cubicBezTo>
                      <a:pt x="85" y="151"/>
                      <a:pt x="85" y="151"/>
                      <a:pt x="85" y="151"/>
                    </a:cubicBezTo>
                    <a:cubicBezTo>
                      <a:pt x="116" y="151"/>
                      <a:pt x="116" y="151"/>
                      <a:pt x="116" y="151"/>
                    </a:cubicBezTo>
                    <a:cubicBezTo>
                      <a:pt x="121" y="150"/>
                      <a:pt x="126" y="148"/>
                      <a:pt x="129" y="145"/>
                    </a:cubicBezTo>
                    <a:cubicBezTo>
                      <a:pt x="133" y="141"/>
                      <a:pt x="135" y="137"/>
                      <a:pt x="135" y="131"/>
                    </a:cubicBezTo>
                    <a:cubicBezTo>
                      <a:pt x="135" y="131"/>
                      <a:pt x="135" y="131"/>
                      <a:pt x="135" y="131"/>
                    </a:cubicBezTo>
                    <a:cubicBezTo>
                      <a:pt x="135" y="121"/>
                      <a:pt x="127" y="113"/>
                      <a:pt x="117" y="113"/>
                    </a:cubicBezTo>
                    <a:cubicBezTo>
                      <a:pt x="85" y="113"/>
                      <a:pt x="85" y="113"/>
                      <a:pt x="85" y="113"/>
                    </a:cubicBezTo>
                    <a:cubicBezTo>
                      <a:pt x="85" y="86"/>
                      <a:pt x="85" y="86"/>
                      <a:pt x="85" y="86"/>
                    </a:cubicBezTo>
                    <a:cubicBezTo>
                      <a:pt x="85" y="74"/>
                      <a:pt x="86" y="65"/>
                      <a:pt x="88" y="59"/>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6" name="Google Shape;1926;p206"/>
              <p:cNvSpPr/>
              <p:nvPr/>
            </p:nvSpPr>
            <p:spPr>
              <a:xfrm>
                <a:off x="5870329" y="2915360"/>
                <a:ext cx="482728" cy="367756"/>
              </a:xfrm>
              <a:custGeom>
                <a:rect b="b" l="l" r="r" t="t"/>
                <a:pathLst>
                  <a:path extrusionOk="0" h="273" w="359">
                    <a:moveTo>
                      <a:pt x="359" y="18"/>
                    </a:moveTo>
                    <a:cubicBezTo>
                      <a:pt x="359" y="11"/>
                      <a:pt x="355" y="4"/>
                      <a:pt x="348" y="1"/>
                    </a:cubicBezTo>
                    <a:cubicBezTo>
                      <a:pt x="348" y="1"/>
                      <a:pt x="348" y="1"/>
                      <a:pt x="348" y="1"/>
                    </a:cubicBezTo>
                    <a:cubicBezTo>
                      <a:pt x="348" y="1"/>
                      <a:pt x="348" y="1"/>
                      <a:pt x="348" y="1"/>
                    </a:cubicBezTo>
                    <a:cubicBezTo>
                      <a:pt x="346" y="0"/>
                      <a:pt x="344" y="0"/>
                      <a:pt x="341" y="0"/>
                    </a:cubicBezTo>
                    <a:cubicBezTo>
                      <a:pt x="338" y="0"/>
                      <a:pt x="334" y="1"/>
                      <a:pt x="331" y="3"/>
                    </a:cubicBezTo>
                    <a:cubicBezTo>
                      <a:pt x="328" y="5"/>
                      <a:pt x="325" y="7"/>
                      <a:pt x="324" y="11"/>
                    </a:cubicBezTo>
                    <a:cubicBezTo>
                      <a:pt x="324" y="11"/>
                      <a:pt x="324" y="11"/>
                      <a:pt x="324" y="11"/>
                    </a:cubicBezTo>
                    <a:cubicBezTo>
                      <a:pt x="253" y="206"/>
                      <a:pt x="253" y="206"/>
                      <a:pt x="253" y="206"/>
                    </a:cubicBezTo>
                    <a:cubicBezTo>
                      <a:pt x="198" y="75"/>
                      <a:pt x="198" y="75"/>
                      <a:pt x="198" y="75"/>
                    </a:cubicBezTo>
                    <a:cubicBezTo>
                      <a:pt x="198" y="75"/>
                      <a:pt x="198" y="75"/>
                      <a:pt x="198" y="75"/>
                    </a:cubicBezTo>
                    <a:cubicBezTo>
                      <a:pt x="196" y="72"/>
                      <a:pt x="193" y="69"/>
                      <a:pt x="190" y="67"/>
                    </a:cubicBezTo>
                    <a:cubicBezTo>
                      <a:pt x="187" y="65"/>
                      <a:pt x="183" y="64"/>
                      <a:pt x="179" y="64"/>
                    </a:cubicBezTo>
                    <a:cubicBezTo>
                      <a:pt x="176" y="64"/>
                      <a:pt x="172" y="65"/>
                      <a:pt x="169" y="67"/>
                    </a:cubicBezTo>
                    <a:cubicBezTo>
                      <a:pt x="166" y="69"/>
                      <a:pt x="163" y="72"/>
                      <a:pt x="162" y="75"/>
                    </a:cubicBezTo>
                    <a:cubicBezTo>
                      <a:pt x="162" y="75"/>
                      <a:pt x="162" y="75"/>
                      <a:pt x="162" y="75"/>
                    </a:cubicBezTo>
                    <a:cubicBezTo>
                      <a:pt x="107" y="206"/>
                      <a:pt x="107" y="206"/>
                      <a:pt x="107" y="206"/>
                    </a:cubicBezTo>
                    <a:cubicBezTo>
                      <a:pt x="35" y="11"/>
                      <a:pt x="35" y="11"/>
                      <a:pt x="35" y="11"/>
                    </a:cubicBezTo>
                    <a:cubicBezTo>
                      <a:pt x="35" y="11"/>
                      <a:pt x="35" y="11"/>
                      <a:pt x="35" y="11"/>
                    </a:cubicBezTo>
                    <a:cubicBezTo>
                      <a:pt x="34" y="8"/>
                      <a:pt x="31" y="5"/>
                      <a:pt x="28" y="3"/>
                    </a:cubicBezTo>
                    <a:cubicBezTo>
                      <a:pt x="25" y="1"/>
                      <a:pt x="22" y="0"/>
                      <a:pt x="18" y="0"/>
                    </a:cubicBezTo>
                    <a:cubicBezTo>
                      <a:pt x="15" y="0"/>
                      <a:pt x="13" y="0"/>
                      <a:pt x="11" y="1"/>
                    </a:cubicBezTo>
                    <a:cubicBezTo>
                      <a:pt x="11" y="1"/>
                      <a:pt x="11" y="1"/>
                      <a:pt x="11" y="1"/>
                    </a:cubicBezTo>
                    <a:cubicBezTo>
                      <a:pt x="11" y="1"/>
                      <a:pt x="11" y="1"/>
                      <a:pt x="11" y="1"/>
                    </a:cubicBezTo>
                    <a:cubicBezTo>
                      <a:pt x="4" y="4"/>
                      <a:pt x="0" y="11"/>
                      <a:pt x="0" y="18"/>
                    </a:cubicBezTo>
                    <a:cubicBezTo>
                      <a:pt x="0" y="20"/>
                      <a:pt x="0" y="23"/>
                      <a:pt x="1" y="25"/>
                    </a:cubicBezTo>
                    <a:cubicBezTo>
                      <a:pt x="1" y="25"/>
                      <a:pt x="1" y="25"/>
                      <a:pt x="1" y="25"/>
                    </a:cubicBezTo>
                    <a:cubicBezTo>
                      <a:pt x="89" y="262"/>
                      <a:pt x="89" y="262"/>
                      <a:pt x="89" y="262"/>
                    </a:cubicBezTo>
                    <a:cubicBezTo>
                      <a:pt x="89" y="262"/>
                      <a:pt x="89" y="262"/>
                      <a:pt x="89" y="262"/>
                    </a:cubicBezTo>
                    <a:cubicBezTo>
                      <a:pt x="90" y="264"/>
                      <a:pt x="91" y="265"/>
                      <a:pt x="92" y="267"/>
                    </a:cubicBezTo>
                    <a:cubicBezTo>
                      <a:pt x="93" y="268"/>
                      <a:pt x="95" y="269"/>
                      <a:pt x="96" y="270"/>
                    </a:cubicBezTo>
                    <a:cubicBezTo>
                      <a:pt x="97" y="270"/>
                      <a:pt x="97" y="271"/>
                      <a:pt x="98" y="271"/>
                    </a:cubicBezTo>
                    <a:cubicBezTo>
                      <a:pt x="99" y="272"/>
                      <a:pt x="100" y="272"/>
                      <a:pt x="101" y="272"/>
                    </a:cubicBezTo>
                    <a:cubicBezTo>
                      <a:pt x="102" y="273"/>
                      <a:pt x="104" y="273"/>
                      <a:pt x="107" y="273"/>
                    </a:cubicBezTo>
                    <a:cubicBezTo>
                      <a:pt x="111" y="273"/>
                      <a:pt x="114" y="272"/>
                      <a:pt x="117" y="270"/>
                    </a:cubicBezTo>
                    <a:cubicBezTo>
                      <a:pt x="120" y="268"/>
                      <a:pt x="122" y="266"/>
                      <a:pt x="123" y="262"/>
                    </a:cubicBezTo>
                    <a:cubicBezTo>
                      <a:pt x="124" y="262"/>
                      <a:pt x="124" y="262"/>
                      <a:pt x="124" y="262"/>
                    </a:cubicBezTo>
                    <a:cubicBezTo>
                      <a:pt x="179" y="129"/>
                      <a:pt x="179" y="129"/>
                      <a:pt x="179" y="129"/>
                    </a:cubicBezTo>
                    <a:cubicBezTo>
                      <a:pt x="235" y="261"/>
                      <a:pt x="235" y="261"/>
                      <a:pt x="235" y="261"/>
                    </a:cubicBezTo>
                    <a:cubicBezTo>
                      <a:pt x="235" y="261"/>
                      <a:pt x="235" y="261"/>
                      <a:pt x="235" y="261"/>
                    </a:cubicBezTo>
                    <a:cubicBezTo>
                      <a:pt x="237" y="265"/>
                      <a:pt x="239" y="268"/>
                      <a:pt x="241" y="270"/>
                    </a:cubicBezTo>
                    <a:cubicBezTo>
                      <a:pt x="244" y="272"/>
                      <a:pt x="247" y="273"/>
                      <a:pt x="251" y="273"/>
                    </a:cubicBezTo>
                    <a:cubicBezTo>
                      <a:pt x="253" y="273"/>
                      <a:pt x="253" y="273"/>
                      <a:pt x="253" y="273"/>
                    </a:cubicBezTo>
                    <a:cubicBezTo>
                      <a:pt x="255" y="273"/>
                      <a:pt x="257" y="273"/>
                      <a:pt x="259" y="272"/>
                    </a:cubicBezTo>
                    <a:cubicBezTo>
                      <a:pt x="261" y="272"/>
                      <a:pt x="263" y="271"/>
                      <a:pt x="264" y="270"/>
                    </a:cubicBezTo>
                    <a:cubicBezTo>
                      <a:pt x="267" y="267"/>
                      <a:pt x="269" y="264"/>
                      <a:pt x="271" y="261"/>
                    </a:cubicBezTo>
                    <a:cubicBezTo>
                      <a:pt x="271" y="261"/>
                      <a:pt x="271" y="261"/>
                      <a:pt x="271" y="261"/>
                    </a:cubicBezTo>
                    <a:cubicBezTo>
                      <a:pt x="358" y="25"/>
                      <a:pt x="358" y="25"/>
                      <a:pt x="358" y="25"/>
                    </a:cubicBezTo>
                    <a:cubicBezTo>
                      <a:pt x="359" y="23"/>
                      <a:pt x="359" y="20"/>
                      <a:pt x="359" y="18"/>
                    </a:cubicBezTo>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7" name="Google Shape;1927;p206"/>
              <p:cNvSpPr/>
              <p:nvPr/>
            </p:nvSpPr>
            <p:spPr>
              <a:xfrm>
                <a:off x="5497243" y="2913837"/>
                <a:ext cx="350244" cy="369279"/>
              </a:xfrm>
              <a:custGeom>
                <a:rect b="b" l="l" r="r" t="t"/>
                <a:pathLst>
                  <a:path extrusionOk="0" h="274" w="261">
                    <a:moveTo>
                      <a:pt x="223" y="41"/>
                    </a:moveTo>
                    <a:cubicBezTo>
                      <a:pt x="199" y="16"/>
                      <a:pt x="167" y="0"/>
                      <a:pt x="130" y="0"/>
                    </a:cubicBezTo>
                    <a:cubicBezTo>
                      <a:pt x="94" y="0"/>
                      <a:pt x="62" y="16"/>
                      <a:pt x="38" y="41"/>
                    </a:cubicBezTo>
                    <a:cubicBezTo>
                      <a:pt x="15" y="66"/>
                      <a:pt x="0" y="100"/>
                      <a:pt x="0" y="137"/>
                    </a:cubicBezTo>
                    <a:cubicBezTo>
                      <a:pt x="0" y="174"/>
                      <a:pt x="15" y="209"/>
                      <a:pt x="38" y="234"/>
                    </a:cubicBezTo>
                    <a:cubicBezTo>
                      <a:pt x="62" y="259"/>
                      <a:pt x="94" y="274"/>
                      <a:pt x="130" y="274"/>
                    </a:cubicBezTo>
                    <a:cubicBezTo>
                      <a:pt x="167" y="274"/>
                      <a:pt x="199" y="259"/>
                      <a:pt x="223" y="234"/>
                    </a:cubicBezTo>
                    <a:cubicBezTo>
                      <a:pt x="246" y="209"/>
                      <a:pt x="261" y="174"/>
                      <a:pt x="261" y="137"/>
                    </a:cubicBezTo>
                    <a:cubicBezTo>
                      <a:pt x="261" y="100"/>
                      <a:pt x="246" y="66"/>
                      <a:pt x="223" y="41"/>
                    </a:cubicBezTo>
                    <a:moveTo>
                      <a:pt x="196" y="208"/>
                    </a:moveTo>
                    <a:cubicBezTo>
                      <a:pt x="179" y="226"/>
                      <a:pt x="155"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5"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grpSp>
      <p:sp>
        <p:nvSpPr>
          <p:cNvPr id="1928" name="Google Shape;1928;p206"/>
          <p:cNvSpPr txBox="1"/>
          <p:nvPr/>
        </p:nvSpPr>
        <p:spPr>
          <a:xfrm>
            <a:off x="3755525" y="2662075"/>
            <a:ext cx="1534200" cy="346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1800" cap="none">
                <a:solidFill>
                  <a:srgbClr val="558DA9"/>
                </a:solidFill>
                <a:latin typeface="Arial"/>
                <a:ea typeface="Arial"/>
                <a:cs typeface="Arial"/>
                <a:sym typeface="Arial"/>
              </a:rPr>
              <a:t>THANK YOU</a:t>
            </a:r>
            <a:endParaRPr sz="1100">
              <a:solidFill>
                <a:srgbClr val="558DA9"/>
              </a:solidFill>
            </a:endParaRPr>
          </a:p>
        </p:txBody>
      </p:sp>
      <p:sp>
        <p:nvSpPr>
          <p:cNvPr id="1929" name="Google Shape;1929;p206"/>
          <p:cNvSpPr/>
          <p:nvPr/>
        </p:nvSpPr>
        <p:spPr>
          <a:xfrm>
            <a:off x="4115009" y="3036749"/>
            <a:ext cx="139574" cy="113509"/>
          </a:xfrm>
          <a:custGeom>
            <a:rect b="b" l="l" r="r" t="t"/>
            <a:pathLst>
              <a:path extrusionOk="0" h="764" w="94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0" name="Google Shape;1930;p206"/>
          <p:cNvSpPr/>
          <p:nvPr/>
        </p:nvSpPr>
        <p:spPr>
          <a:xfrm>
            <a:off x="4365370" y="3032915"/>
            <a:ext cx="29138" cy="121174"/>
          </a:xfrm>
          <a:custGeom>
            <a:rect b="b" l="l" r="r" t="t"/>
            <a:pathLst>
              <a:path extrusionOk="0" h="978" w="235">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1" name="Google Shape;1931;p206"/>
          <p:cNvSpPr/>
          <p:nvPr/>
        </p:nvSpPr>
        <p:spPr>
          <a:xfrm>
            <a:off x="4408307" y="3071229"/>
            <a:ext cx="78378" cy="82861"/>
          </a:xfrm>
          <a:custGeom>
            <a:rect b="b" l="l" r="r" t="t"/>
            <a:pathLst>
              <a:path extrusionOk="0" h="669" w="633">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2" name="Google Shape;1932;p206"/>
          <p:cNvSpPr/>
          <p:nvPr/>
        </p:nvSpPr>
        <p:spPr>
          <a:xfrm>
            <a:off x="4597472" y="3054338"/>
            <a:ext cx="128559" cy="90081"/>
          </a:xfrm>
          <a:custGeom>
            <a:rect b="b" l="l" r="r" t="t"/>
            <a:pathLst>
              <a:path extrusionOk="0" h="340" w="486">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3" name="Google Shape;1933;p206"/>
          <p:cNvSpPr/>
          <p:nvPr/>
        </p:nvSpPr>
        <p:spPr>
          <a:xfrm>
            <a:off x="4836821" y="3039650"/>
            <a:ext cx="107633" cy="107704"/>
          </a:xfrm>
          <a:custGeom>
            <a:rect b="b" l="l" r="r" t="t"/>
            <a:pathLst>
              <a:path extrusionOk="0" h="4096" w="4096">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4" name="Google Shape;1934;p206"/>
          <p:cNvSpPr/>
          <p:nvPr/>
        </p:nvSpPr>
        <p:spPr>
          <a:xfrm>
            <a:off x="1" y="2332566"/>
            <a:ext cx="2007296" cy="2812205"/>
          </a:xfrm>
          <a:custGeom>
            <a:rect b="b" l="l" r="r" t="t"/>
            <a:pathLst>
              <a:path extrusionOk="0" h="3946954" w="2817257">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5" name="Google Shape;1935;p206"/>
          <p:cNvSpPr/>
          <p:nvPr/>
        </p:nvSpPr>
        <p:spPr>
          <a:xfrm rot="-5400000">
            <a:off x="5962841" y="1958194"/>
            <a:ext cx="2338578" cy="4032033"/>
          </a:xfrm>
          <a:custGeom>
            <a:rect b="b" l="l" r="r" t="t"/>
            <a:pathLst>
              <a:path extrusionOk="0" h="5780692" w="3352800">
                <a:moveTo>
                  <a:pt x="3352800" y="5780692"/>
                </a:moveTo>
                <a:lnTo>
                  <a:pt x="0" y="5780692"/>
                </a:lnTo>
                <a:lnTo>
                  <a:pt x="0" y="0"/>
                </a:lnTo>
                <a:close/>
              </a:path>
            </a:pathLst>
          </a:custGeom>
          <a:solidFill>
            <a:srgbClr val="66757A">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6" name="Google Shape;1936;p206"/>
          <p:cNvSpPr/>
          <p:nvPr/>
        </p:nvSpPr>
        <p:spPr>
          <a:xfrm>
            <a:off x="6501074" y="369735"/>
            <a:ext cx="2642925" cy="3907100"/>
          </a:xfrm>
          <a:custGeom>
            <a:rect b="b" l="l" r="r" t="t"/>
            <a:pathLst>
              <a:path extrusionOk="0" h="10000" w="1000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7" name="Google Shape;1937;p206"/>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Computing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1">
  <p:cSld name="Multi-use layout_10">
    <p:spTree>
      <p:nvGrpSpPr>
        <p:cNvPr id="1938" name="Shape 1938"/>
        <p:cNvGrpSpPr/>
        <p:nvPr/>
      </p:nvGrpSpPr>
      <p:grpSpPr>
        <a:xfrm>
          <a:off x="0" y="0"/>
          <a:ext cx="0" cy="0"/>
          <a:chOff x="0" y="0"/>
          <a:chExt cx="0" cy="0"/>
        </a:xfrm>
      </p:grpSpPr>
      <p:sp>
        <p:nvSpPr>
          <p:cNvPr id="1939" name="Google Shape;1939;p20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40" name="Google Shape;1940;p20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41" name="Google Shape;1941;p207"/>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942" name="Google Shape;1942;p207"/>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Font typeface="Arial"/>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943" name="Google Shape;1943;p20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0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1945" name="Google Shape;1945;p20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946" name="Shape 1946"/>
        <p:cNvGrpSpPr/>
        <p:nvPr/>
      </p:nvGrpSpPr>
      <p:grpSpPr>
        <a:xfrm>
          <a:off x="0" y="0"/>
          <a:ext cx="0" cy="0"/>
          <a:chOff x="0" y="0"/>
          <a:chExt cx="0" cy="0"/>
        </a:xfrm>
      </p:grpSpPr>
      <p:sp>
        <p:nvSpPr>
          <p:cNvPr id="1947" name="Google Shape;1947;p208"/>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08"/>
          <p:cNvSpPr txBox="1"/>
          <p:nvPr>
            <p:ph idx="1" type="body"/>
          </p:nvPr>
        </p:nvSpPr>
        <p:spPr>
          <a:xfrm>
            <a:off x="365750" y="228600"/>
            <a:ext cx="2376600" cy="685800"/>
          </a:xfrm>
          <a:prstGeom prst="rect">
            <a:avLst/>
          </a:prstGeom>
          <a:noFill/>
          <a:ln>
            <a:noFill/>
          </a:ln>
        </p:spPr>
        <p:txBody>
          <a:bodyPr anchorCtr="0" anchor="t" bIns="91425" lIns="91425" spcFirstLastPara="1" rIns="91425" wrap="square" tIns="91425">
            <a:noAutofit/>
          </a:bodyPr>
          <a:lstStyle>
            <a:lvl1pPr indent="-228600" lvl="0" marL="457200">
              <a:lnSpc>
                <a:spcPct val="100000"/>
              </a:lnSpc>
              <a:spcBef>
                <a:spcPts val="0"/>
              </a:spcBef>
              <a:spcAft>
                <a:spcPts val="0"/>
              </a:spcAft>
              <a:buClr>
                <a:srgbClr val="FFFFFF"/>
              </a:buClr>
              <a:buSzPts val="2600"/>
              <a:buNone/>
              <a:defRPr b="1" i="0" sz="2600" cap="none">
                <a:solidFill>
                  <a:srgbClr val="FFFFFF"/>
                </a:solidFill>
              </a:defRPr>
            </a:lvl1pPr>
            <a:lvl2pPr indent="-304800" lvl="1" marL="914400">
              <a:lnSpc>
                <a:spcPct val="105000"/>
              </a:lnSpc>
              <a:spcBef>
                <a:spcPts val="0"/>
              </a:spcBef>
              <a:spcAft>
                <a:spcPts val="0"/>
              </a:spcAft>
              <a:buClr>
                <a:srgbClr val="FFFFFF"/>
              </a:buClr>
              <a:buSzPts val="1200"/>
              <a:buChar char="•"/>
              <a:defRPr b="1">
                <a:solidFill>
                  <a:srgbClr val="FFFFFF"/>
                </a:solidFill>
              </a:defRPr>
            </a:lvl2pPr>
            <a:lvl3pPr indent="-342900" lvl="2" marL="1371600">
              <a:lnSpc>
                <a:spcPct val="105000"/>
              </a:lnSpc>
              <a:spcBef>
                <a:spcPts val="0"/>
              </a:spcBef>
              <a:spcAft>
                <a:spcPts val="0"/>
              </a:spcAft>
              <a:buClr>
                <a:srgbClr val="FFFFFF"/>
              </a:buClr>
              <a:buSzPts val="1800"/>
              <a:buChar char="•"/>
              <a:defRPr b="1" sz="1800">
                <a:solidFill>
                  <a:srgbClr val="FFFFFF"/>
                </a:solidFill>
              </a:defRPr>
            </a:lvl3pPr>
            <a:lvl4pPr indent="-304800" lvl="3" marL="1828800">
              <a:lnSpc>
                <a:spcPct val="105000"/>
              </a:lnSpc>
              <a:spcBef>
                <a:spcPts val="0"/>
              </a:spcBef>
              <a:spcAft>
                <a:spcPts val="0"/>
              </a:spcAft>
              <a:buClr>
                <a:srgbClr val="FFFFFF"/>
              </a:buClr>
              <a:buSzPts val="1200"/>
              <a:buChar char="•"/>
              <a:defRPr b="1">
                <a:solidFill>
                  <a:srgbClr val="FFFFFF"/>
                </a:solidFill>
              </a:defRPr>
            </a:lvl4pPr>
            <a:lvl5pPr indent="-304800" lvl="4" marL="2286000">
              <a:lnSpc>
                <a:spcPct val="105000"/>
              </a:lnSpc>
              <a:spcBef>
                <a:spcPts val="0"/>
              </a:spcBef>
              <a:spcAft>
                <a:spcPts val="0"/>
              </a:spcAft>
              <a:buClr>
                <a:srgbClr val="FFFFFF"/>
              </a:buClr>
              <a:buSzPts val="1200"/>
              <a:buChar char="•"/>
              <a:defRPr b="1">
                <a:solidFill>
                  <a:srgbClr val="FFFFFF"/>
                </a:solidFill>
              </a:defRPr>
            </a:lvl5pPr>
            <a:lvl6pPr indent="-317500" lvl="5" marL="2743200">
              <a:lnSpc>
                <a:spcPct val="105000"/>
              </a:lnSpc>
              <a:spcBef>
                <a:spcPts val="0"/>
              </a:spcBef>
              <a:spcAft>
                <a:spcPts val="0"/>
              </a:spcAft>
              <a:buClr>
                <a:srgbClr val="FFFFFF"/>
              </a:buClr>
              <a:buSzPts val="1400"/>
              <a:buChar char="•"/>
              <a:defRPr b="1">
                <a:solidFill>
                  <a:srgbClr val="FFFFFF"/>
                </a:solidFill>
              </a:defRPr>
            </a:lvl6pPr>
            <a:lvl7pPr indent="-317500" lvl="6" marL="3200400">
              <a:lnSpc>
                <a:spcPct val="105000"/>
              </a:lnSpc>
              <a:spcBef>
                <a:spcPts val="0"/>
              </a:spcBef>
              <a:spcAft>
                <a:spcPts val="0"/>
              </a:spcAft>
              <a:buClr>
                <a:srgbClr val="FFFFFF"/>
              </a:buClr>
              <a:buSzPts val="1400"/>
              <a:buChar char="•"/>
              <a:defRPr b="1">
                <a:solidFill>
                  <a:srgbClr val="FFFFFF"/>
                </a:solidFill>
              </a:defRPr>
            </a:lvl7pPr>
            <a:lvl8pPr indent="-317500" lvl="7" marL="3657600">
              <a:lnSpc>
                <a:spcPct val="105000"/>
              </a:lnSpc>
              <a:spcBef>
                <a:spcPts val="0"/>
              </a:spcBef>
              <a:spcAft>
                <a:spcPts val="0"/>
              </a:spcAft>
              <a:buClr>
                <a:srgbClr val="FFFFFF"/>
              </a:buClr>
              <a:buSzPts val="1400"/>
              <a:buChar char="•"/>
              <a:defRPr b="1">
                <a:solidFill>
                  <a:srgbClr val="FFFFFF"/>
                </a:solidFill>
              </a:defRPr>
            </a:lvl8pPr>
            <a:lvl9pPr indent="-317500" lvl="8" marL="4114800">
              <a:lnSpc>
                <a:spcPct val="105000"/>
              </a:lnSpc>
              <a:spcBef>
                <a:spcPts val="0"/>
              </a:spcBef>
              <a:spcAft>
                <a:spcPts val="0"/>
              </a:spcAft>
              <a:buClr>
                <a:srgbClr val="FFFFFF"/>
              </a:buClr>
              <a:buSzPts val="1400"/>
              <a:buChar char="•"/>
              <a:defRPr b="1">
                <a:solidFill>
                  <a:srgbClr val="FFFFFF"/>
                </a:solidFill>
              </a:defRPr>
            </a:lvl9pPr>
          </a:lstStyle>
          <a:p/>
        </p:txBody>
      </p:sp>
      <p:sp>
        <p:nvSpPr>
          <p:cNvPr id="1949" name="Google Shape;1949;p20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50" name="Google Shape;1950;p20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51" name="Google Shape;1951;p20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FFFFFF"/>
                </a:solidFill>
                <a:latin typeface="Arial"/>
                <a:ea typeface="Arial"/>
                <a:cs typeface="Arial"/>
                <a:sym typeface="Arial"/>
              </a:rPr>
              <a:t>© </a:t>
            </a:r>
            <a:r>
              <a:rPr lang="en" sz="600">
                <a:solidFill>
                  <a:srgbClr val="FFFFFF"/>
                </a:solidFill>
              </a:rPr>
              <a:t>2026 Sn</a:t>
            </a:r>
            <a:r>
              <a:rPr b="0" i="0" lang="en" sz="600">
                <a:solidFill>
                  <a:srgbClr val="FFFFFF"/>
                </a:solidFill>
                <a:latin typeface="Arial"/>
                <a:ea typeface="Arial"/>
                <a:cs typeface="Arial"/>
                <a:sym typeface="Arial"/>
              </a:rPr>
              <a:t>owflake Inc. All Rights Reserved</a:t>
            </a:r>
            <a:endParaRPr sz="600">
              <a:solidFill>
                <a:srgbClr val="FFFFFF"/>
              </a:solidFill>
              <a:latin typeface="Arial"/>
              <a:ea typeface="Arial"/>
              <a:cs typeface="Arial"/>
              <a:sym typeface="Arial"/>
            </a:endParaRPr>
          </a:p>
        </p:txBody>
      </p:sp>
      <p:sp>
        <p:nvSpPr>
          <p:cNvPr id="1952" name="Google Shape;1952;p208"/>
          <p:cNvSpPr txBox="1"/>
          <p:nvPr>
            <p:ph idx="2" type="body"/>
          </p:nvPr>
        </p:nvSpPr>
        <p:spPr>
          <a:xfrm>
            <a:off x="365750" y="1291650"/>
            <a:ext cx="2210400" cy="2560200"/>
          </a:xfrm>
          <a:prstGeom prst="rect">
            <a:avLst/>
          </a:prstGeom>
        </p:spPr>
        <p:txBody>
          <a:bodyPr anchorCtr="0" anchor="ctr" bIns="34275" lIns="68575" spcFirstLastPara="1" rIns="68575" wrap="square" tIns="34275">
            <a:noAutofit/>
          </a:bodyPr>
          <a:lstStyle>
            <a:lvl1pPr indent="-304800" lvl="0" marL="457200">
              <a:spcBef>
                <a:spcPts val="800"/>
              </a:spcBef>
              <a:spcAft>
                <a:spcPts val="0"/>
              </a:spcAft>
              <a:buClr>
                <a:srgbClr val="FFFFFF"/>
              </a:buClr>
              <a:buSzPts val="1200"/>
              <a:buChar char="•"/>
              <a:defRPr sz="1200">
                <a:solidFill>
                  <a:srgbClr val="FFFFFF"/>
                </a:solidFill>
              </a:defRPr>
            </a:lvl1pPr>
            <a:lvl2pPr indent="-304800" lvl="1" marL="914400">
              <a:spcBef>
                <a:spcPts val="400"/>
              </a:spcBef>
              <a:spcAft>
                <a:spcPts val="0"/>
              </a:spcAft>
              <a:buClr>
                <a:srgbClr val="FFFFFF"/>
              </a:buClr>
              <a:buSzPts val="1200"/>
              <a:buChar char="•"/>
              <a:defRPr sz="1200">
                <a:solidFill>
                  <a:srgbClr val="FFFFFF"/>
                </a:solidFill>
              </a:defRPr>
            </a:lvl2pPr>
            <a:lvl3pPr indent="-304800" lvl="2" marL="1371600">
              <a:spcBef>
                <a:spcPts val="400"/>
              </a:spcBef>
              <a:spcAft>
                <a:spcPts val="0"/>
              </a:spcAft>
              <a:buClr>
                <a:srgbClr val="FFFFFF"/>
              </a:buClr>
              <a:buSzPts val="1200"/>
              <a:buChar char="•"/>
              <a:defRPr sz="1200">
                <a:solidFill>
                  <a:srgbClr val="FFFFFF"/>
                </a:solidFill>
              </a:defRPr>
            </a:lvl3pPr>
            <a:lvl4pPr indent="-304800" lvl="3" marL="1828800">
              <a:spcBef>
                <a:spcPts val="400"/>
              </a:spcBef>
              <a:spcAft>
                <a:spcPts val="0"/>
              </a:spcAft>
              <a:buClr>
                <a:srgbClr val="FFFFFF"/>
              </a:buClr>
              <a:buSzPts val="1200"/>
              <a:buChar char="•"/>
              <a:defRPr sz="1200">
                <a:solidFill>
                  <a:srgbClr val="FFFFFF"/>
                </a:solidFill>
              </a:defRPr>
            </a:lvl4pPr>
            <a:lvl5pPr indent="-304800" lvl="4" marL="2286000">
              <a:spcBef>
                <a:spcPts val="400"/>
              </a:spcBef>
              <a:spcAft>
                <a:spcPts val="0"/>
              </a:spcAft>
              <a:buClr>
                <a:srgbClr val="FFFFFF"/>
              </a:buClr>
              <a:buSzPts val="1200"/>
              <a:buChar char="•"/>
              <a:defRPr sz="1200">
                <a:solidFill>
                  <a:srgbClr val="FFFFFF"/>
                </a:solidFill>
              </a:defRPr>
            </a:lvl5pPr>
            <a:lvl6pPr indent="-304800" lvl="5" marL="2743200">
              <a:spcBef>
                <a:spcPts val="400"/>
              </a:spcBef>
              <a:spcAft>
                <a:spcPts val="0"/>
              </a:spcAft>
              <a:buClr>
                <a:srgbClr val="FFFFFF"/>
              </a:buClr>
              <a:buSzPts val="1200"/>
              <a:buChar char="•"/>
              <a:defRPr sz="1200">
                <a:solidFill>
                  <a:srgbClr val="FFFFFF"/>
                </a:solidFill>
              </a:defRPr>
            </a:lvl6pPr>
            <a:lvl7pPr indent="-304800" lvl="6" marL="3200400">
              <a:spcBef>
                <a:spcPts val="400"/>
              </a:spcBef>
              <a:spcAft>
                <a:spcPts val="0"/>
              </a:spcAft>
              <a:buClr>
                <a:srgbClr val="FFFFFF"/>
              </a:buClr>
              <a:buSzPts val="1200"/>
              <a:buChar char="•"/>
              <a:defRPr sz="1200">
                <a:solidFill>
                  <a:srgbClr val="FFFFFF"/>
                </a:solidFill>
              </a:defRPr>
            </a:lvl7pPr>
            <a:lvl8pPr indent="-304800" lvl="7" marL="3657600">
              <a:spcBef>
                <a:spcPts val="400"/>
              </a:spcBef>
              <a:spcAft>
                <a:spcPts val="0"/>
              </a:spcAft>
              <a:buClr>
                <a:srgbClr val="FFFFFF"/>
              </a:buClr>
              <a:buSzPts val="1200"/>
              <a:buChar char="•"/>
              <a:defRPr sz="1200">
                <a:solidFill>
                  <a:srgbClr val="FFFFFF"/>
                </a:solidFill>
              </a:defRPr>
            </a:lvl8pPr>
            <a:lvl9pPr indent="-304800" lvl="8" marL="4114800">
              <a:spcBef>
                <a:spcPts val="400"/>
              </a:spcBef>
              <a:spcAft>
                <a:spcPts val="0"/>
              </a:spcAft>
              <a:buClr>
                <a:srgbClr val="FFFFFF"/>
              </a:buClr>
              <a:buSzPts val="1200"/>
              <a:buChar char="•"/>
              <a:defRPr sz="1200">
                <a:solidFill>
                  <a:srgbClr val="FFFFFF"/>
                </a:solidFill>
              </a:defRPr>
            </a:lvl9pPr>
          </a:lstStyle>
          <a:p/>
        </p:txBody>
      </p:sp>
      <p:sp>
        <p:nvSpPr>
          <p:cNvPr id="1953" name="Google Shape;1953;p20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1954" name="Shape 1954"/>
        <p:cNvGrpSpPr/>
        <p:nvPr/>
      </p:nvGrpSpPr>
      <p:grpSpPr>
        <a:xfrm>
          <a:off x="0" y="0"/>
          <a:ext cx="0" cy="0"/>
          <a:chOff x="0" y="0"/>
          <a:chExt cx="0" cy="0"/>
        </a:xfrm>
      </p:grpSpPr>
      <p:sp>
        <p:nvSpPr>
          <p:cNvPr id="1955" name="Google Shape;1955;p209"/>
          <p:cNvSpPr txBox="1"/>
          <p:nvPr>
            <p:ph type="title"/>
          </p:nvPr>
        </p:nvSpPr>
        <p:spPr>
          <a:xfrm>
            <a:off x="365750" y="228600"/>
            <a:ext cx="8321100" cy="6279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56" name="Google Shape;1956;p209"/>
          <p:cNvSpPr txBox="1"/>
          <p:nvPr>
            <p:ph idx="1" type="body"/>
          </p:nvPr>
        </p:nvSpPr>
        <p:spPr>
          <a:xfrm>
            <a:off x="365750" y="1371600"/>
            <a:ext cx="2697600" cy="3314700"/>
          </a:xfrm>
          <a:prstGeom prst="rect">
            <a:avLst/>
          </a:prstGeom>
        </p:spPr>
        <p:txBody>
          <a:bodyPr anchorCtr="0" anchor="t" bIns="34275" lIns="68575" spcFirstLastPara="1" rIns="68575" wrap="square" tIns="34275">
            <a:spAutoFit/>
          </a:bodyPr>
          <a:lstStyle>
            <a:lvl1pPr indent="-317500" lvl="0" marL="457200">
              <a:spcBef>
                <a:spcPts val="800"/>
              </a:spcBef>
              <a:spcAft>
                <a:spcPts val="0"/>
              </a:spcAft>
              <a:buSzPts val="1400"/>
              <a:buChar char="•"/>
              <a:defRPr sz="1400"/>
            </a:lvl1pPr>
            <a:lvl2pPr indent="-317500" lvl="1" marL="914400">
              <a:spcBef>
                <a:spcPts val="400"/>
              </a:spcBef>
              <a:spcAft>
                <a:spcPts val="0"/>
              </a:spcAft>
              <a:buSzPts val="1400"/>
              <a:buChar char="•"/>
              <a:defRPr sz="1400"/>
            </a:lvl2pPr>
            <a:lvl3pPr indent="-304800" lvl="2" marL="1371600">
              <a:spcBef>
                <a:spcPts val="40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1957" name="Google Shape;1957;p209"/>
          <p:cNvSpPr txBox="1"/>
          <p:nvPr>
            <p:ph idx="2" type="body"/>
          </p:nvPr>
        </p:nvSpPr>
        <p:spPr>
          <a:xfrm>
            <a:off x="3169031" y="1371600"/>
            <a:ext cx="2697600" cy="3314700"/>
          </a:xfrm>
          <a:prstGeom prst="rect">
            <a:avLst/>
          </a:prstGeom>
        </p:spPr>
        <p:txBody>
          <a:bodyPr anchorCtr="0" anchor="t" bIns="34275" lIns="68575" spcFirstLastPara="1" rIns="68575" wrap="square" tIns="34275">
            <a:spAutoFit/>
          </a:bodyPr>
          <a:lstStyle>
            <a:lvl1pPr indent="-317500" lvl="0" marL="457200">
              <a:spcBef>
                <a:spcPts val="800"/>
              </a:spcBef>
              <a:spcAft>
                <a:spcPts val="0"/>
              </a:spcAft>
              <a:buSzPts val="1400"/>
              <a:buChar char="•"/>
              <a:defRPr sz="1400"/>
            </a:lvl1pPr>
            <a:lvl2pPr indent="-317500" lvl="1" marL="914400">
              <a:spcBef>
                <a:spcPts val="400"/>
              </a:spcBef>
              <a:spcAft>
                <a:spcPts val="0"/>
              </a:spcAft>
              <a:buSzPts val="1400"/>
              <a:buChar char="•"/>
              <a:defRPr sz="1400"/>
            </a:lvl2pPr>
            <a:lvl3pPr indent="-304800" lvl="2" marL="1371600">
              <a:spcBef>
                <a:spcPts val="40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1958" name="Google Shape;1958;p209"/>
          <p:cNvSpPr txBox="1"/>
          <p:nvPr>
            <p:ph idx="3" type="body"/>
          </p:nvPr>
        </p:nvSpPr>
        <p:spPr>
          <a:xfrm>
            <a:off x="6127925" y="1371600"/>
            <a:ext cx="2697600" cy="3314700"/>
          </a:xfrm>
          <a:prstGeom prst="rect">
            <a:avLst/>
          </a:prstGeom>
        </p:spPr>
        <p:txBody>
          <a:bodyPr anchorCtr="0" anchor="t" bIns="34275" lIns="68575" spcFirstLastPara="1" rIns="68575" wrap="square" tIns="34275">
            <a:spAutoFit/>
          </a:bodyPr>
          <a:lstStyle>
            <a:lvl1pPr indent="-317500" lvl="0" marL="457200">
              <a:spcBef>
                <a:spcPts val="800"/>
              </a:spcBef>
              <a:spcAft>
                <a:spcPts val="0"/>
              </a:spcAft>
              <a:buSzPts val="1400"/>
              <a:buChar char="•"/>
              <a:defRPr sz="1400"/>
            </a:lvl1pPr>
            <a:lvl2pPr indent="-317500" lvl="1" marL="914400">
              <a:spcBef>
                <a:spcPts val="400"/>
              </a:spcBef>
              <a:spcAft>
                <a:spcPts val="0"/>
              </a:spcAft>
              <a:buSzPts val="1400"/>
              <a:buChar char="•"/>
              <a:defRPr sz="1400"/>
            </a:lvl2pPr>
            <a:lvl3pPr indent="-304800" lvl="2" marL="1371600">
              <a:spcBef>
                <a:spcPts val="40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1959" name="Google Shape;1959;p20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60" name="Google Shape;1960;p20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61" name="Google Shape;1961;p20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Inc. All Rights Reserved</a:t>
            </a:r>
            <a:endParaRPr sz="600">
              <a:solidFill>
                <a:srgbClr val="929292"/>
              </a:solidFill>
              <a:latin typeface="Arial"/>
              <a:ea typeface="Arial"/>
              <a:cs typeface="Arial"/>
              <a:sym typeface="Arial"/>
            </a:endParaRPr>
          </a:p>
        </p:txBody>
      </p:sp>
      <p:sp>
        <p:nvSpPr>
          <p:cNvPr id="1962" name="Google Shape;1962;p20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11">
    <p:spTree>
      <p:nvGrpSpPr>
        <p:cNvPr id="1963" name="Shape 1963"/>
        <p:cNvGrpSpPr/>
        <p:nvPr/>
      </p:nvGrpSpPr>
      <p:grpSpPr>
        <a:xfrm>
          <a:off x="0" y="0"/>
          <a:ext cx="0" cy="0"/>
          <a:chOff x="0" y="0"/>
          <a:chExt cx="0" cy="0"/>
        </a:xfrm>
      </p:grpSpPr>
      <p:sp>
        <p:nvSpPr>
          <p:cNvPr id="1964" name="Google Shape;1964;p21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65" name="Google Shape;1965;p21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66" name="Google Shape;1966;p210"/>
          <p:cNvSpPr txBox="1"/>
          <p:nvPr>
            <p:ph type="title"/>
          </p:nvPr>
        </p:nvSpPr>
        <p:spPr>
          <a:xfrm>
            <a:off x="367897" y="228600"/>
            <a:ext cx="8344800" cy="5487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67" name="Google Shape;1967;p21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1968" name="Google Shape;1968;p210"/>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69" name="Google Shape;1969;p21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Inc. All Rights Reserved</a:t>
            </a:r>
            <a:endParaRPr sz="600">
              <a:solidFill>
                <a:srgbClr val="929292"/>
              </a:solidFill>
              <a:latin typeface="Arial"/>
              <a:ea typeface="Arial"/>
              <a:cs typeface="Arial"/>
              <a:sym typeface="Arial"/>
            </a:endParaRPr>
          </a:p>
        </p:txBody>
      </p:sp>
      <p:sp>
        <p:nvSpPr>
          <p:cNvPr id="1970" name="Google Shape;1970;p2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4">
  <p:cSld name="One Column Layout_5">
    <p:spTree>
      <p:nvGrpSpPr>
        <p:cNvPr id="1971" name="Shape 1971"/>
        <p:cNvGrpSpPr/>
        <p:nvPr/>
      </p:nvGrpSpPr>
      <p:grpSpPr>
        <a:xfrm>
          <a:off x="0" y="0"/>
          <a:ext cx="0" cy="0"/>
          <a:chOff x="0" y="0"/>
          <a:chExt cx="0" cy="0"/>
        </a:xfrm>
      </p:grpSpPr>
      <p:sp>
        <p:nvSpPr>
          <p:cNvPr id="1972" name="Google Shape;1972;p211"/>
          <p:cNvSpPr txBox="1"/>
          <p:nvPr>
            <p:ph idx="1" type="body"/>
          </p:nvPr>
        </p:nvSpPr>
        <p:spPr>
          <a:xfrm>
            <a:off x="345195" y="992625"/>
            <a:ext cx="8453700" cy="37491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800"/>
              </a:spcBef>
              <a:spcAft>
                <a:spcPts val="0"/>
              </a:spcAft>
              <a:buClr>
                <a:srgbClr val="5B5B5B"/>
              </a:buClr>
              <a:buSzPts val="1600"/>
              <a:buNone/>
              <a:defRPr sz="1600">
                <a:solidFill>
                  <a:srgbClr val="5B5B5B"/>
                </a:solidFill>
              </a:defRPr>
            </a:lvl1pPr>
            <a:lvl2pPr indent="-342900" lvl="1" marL="914400" algn="l">
              <a:lnSpc>
                <a:spcPct val="90000"/>
              </a:lnSpc>
              <a:spcBef>
                <a:spcPts val="400"/>
              </a:spcBef>
              <a:spcAft>
                <a:spcPts val="0"/>
              </a:spcAft>
              <a:buClr>
                <a:schemeClr val="dk1"/>
              </a:buClr>
              <a:buSzPts val="1800"/>
              <a:buChar char="•"/>
              <a:defRPr/>
            </a:lvl2pPr>
            <a:lvl3pPr indent="-342900" lvl="2" marL="1371600" algn="l">
              <a:lnSpc>
                <a:spcPct val="90000"/>
              </a:lnSpc>
              <a:spcBef>
                <a:spcPts val="400"/>
              </a:spcBef>
              <a:spcAft>
                <a:spcPts val="0"/>
              </a:spcAft>
              <a:buClr>
                <a:schemeClr val="dk1"/>
              </a:buClr>
              <a:buSzPts val="1800"/>
              <a:buChar char="•"/>
              <a:defRPr/>
            </a:lvl3pPr>
            <a:lvl4pPr indent="-342900" lvl="3" marL="1828800" algn="l">
              <a:lnSpc>
                <a:spcPct val="90000"/>
              </a:lnSpc>
              <a:spcBef>
                <a:spcPts val="400"/>
              </a:spcBef>
              <a:spcAft>
                <a:spcPts val="0"/>
              </a:spcAft>
              <a:buClr>
                <a:schemeClr val="dk1"/>
              </a:buClr>
              <a:buSzPts val="1800"/>
              <a:buChar char="•"/>
              <a:defRPr/>
            </a:lvl4pPr>
            <a:lvl5pPr indent="-342900" lvl="4" marL="2286000" algn="l">
              <a:lnSpc>
                <a:spcPct val="90000"/>
              </a:lnSpc>
              <a:spcBef>
                <a:spcPts val="400"/>
              </a:spcBef>
              <a:spcAft>
                <a:spcPts val="0"/>
              </a:spcAft>
              <a:buClr>
                <a:schemeClr val="dk1"/>
              </a:buClr>
              <a:buSzPts val="1800"/>
              <a:buChar char="•"/>
              <a:defRPr/>
            </a:lvl5pPr>
            <a:lvl6pPr indent="-342900" lvl="5" marL="2743200" algn="l">
              <a:lnSpc>
                <a:spcPct val="90000"/>
              </a:lnSpc>
              <a:spcBef>
                <a:spcPts val="400"/>
              </a:spcBef>
              <a:spcAft>
                <a:spcPts val="0"/>
              </a:spcAft>
              <a:buClr>
                <a:schemeClr val="dk1"/>
              </a:buClr>
              <a:buSzPts val="1800"/>
              <a:buChar char="•"/>
              <a:defRPr/>
            </a:lvl6pPr>
            <a:lvl7pPr indent="-342900" lvl="6" marL="3200400" algn="l">
              <a:lnSpc>
                <a:spcPct val="90000"/>
              </a:lnSpc>
              <a:spcBef>
                <a:spcPts val="400"/>
              </a:spcBef>
              <a:spcAft>
                <a:spcPts val="0"/>
              </a:spcAft>
              <a:buClr>
                <a:schemeClr val="dk1"/>
              </a:buClr>
              <a:buSzPts val="1800"/>
              <a:buChar char="•"/>
              <a:defRPr/>
            </a:lvl7pPr>
            <a:lvl8pPr indent="-342900" lvl="7" marL="3657600" algn="l">
              <a:lnSpc>
                <a:spcPct val="90000"/>
              </a:lnSpc>
              <a:spcBef>
                <a:spcPts val="400"/>
              </a:spcBef>
              <a:spcAft>
                <a:spcPts val="0"/>
              </a:spcAft>
              <a:buClr>
                <a:schemeClr val="dk1"/>
              </a:buClr>
              <a:buSzPts val="1800"/>
              <a:buChar char="•"/>
              <a:defRPr/>
            </a:lvl8pPr>
            <a:lvl9pPr indent="-342900" lvl="8" marL="4114800" algn="l">
              <a:lnSpc>
                <a:spcPct val="90000"/>
              </a:lnSpc>
              <a:spcBef>
                <a:spcPts val="400"/>
              </a:spcBef>
              <a:spcAft>
                <a:spcPts val="0"/>
              </a:spcAft>
              <a:buClr>
                <a:schemeClr val="dk1"/>
              </a:buClr>
              <a:buSzPts val="1800"/>
              <a:buChar char="•"/>
              <a:defRPr/>
            </a:lvl9pPr>
          </a:lstStyle>
          <a:p/>
        </p:txBody>
      </p:sp>
      <p:sp>
        <p:nvSpPr>
          <p:cNvPr id="1973" name="Google Shape;1973;p211"/>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vl2pPr>
            <a:lvl3pPr indent="-342900" lvl="2" marL="1371600" algn="l">
              <a:lnSpc>
                <a:spcPct val="90000"/>
              </a:lnSpc>
              <a:spcBef>
                <a:spcPts val="400"/>
              </a:spcBef>
              <a:spcAft>
                <a:spcPts val="0"/>
              </a:spcAft>
              <a:buClr>
                <a:schemeClr val="dk1"/>
              </a:buClr>
              <a:buSzPts val="1800"/>
              <a:buChar char="•"/>
              <a:defRPr/>
            </a:lvl3pPr>
            <a:lvl4pPr indent="-342900" lvl="3" marL="1828800" algn="l">
              <a:lnSpc>
                <a:spcPct val="90000"/>
              </a:lnSpc>
              <a:spcBef>
                <a:spcPts val="400"/>
              </a:spcBef>
              <a:spcAft>
                <a:spcPts val="0"/>
              </a:spcAft>
              <a:buClr>
                <a:schemeClr val="dk1"/>
              </a:buClr>
              <a:buSzPts val="1800"/>
              <a:buChar char="•"/>
              <a:defRPr/>
            </a:lvl4pPr>
            <a:lvl5pPr indent="-342900" lvl="4" marL="2286000" algn="l">
              <a:lnSpc>
                <a:spcPct val="90000"/>
              </a:lnSpc>
              <a:spcBef>
                <a:spcPts val="400"/>
              </a:spcBef>
              <a:spcAft>
                <a:spcPts val="0"/>
              </a:spcAft>
              <a:buClr>
                <a:schemeClr val="dk1"/>
              </a:buClr>
              <a:buSzPts val="1800"/>
              <a:buChar char="•"/>
              <a:defRPr/>
            </a:lvl5pPr>
            <a:lvl6pPr indent="-342900" lvl="5" marL="2743200" algn="l">
              <a:lnSpc>
                <a:spcPct val="90000"/>
              </a:lnSpc>
              <a:spcBef>
                <a:spcPts val="400"/>
              </a:spcBef>
              <a:spcAft>
                <a:spcPts val="0"/>
              </a:spcAft>
              <a:buClr>
                <a:schemeClr val="dk1"/>
              </a:buClr>
              <a:buSzPts val="1800"/>
              <a:buChar char="•"/>
              <a:defRPr/>
            </a:lvl6pPr>
            <a:lvl7pPr indent="-342900" lvl="6" marL="3200400" algn="l">
              <a:lnSpc>
                <a:spcPct val="90000"/>
              </a:lnSpc>
              <a:spcBef>
                <a:spcPts val="400"/>
              </a:spcBef>
              <a:spcAft>
                <a:spcPts val="0"/>
              </a:spcAft>
              <a:buClr>
                <a:schemeClr val="dk1"/>
              </a:buClr>
              <a:buSzPts val="1800"/>
              <a:buChar char="•"/>
              <a:defRPr/>
            </a:lvl7pPr>
            <a:lvl8pPr indent="-342900" lvl="7" marL="3657600" algn="l">
              <a:lnSpc>
                <a:spcPct val="90000"/>
              </a:lnSpc>
              <a:spcBef>
                <a:spcPts val="400"/>
              </a:spcBef>
              <a:spcAft>
                <a:spcPts val="0"/>
              </a:spcAft>
              <a:buClr>
                <a:schemeClr val="dk1"/>
              </a:buClr>
              <a:buSzPts val="1800"/>
              <a:buChar char="•"/>
              <a:defRPr/>
            </a:lvl8pPr>
            <a:lvl9pPr indent="-342900" lvl="8" marL="4114800" algn="l">
              <a:lnSpc>
                <a:spcPct val="90000"/>
              </a:lnSpc>
              <a:spcBef>
                <a:spcPts val="400"/>
              </a:spcBef>
              <a:spcAft>
                <a:spcPts val="0"/>
              </a:spcAft>
              <a:buClr>
                <a:schemeClr val="dk1"/>
              </a:buClr>
              <a:buSzPts val="1800"/>
              <a:buChar char="•"/>
              <a:defRPr/>
            </a:lvl9pPr>
          </a:lstStyle>
          <a:p/>
        </p:txBody>
      </p:sp>
      <p:sp>
        <p:nvSpPr>
          <p:cNvPr id="1974" name="Google Shape;1974;p21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75" name="Google Shape;1975;p211"/>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a:t>
            </a:r>
            <a:r>
              <a:rPr lang="en" sz="600">
                <a:solidFill>
                  <a:srgbClr val="929292"/>
                </a:solidFill>
              </a:rPr>
              <a:t>2026 Sn</a:t>
            </a:r>
            <a:r>
              <a:rPr b="0" i="0" lang="en" sz="600" u="none" cap="none" strike="noStrike">
                <a:solidFill>
                  <a:srgbClr val="929292"/>
                </a:solidFill>
                <a:latin typeface="Arial"/>
                <a:ea typeface="Arial"/>
                <a:cs typeface="Arial"/>
                <a:sym typeface="Arial"/>
              </a:rPr>
              <a:t>owflake Inc. All Rights Reserved</a:t>
            </a:r>
            <a:endParaRPr b="0" i="0" sz="600" u="none" cap="none" strike="noStrike">
              <a:solidFill>
                <a:srgbClr val="929292"/>
              </a:solidFill>
              <a:latin typeface="Arial"/>
              <a:ea typeface="Arial"/>
              <a:cs typeface="Arial"/>
              <a:sym typeface="Arial"/>
            </a:endParaRPr>
          </a:p>
        </p:txBody>
      </p:sp>
      <p:sp>
        <p:nvSpPr>
          <p:cNvPr id="1976" name="Google Shape;1976;p211"/>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2">
  <p:cSld name="Multi-use layout_1">
    <p:spTree>
      <p:nvGrpSpPr>
        <p:cNvPr id="1977" name="Shape 1977"/>
        <p:cNvGrpSpPr/>
        <p:nvPr/>
      </p:nvGrpSpPr>
      <p:grpSpPr>
        <a:xfrm>
          <a:off x="0" y="0"/>
          <a:ext cx="0" cy="0"/>
          <a:chOff x="0" y="0"/>
          <a:chExt cx="0" cy="0"/>
        </a:xfrm>
      </p:grpSpPr>
      <p:sp>
        <p:nvSpPr>
          <p:cNvPr id="1978" name="Google Shape;1978;p2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79" name="Google Shape;1979;p2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80" name="Google Shape;1980;p212"/>
          <p:cNvSpPr txBox="1"/>
          <p:nvPr>
            <p:ph type="title"/>
          </p:nvPr>
        </p:nvSpPr>
        <p:spPr>
          <a:xfrm>
            <a:off x="367897" y="228600"/>
            <a:ext cx="8344800" cy="5487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81" name="Google Shape;1981;p21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1982" name="Google Shape;1982;p21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83" name="Google Shape;1983;p2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Inc. All Rights Reserved</a:t>
            </a:r>
            <a:endParaRPr sz="600">
              <a:solidFill>
                <a:srgbClr val="929292"/>
              </a:solidFill>
              <a:latin typeface="Arial"/>
              <a:ea typeface="Arial"/>
              <a:cs typeface="Arial"/>
              <a:sym typeface="Arial"/>
            </a:endParaRPr>
          </a:p>
        </p:txBody>
      </p:sp>
      <p:sp>
        <p:nvSpPr>
          <p:cNvPr id="1984" name="Google Shape;1984;p2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1">
  <p:cSld name="One Column Layout_6">
    <p:spTree>
      <p:nvGrpSpPr>
        <p:cNvPr id="1985" name="Shape 1985"/>
        <p:cNvGrpSpPr/>
        <p:nvPr/>
      </p:nvGrpSpPr>
      <p:grpSpPr>
        <a:xfrm>
          <a:off x="0" y="0"/>
          <a:ext cx="0" cy="0"/>
          <a:chOff x="0" y="0"/>
          <a:chExt cx="0" cy="0"/>
        </a:xfrm>
      </p:grpSpPr>
      <p:sp>
        <p:nvSpPr>
          <p:cNvPr id="1986" name="Google Shape;1986;p213"/>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4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87" name="Google Shape;1987;p213"/>
          <p:cNvSpPr txBox="1"/>
          <p:nvPr>
            <p:ph type="title"/>
          </p:nvPr>
        </p:nvSpPr>
        <p:spPr>
          <a:xfrm>
            <a:off x="365750" y="228600"/>
            <a:ext cx="8321100" cy="6279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88" name="Google Shape;1988;p2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89" name="Google Shape;1989;p2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90" name="Google Shape;1990;p2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Inc. All Rights Reserved</a:t>
            </a:r>
            <a:endParaRPr sz="600">
              <a:solidFill>
                <a:srgbClr val="929292"/>
              </a:solidFill>
              <a:latin typeface="Arial"/>
              <a:ea typeface="Arial"/>
              <a:cs typeface="Arial"/>
              <a:sym typeface="Arial"/>
            </a:endParaRPr>
          </a:p>
        </p:txBody>
      </p:sp>
      <p:sp>
        <p:nvSpPr>
          <p:cNvPr id="1991" name="Google Shape;1991;p213"/>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1992" name="Google Shape;1992;p2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2">
  <p:cSld name="One Column Layout_7">
    <p:spTree>
      <p:nvGrpSpPr>
        <p:cNvPr id="1993" name="Shape 1993"/>
        <p:cNvGrpSpPr/>
        <p:nvPr/>
      </p:nvGrpSpPr>
      <p:grpSpPr>
        <a:xfrm>
          <a:off x="0" y="0"/>
          <a:ext cx="0" cy="0"/>
          <a:chOff x="0" y="0"/>
          <a:chExt cx="0" cy="0"/>
        </a:xfrm>
      </p:grpSpPr>
      <p:sp>
        <p:nvSpPr>
          <p:cNvPr id="1994" name="Google Shape;1994;p214"/>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4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95" name="Google Shape;1995;p214"/>
          <p:cNvSpPr txBox="1"/>
          <p:nvPr>
            <p:ph type="title"/>
          </p:nvPr>
        </p:nvSpPr>
        <p:spPr>
          <a:xfrm>
            <a:off x="365750" y="228600"/>
            <a:ext cx="8321100" cy="6279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96" name="Google Shape;1996;p2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97" name="Google Shape;1997;p2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98" name="Google Shape;1998;p2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Inc. All Rights Reserved</a:t>
            </a:r>
            <a:endParaRPr sz="600">
              <a:solidFill>
                <a:srgbClr val="929292"/>
              </a:solidFill>
              <a:latin typeface="Arial"/>
              <a:ea typeface="Arial"/>
              <a:cs typeface="Arial"/>
              <a:sym typeface="Arial"/>
            </a:endParaRPr>
          </a:p>
        </p:txBody>
      </p:sp>
      <p:sp>
        <p:nvSpPr>
          <p:cNvPr id="1999" name="Google Shape;1999;p214"/>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00" name="Google Shape;2000;p21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3">
  <p:cSld name="One Column Layout_8">
    <p:spTree>
      <p:nvGrpSpPr>
        <p:cNvPr id="2001" name="Shape 2001"/>
        <p:cNvGrpSpPr/>
        <p:nvPr/>
      </p:nvGrpSpPr>
      <p:grpSpPr>
        <a:xfrm>
          <a:off x="0" y="0"/>
          <a:ext cx="0" cy="0"/>
          <a:chOff x="0" y="0"/>
          <a:chExt cx="0" cy="0"/>
        </a:xfrm>
      </p:grpSpPr>
      <p:sp>
        <p:nvSpPr>
          <p:cNvPr id="2002" name="Google Shape;2002;p215"/>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4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03" name="Google Shape;2003;p215"/>
          <p:cNvSpPr txBox="1"/>
          <p:nvPr>
            <p:ph type="title"/>
          </p:nvPr>
        </p:nvSpPr>
        <p:spPr>
          <a:xfrm>
            <a:off x="365750" y="228600"/>
            <a:ext cx="8321100" cy="6279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04" name="Google Shape;2004;p21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05" name="Google Shape;2005;p21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06" name="Google Shape;2006;p21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 Sn</a:t>
            </a:r>
            <a:r>
              <a:rPr b="0" i="0" lang="en" sz="600">
                <a:solidFill>
                  <a:srgbClr val="929292"/>
                </a:solidFill>
                <a:latin typeface="Arial"/>
                <a:ea typeface="Arial"/>
                <a:cs typeface="Arial"/>
                <a:sym typeface="Arial"/>
              </a:rPr>
              <a:t>owflake Inc. All Rights Reserved</a:t>
            </a:r>
            <a:endParaRPr sz="600">
              <a:solidFill>
                <a:srgbClr val="929292"/>
              </a:solidFill>
              <a:latin typeface="Arial"/>
              <a:ea typeface="Arial"/>
              <a:cs typeface="Arial"/>
              <a:sym typeface="Arial"/>
            </a:endParaRPr>
          </a:p>
        </p:txBody>
      </p:sp>
      <p:sp>
        <p:nvSpPr>
          <p:cNvPr id="2007" name="Google Shape;2007;p215"/>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08" name="Google Shape;2008;p21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1 1">
  <p:cSld name="One Column Layout_2">
    <p:spTree>
      <p:nvGrpSpPr>
        <p:cNvPr id="2009" name="Shape 2009"/>
        <p:cNvGrpSpPr/>
        <p:nvPr/>
      </p:nvGrpSpPr>
      <p:grpSpPr>
        <a:xfrm>
          <a:off x="0" y="0"/>
          <a:ext cx="0" cy="0"/>
          <a:chOff x="0" y="0"/>
          <a:chExt cx="0" cy="0"/>
        </a:xfrm>
      </p:grpSpPr>
      <p:sp>
        <p:nvSpPr>
          <p:cNvPr id="2010" name="Google Shape;2010;p216"/>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800"/>
              </a:spcBef>
              <a:spcAft>
                <a:spcPts val="0"/>
              </a:spcAft>
              <a:buClr>
                <a:srgbClr val="5B5B5B"/>
              </a:buClr>
              <a:buSzPts val="1600"/>
              <a:buNone/>
              <a:defRPr sz="1600">
                <a:solidFill>
                  <a:srgbClr val="5B5B5B"/>
                </a:solidFil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2011" name="Google Shape;2011;p216"/>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1000"/>
              </a:spcBef>
              <a:spcAft>
                <a:spcPts val="0"/>
              </a:spcAft>
              <a:buClr>
                <a:schemeClr val="dk1"/>
              </a:buClr>
              <a:buSzPts val="1800"/>
              <a:buChar char="•"/>
              <a:defRPr/>
            </a:lvl2pPr>
            <a:lvl3pPr indent="-342900" lvl="2" marL="1371600" algn="l">
              <a:lnSpc>
                <a:spcPct val="90000"/>
              </a:lnSpc>
              <a:spcBef>
                <a:spcPts val="1000"/>
              </a:spcBef>
              <a:spcAft>
                <a:spcPts val="0"/>
              </a:spcAft>
              <a:buClr>
                <a:schemeClr val="dk1"/>
              </a:buClr>
              <a:buSzPts val="1800"/>
              <a:buChar char="•"/>
              <a:defRPr/>
            </a:lvl3pPr>
            <a:lvl4pPr indent="-342900" lvl="3" marL="1828800" algn="l">
              <a:lnSpc>
                <a:spcPct val="90000"/>
              </a:lnSpc>
              <a:spcBef>
                <a:spcPts val="1000"/>
              </a:spcBef>
              <a:spcAft>
                <a:spcPts val="0"/>
              </a:spcAft>
              <a:buClr>
                <a:schemeClr val="dk1"/>
              </a:buClr>
              <a:buSzPts val="1800"/>
              <a:buChar char="•"/>
              <a:defRPr/>
            </a:lvl4pPr>
            <a:lvl5pPr indent="-342900" lvl="4" marL="2286000" algn="l">
              <a:lnSpc>
                <a:spcPct val="90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
        <p:nvSpPr>
          <p:cNvPr id="2012" name="Google Shape;2012;p216"/>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
        <p:nvSpPr>
          <p:cNvPr id="2013" name="Google Shape;2013;p216"/>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14" name="Google Shape;2014;p21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2015" name="Shape 2015"/>
        <p:cNvGrpSpPr/>
        <p:nvPr/>
      </p:nvGrpSpPr>
      <p:grpSpPr>
        <a:xfrm>
          <a:off x="0" y="0"/>
          <a:ext cx="0" cy="0"/>
          <a:chOff x="0" y="0"/>
          <a:chExt cx="0" cy="0"/>
        </a:xfrm>
      </p:grpSpPr>
      <p:pic>
        <p:nvPicPr>
          <p:cNvPr id="2016" name="Google Shape;2016;p217"/>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2017" name="Google Shape;2017;p21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18" name="Google Shape;2018;p21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19" name="Google Shape;2019;p217"/>
          <p:cNvSpPr txBox="1"/>
          <p:nvPr>
            <p:ph type="title"/>
          </p:nvPr>
        </p:nvSpPr>
        <p:spPr>
          <a:xfrm>
            <a:off x="367900" y="274323"/>
            <a:ext cx="8344800" cy="3657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20" name="Google Shape;2020;p21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21" name="Google Shape;2021;p21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22" name="Google Shape;2022;p21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23" name="Google Shape;2023;p21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2024" name="Shape 2024"/>
        <p:cNvGrpSpPr/>
        <p:nvPr/>
      </p:nvGrpSpPr>
      <p:grpSpPr>
        <a:xfrm>
          <a:off x="0" y="0"/>
          <a:ext cx="0" cy="0"/>
          <a:chOff x="0" y="0"/>
          <a:chExt cx="0" cy="0"/>
        </a:xfrm>
      </p:grpSpPr>
      <p:grpSp>
        <p:nvGrpSpPr>
          <p:cNvPr id="2025" name="Google Shape;2025;p218"/>
          <p:cNvGrpSpPr/>
          <p:nvPr/>
        </p:nvGrpSpPr>
        <p:grpSpPr>
          <a:xfrm>
            <a:off x="-10" y="3770441"/>
            <a:ext cx="9143997" cy="1371564"/>
            <a:chOff x="-10" y="3735321"/>
            <a:chExt cx="9139427" cy="1408177"/>
          </a:xfrm>
        </p:grpSpPr>
        <p:pic>
          <p:nvPicPr>
            <p:cNvPr id="2026" name="Google Shape;2026;p218"/>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2027" name="Google Shape;2027;p218"/>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2028" name="Google Shape;2028;p218"/>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2029" name="Google Shape;2029;p218"/>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2030" name="Google Shape;2030;p218"/>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2031" name="Google Shape;2031;p218"/>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_2">
    <p:spTree>
      <p:nvGrpSpPr>
        <p:cNvPr id="2032" name="Shape 2032"/>
        <p:cNvGrpSpPr/>
        <p:nvPr/>
      </p:nvGrpSpPr>
      <p:grpSpPr>
        <a:xfrm>
          <a:off x="0" y="0"/>
          <a:ext cx="0" cy="0"/>
          <a:chOff x="0" y="0"/>
          <a:chExt cx="0" cy="0"/>
        </a:xfrm>
      </p:grpSpPr>
      <p:sp>
        <p:nvSpPr>
          <p:cNvPr id="2033" name="Google Shape;2033;p219"/>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219"/>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5000"/>
              </a:lnSpc>
              <a:spcBef>
                <a:spcPts val="0"/>
              </a:spcBef>
              <a:spcAft>
                <a:spcPts val="0"/>
              </a:spcAft>
              <a:buClr>
                <a:schemeClr val="dk1"/>
              </a:buClr>
              <a:buSzPts val="2600"/>
              <a:buNone/>
              <a:defRPr b="1" i="0" sz="2600" cap="none">
                <a:solidFill>
                  <a:schemeClr val="dk1"/>
                </a:solidFill>
              </a:defRPr>
            </a:lvl1pPr>
            <a:lvl2pPr indent="-342900" lvl="1" marL="914400" algn="l">
              <a:lnSpc>
                <a:spcPct val="105000"/>
              </a:lnSpc>
              <a:spcBef>
                <a:spcPts val="1000"/>
              </a:spcBef>
              <a:spcAft>
                <a:spcPts val="0"/>
              </a:spcAft>
              <a:buClr>
                <a:schemeClr val="dk1"/>
              </a:buClr>
              <a:buSzPts val="1800"/>
              <a:buChar char="•"/>
              <a:defRPr b="1"/>
            </a:lvl2pPr>
            <a:lvl3pPr indent="-342900" lvl="2" marL="1371600" algn="l">
              <a:lnSpc>
                <a:spcPct val="105000"/>
              </a:lnSpc>
              <a:spcBef>
                <a:spcPts val="1000"/>
              </a:spcBef>
              <a:spcAft>
                <a:spcPts val="0"/>
              </a:spcAft>
              <a:buClr>
                <a:schemeClr val="dk1"/>
              </a:buClr>
              <a:buSzPts val="1800"/>
              <a:buChar char="•"/>
              <a:defRPr b="1" sz="1800"/>
            </a:lvl3pPr>
            <a:lvl4pPr indent="-317500" lvl="3" marL="1828800" algn="l">
              <a:lnSpc>
                <a:spcPct val="105000"/>
              </a:lnSpc>
              <a:spcBef>
                <a:spcPts val="1000"/>
              </a:spcBef>
              <a:spcAft>
                <a:spcPts val="0"/>
              </a:spcAft>
              <a:buClr>
                <a:schemeClr val="dk1"/>
              </a:buClr>
              <a:buSzPts val="1400"/>
              <a:buChar char="•"/>
              <a:defRPr b="1"/>
            </a:lvl4pPr>
            <a:lvl5pPr indent="-317500" lvl="4" marL="2286000" algn="l">
              <a:lnSpc>
                <a:spcPct val="105000"/>
              </a:lnSpc>
              <a:spcBef>
                <a:spcPts val="1000"/>
              </a:spcBef>
              <a:spcAft>
                <a:spcPts val="0"/>
              </a:spcAft>
              <a:buClr>
                <a:schemeClr val="dk1"/>
              </a:buClr>
              <a:buSzPts val="1400"/>
              <a:buChar char="•"/>
              <a:defRPr b="1"/>
            </a:lvl5pPr>
            <a:lvl6pPr indent="-317500" lvl="5" marL="2743200" algn="l">
              <a:lnSpc>
                <a:spcPct val="105000"/>
              </a:lnSpc>
              <a:spcBef>
                <a:spcPts val="1000"/>
              </a:spcBef>
              <a:spcAft>
                <a:spcPts val="0"/>
              </a:spcAft>
              <a:buClr>
                <a:schemeClr val="dk1"/>
              </a:buClr>
              <a:buSzPts val="1400"/>
              <a:buChar char="•"/>
              <a:defRPr b="1"/>
            </a:lvl6pPr>
            <a:lvl7pPr indent="-317500" lvl="6" marL="3200400" algn="l">
              <a:lnSpc>
                <a:spcPct val="105000"/>
              </a:lnSpc>
              <a:spcBef>
                <a:spcPts val="1000"/>
              </a:spcBef>
              <a:spcAft>
                <a:spcPts val="0"/>
              </a:spcAft>
              <a:buClr>
                <a:schemeClr val="dk1"/>
              </a:buClr>
              <a:buSzPts val="1400"/>
              <a:buChar char="•"/>
              <a:defRPr b="1"/>
            </a:lvl7pPr>
            <a:lvl8pPr indent="-317500" lvl="7" marL="3657600" algn="l">
              <a:lnSpc>
                <a:spcPct val="105000"/>
              </a:lnSpc>
              <a:spcBef>
                <a:spcPts val="1000"/>
              </a:spcBef>
              <a:spcAft>
                <a:spcPts val="0"/>
              </a:spcAft>
              <a:buClr>
                <a:schemeClr val="dk1"/>
              </a:buClr>
              <a:buSzPts val="1400"/>
              <a:buChar char="•"/>
              <a:defRPr b="1"/>
            </a:lvl8pPr>
            <a:lvl9pPr indent="-317500" lvl="8" marL="4114800" algn="l">
              <a:lnSpc>
                <a:spcPct val="105000"/>
              </a:lnSpc>
              <a:spcBef>
                <a:spcPts val="1000"/>
              </a:spcBef>
              <a:spcAft>
                <a:spcPts val="1000"/>
              </a:spcAft>
              <a:buClr>
                <a:schemeClr val="dk1"/>
              </a:buClr>
              <a:buSzPts val="1400"/>
              <a:buChar char="•"/>
              <a:defRPr b="1"/>
            </a:lvl9pPr>
          </a:lstStyle>
          <a:p/>
        </p:txBody>
      </p:sp>
      <p:sp>
        <p:nvSpPr>
          <p:cNvPr id="2035" name="Google Shape;2035;p2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36" name="Google Shape;2036;p21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037" name="Google Shape;2037;p21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2038" name="Google Shape;2038;p219"/>
          <p:cNvSpPr txBox="1"/>
          <p:nvPr>
            <p:ph idx="2" type="body"/>
          </p:nvPr>
        </p:nvSpPr>
        <p:spPr>
          <a:xfrm>
            <a:off x="2961200" y="914400"/>
            <a:ext cx="5725500" cy="3771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solidFill>
                  <a:srgbClr val="FFFFFF"/>
                </a:solidFill>
              </a:defRPr>
            </a:lvl1pPr>
            <a:lvl2pPr indent="-342900" lvl="1" marL="914400" algn="l">
              <a:lnSpc>
                <a:spcPct val="115000"/>
              </a:lnSpc>
              <a:spcBef>
                <a:spcPts val="1000"/>
              </a:spcBef>
              <a:spcAft>
                <a:spcPts val="0"/>
              </a:spcAft>
              <a:buSzPts val="1800"/>
              <a:buChar char="•"/>
              <a:defRPr>
                <a:solidFill>
                  <a:srgbClr val="FFFFFF"/>
                </a:solidFill>
              </a:defRPr>
            </a:lvl2pPr>
            <a:lvl3pPr indent="-317500" lvl="2" marL="1371600" algn="l">
              <a:lnSpc>
                <a:spcPct val="115000"/>
              </a:lnSpc>
              <a:spcBef>
                <a:spcPts val="1000"/>
              </a:spcBef>
              <a:spcAft>
                <a:spcPts val="0"/>
              </a:spcAft>
              <a:buSzPts val="1400"/>
              <a:buChar char="•"/>
              <a:defRPr>
                <a:solidFill>
                  <a:srgbClr val="FFFFFF"/>
                </a:solidFill>
              </a:defRPr>
            </a:lvl3pPr>
            <a:lvl4pPr indent="-317500" lvl="3" marL="1828800" algn="l">
              <a:lnSpc>
                <a:spcPct val="115000"/>
              </a:lnSpc>
              <a:spcBef>
                <a:spcPts val="1000"/>
              </a:spcBef>
              <a:spcAft>
                <a:spcPts val="0"/>
              </a:spcAft>
              <a:buSzPts val="1400"/>
              <a:buChar char="•"/>
              <a:defRPr>
                <a:solidFill>
                  <a:srgbClr val="FFFFFF"/>
                </a:solidFill>
              </a:defRPr>
            </a:lvl4pPr>
            <a:lvl5pPr indent="-317500" lvl="4" marL="2286000" algn="l">
              <a:lnSpc>
                <a:spcPct val="115000"/>
              </a:lnSpc>
              <a:spcBef>
                <a:spcPts val="1000"/>
              </a:spcBef>
              <a:spcAft>
                <a:spcPts val="0"/>
              </a:spcAft>
              <a:buSzPts val="1400"/>
              <a:buChar char="•"/>
              <a:defRPr>
                <a:solidFill>
                  <a:srgbClr val="FFFFFF"/>
                </a:solidFill>
              </a:defRPr>
            </a:lvl5pPr>
            <a:lvl6pPr indent="-317500" lvl="5" marL="2743200" algn="l">
              <a:lnSpc>
                <a:spcPct val="115000"/>
              </a:lnSpc>
              <a:spcBef>
                <a:spcPts val="1000"/>
              </a:spcBef>
              <a:spcAft>
                <a:spcPts val="0"/>
              </a:spcAft>
              <a:buSzPts val="1400"/>
              <a:buChar char="•"/>
              <a:defRPr>
                <a:solidFill>
                  <a:srgbClr val="FFFFFF"/>
                </a:solidFill>
              </a:defRPr>
            </a:lvl6pPr>
            <a:lvl7pPr indent="-317500" lvl="6" marL="3200400" algn="l">
              <a:lnSpc>
                <a:spcPct val="115000"/>
              </a:lnSpc>
              <a:spcBef>
                <a:spcPts val="1000"/>
              </a:spcBef>
              <a:spcAft>
                <a:spcPts val="0"/>
              </a:spcAft>
              <a:buSzPts val="1400"/>
              <a:buChar char="•"/>
              <a:defRPr>
                <a:solidFill>
                  <a:srgbClr val="FFFFFF"/>
                </a:solidFill>
              </a:defRPr>
            </a:lvl7pPr>
            <a:lvl8pPr indent="-317500" lvl="7" marL="3657600" algn="l">
              <a:lnSpc>
                <a:spcPct val="115000"/>
              </a:lnSpc>
              <a:spcBef>
                <a:spcPts val="1000"/>
              </a:spcBef>
              <a:spcAft>
                <a:spcPts val="0"/>
              </a:spcAft>
              <a:buSzPts val="1400"/>
              <a:buChar char="•"/>
              <a:defRPr>
                <a:solidFill>
                  <a:srgbClr val="FFFFFF"/>
                </a:solidFill>
              </a:defRPr>
            </a:lvl8pPr>
            <a:lvl9pPr indent="-317500" lvl="8" marL="4114800" algn="l">
              <a:lnSpc>
                <a:spcPct val="115000"/>
              </a:lnSpc>
              <a:spcBef>
                <a:spcPts val="1000"/>
              </a:spcBef>
              <a:spcAft>
                <a:spcPts val="1000"/>
              </a:spcAft>
              <a:buSzPts val="1400"/>
              <a:buChar char="•"/>
              <a:defRPr>
                <a:solidFill>
                  <a:srgbClr val="FFFFFF"/>
                </a:solidFill>
              </a:defRPr>
            </a:lvl9pPr>
          </a:lstStyle>
          <a:p/>
        </p:txBody>
      </p:sp>
      <p:sp>
        <p:nvSpPr>
          <p:cNvPr id="2039" name="Google Shape;2039;p219"/>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9800"/>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2040" name="Google Shape;2040;p219"/>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98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2041" name="Google Shape;2041;p219"/>
          <p:cNvSpPr/>
          <p:nvPr/>
        </p:nvSpPr>
        <p:spPr>
          <a:xfrm>
            <a:off x="7399725" y="563789"/>
            <a:ext cx="1744266" cy="2497649"/>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98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12">
    <p:spTree>
      <p:nvGrpSpPr>
        <p:cNvPr id="2042" name="Shape 2042"/>
        <p:cNvGrpSpPr/>
        <p:nvPr/>
      </p:nvGrpSpPr>
      <p:grpSpPr>
        <a:xfrm>
          <a:off x="0" y="0"/>
          <a:ext cx="0" cy="0"/>
          <a:chOff x="0" y="0"/>
          <a:chExt cx="0" cy="0"/>
        </a:xfrm>
      </p:grpSpPr>
      <p:sp>
        <p:nvSpPr>
          <p:cNvPr id="2043" name="Google Shape;2043;p22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44" name="Google Shape;2044;p2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45" name="Google Shape;2045;p22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46" name="Google Shape;2046;p220"/>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47" name="Google Shape;2047;p22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48" name="Google Shape;2048;p22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20"/>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lvl1pPr lvl="0">
              <a:lnSpc>
                <a:spcPct val="85000"/>
              </a:lnSpc>
              <a:spcBef>
                <a:spcPts val="0"/>
              </a:spcBef>
              <a:spcAft>
                <a:spcPts val="0"/>
              </a:spcAft>
              <a:buSzPts val="3300"/>
              <a:buNone/>
              <a:defRPr/>
            </a:lvl1pPr>
            <a:lvl2pPr lvl="1">
              <a:lnSpc>
                <a:spcPct val="85000"/>
              </a:lnSpc>
              <a:spcBef>
                <a:spcPts val="0"/>
              </a:spcBef>
              <a:spcAft>
                <a:spcPts val="0"/>
              </a:spcAft>
              <a:buSzPts val="1100"/>
              <a:buNone/>
              <a:defRPr/>
            </a:lvl2pPr>
            <a:lvl3pPr lvl="2">
              <a:lnSpc>
                <a:spcPct val="85000"/>
              </a:lnSpc>
              <a:spcBef>
                <a:spcPts val="0"/>
              </a:spcBef>
              <a:spcAft>
                <a:spcPts val="0"/>
              </a:spcAft>
              <a:buSzPts val="1100"/>
              <a:buNone/>
              <a:defRPr/>
            </a:lvl3pPr>
            <a:lvl4pPr lvl="3">
              <a:lnSpc>
                <a:spcPct val="85000"/>
              </a:lnSpc>
              <a:spcBef>
                <a:spcPts val="0"/>
              </a:spcBef>
              <a:spcAft>
                <a:spcPts val="0"/>
              </a:spcAft>
              <a:buSzPts val="1100"/>
              <a:buNone/>
              <a:defRPr/>
            </a:lvl4pPr>
            <a:lvl5pPr lvl="4">
              <a:lnSpc>
                <a:spcPct val="85000"/>
              </a:lnSpc>
              <a:spcBef>
                <a:spcPts val="0"/>
              </a:spcBef>
              <a:spcAft>
                <a:spcPts val="0"/>
              </a:spcAft>
              <a:buSzPts val="1100"/>
              <a:buNone/>
              <a:defRPr/>
            </a:lvl5pPr>
            <a:lvl6pPr lvl="5">
              <a:lnSpc>
                <a:spcPct val="85000"/>
              </a:lnSpc>
              <a:spcBef>
                <a:spcPts val="0"/>
              </a:spcBef>
              <a:spcAft>
                <a:spcPts val="0"/>
              </a:spcAft>
              <a:buSzPts val="1100"/>
              <a:buNone/>
              <a:defRPr/>
            </a:lvl6pPr>
            <a:lvl7pPr lvl="6">
              <a:lnSpc>
                <a:spcPct val="85000"/>
              </a:lnSpc>
              <a:spcBef>
                <a:spcPts val="0"/>
              </a:spcBef>
              <a:spcAft>
                <a:spcPts val="0"/>
              </a:spcAft>
              <a:buSzPts val="1100"/>
              <a:buNone/>
              <a:defRPr/>
            </a:lvl7pPr>
            <a:lvl8pPr lvl="7">
              <a:lnSpc>
                <a:spcPct val="85000"/>
              </a:lnSpc>
              <a:spcBef>
                <a:spcPts val="0"/>
              </a:spcBef>
              <a:spcAft>
                <a:spcPts val="0"/>
              </a:spcAft>
              <a:buSzPts val="1100"/>
              <a:buNone/>
              <a:defRPr/>
            </a:lvl8pPr>
            <a:lvl9pPr lvl="8">
              <a:lnSpc>
                <a:spcPct val="85000"/>
              </a:lnSpc>
              <a:spcBef>
                <a:spcPts val="0"/>
              </a:spcBef>
              <a:spcAft>
                <a:spcPts val="0"/>
              </a:spcAft>
              <a:buSzPts val="1100"/>
              <a:buNone/>
              <a:defRPr/>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5">
  <p:cSld name="One Column Layout_9">
    <p:spTree>
      <p:nvGrpSpPr>
        <p:cNvPr id="2050" name="Shape 2050"/>
        <p:cNvGrpSpPr/>
        <p:nvPr/>
      </p:nvGrpSpPr>
      <p:grpSpPr>
        <a:xfrm>
          <a:off x="0" y="0"/>
          <a:ext cx="0" cy="0"/>
          <a:chOff x="0" y="0"/>
          <a:chExt cx="0" cy="0"/>
        </a:xfrm>
      </p:grpSpPr>
      <p:sp>
        <p:nvSpPr>
          <p:cNvPr id="2051" name="Google Shape;2051;p221"/>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4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52" name="Google Shape;2052;p221"/>
          <p:cNvSpPr txBox="1"/>
          <p:nvPr>
            <p:ph type="title"/>
          </p:nvPr>
        </p:nvSpPr>
        <p:spPr>
          <a:xfrm>
            <a:off x="365750" y="274323"/>
            <a:ext cx="8321100" cy="3657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53" name="Google Shape;2053;p22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54" name="Google Shape;2054;p2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55" name="Google Shape;2055;p22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56" name="Google Shape;2056;p221"/>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57" name="Google Shape;2057;p22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_2">
    <p:spTree>
      <p:nvGrpSpPr>
        <p:cNvPr id="2058" name="Shape 2058"/>
        <p:cNvGrpSpPr/>
        <p:nvPr/>
      </p:nvGrpSpPr>
      <p:grpSpPr>
        <a:xfrm>
          <a:off x="0" y="0"/>
          <a:ext cx="0" cy="0"/>
          <a:chOff x="0" y="0"/>
          <a:chExt cx="0" cy="0"/>
        </a:xfrm>
      </p:grpSpPr>
      <p:sp>
        <p:nvSpPr>
          <p:cNvPr id="2059" name="Google Shape;2059;p222"/>
          <p:cNvSpPr txBox="1"/>
          <p:nvPr>
            <p:ph type="title"/>
          </p:nvPr>
        </p:nvSpPr>
        <p:spPr>
          <a:xfrm>
            <a:off x="365750" y="274323"/>
            <a:ext cx="8348400" cy="365700"/>
          </a:xfrm>
          <a:prstGeom prst="rect">
            <a:avLst/>
          </a:prstGeom>
        </p:spPr>
        <p:txBody>
          <a:bodyPr anchorCtr="0" anchor="t" bIns="34275" lIns="68575" spcFirstLastPara="1" rIns="68575" wrap="square" tIns="34275">
            <a:noAutofit/>
          </a:bodyPr>
          <a:lstStyle>
            <a:lvl1pPr lvl="0">
              <a:spcBef>
                <a:spcPts val="0"/>
              </a:spcBef>
              <a:spcAft>
                <a:spcPts val="0"/>
              </a:spcAft>
              <a:buSzPts val="3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60" name="Google Shape;2060;p222"/>
          <p:cNvSpPr txBox="1"/>
          <p:nvPr>
            <p:ph idx="1" type="body"/>
          </p:nvPr>
        </p:nvSpPr>
        <p:spPr>
          <a:xfrm>
            <a:off x="365750" y="1371600"/>
            <a:ext cx="4160400" cy="3314700"/>
          </a:xfrm>
          <a:prstGeom prst="rect">
            <a:avLst/>
          </a:prstGeom>
        </p:spPr>
        <p:txBody>
          <a:bodyPr anchorCtr="0" anchor="t" bIns="34275" lIns="68575" spcFirstLastPara="1" rIns="68575" wrap="square" tIns="34275">
            <a:noAutofit/>
          </a:bodyPr>
          <a:lstStyle>
            <a:lvl1pPr indent="-317500" lvl="0" marL="457200">
              <a:spcBef>
                <a:spcPts val="800"/>
              </a:spcBef>
              <a:spcAft>
                <a:spcPts val="0"/>
              </a:spcAft>
              <a:buSzPts val="1400"/>
              <a:buChar char="•"/>
              <a:defRPr/>
            </a:lvl1pPr>
            <a:lvl2pPr indent="-304800" lvl="1" marL="914400">
              <a:spcBef>
                <a:spcPts val="400"/>
              </a:spcBef>
              <a:spcAft>
                <a:spcPts val="0"/>
              </a:spcAft>
              <a:buSzPts val="1200"/>
              <a:buChar char="•"/>
              <a:defRPr/>
            </a:lvl2pPr>
            <a:lvl3pPr indent="-304800" lvl="2" marL="1371600">
              <a:spcBef>
                <a:spcPts val="400"/>
              </a:spcBef>
              <a:spcAft>
                <a:spcPts val="0"/>
              </a:spcAft>
              <a:buSzPts val="1200"/>
              <a:buChar char="•"/>
              <a:defRPr/>
            </a:lvl3pPr>
            <a:lvl4pPr indent="-304800" lvl="3" marL="1828800">
              <a:spcBef>
                <a:spcPts val="400"/>
              </a:spcBef>
              <a:spcAft>
                <a:spcPts val="0"/>
              </a:spcAft>
              <a:buSzPts val="1200"/>
              <a:buChar char="•"/>
              <a:defRPr/>
            </a:lvl4pPr>
            <a:lvl5pPr indent="-304800" lvl="4" marL="2286000">
              <a:spcBef>
                <a:spcPts val="400"/>
              </a:spcBef>
              <a:spcAft>
                <a:spcPts val="0"/>
              </a:spcAft>
              <a:buSzPts val="12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061" name="Google Shape;2061;p222"/>
          <p:cNvSpPr txBox="1"/>
          <p:nvPr>
            <p:ph idx="2" type="body"/>
          </p:nvPr>
        </p:nvSpPr>
        <p:spPr>
          <a:xfrm>
            <a:off x="4617721" y="1371600"/>
            <a:ext cx="4160400" cy="3314700"/>
          </a:xfrm>
          <a:prstGeom prst="rect">
            <a:avLst/>
          </a:prstGeom>
        </p:spPr>
        <p:txBody>
          <a:bodyPr anchorCtr="0" anchor="t" bIns="34275" lIns="68575" spcFirstLastPara="1" rIns="68575" wrap="square" tIns="34275">
            <a:noAutofit/>
          </a:bodyPr>
          <a:lstStyle>
            <a:lvl1pPr indent="-317500" lvl="0" marL="457200">
              <a:spcBef>
                <a:spcPts val="800"/>
              </a:spcBef>
              <a:spcAft>
                <a:spcPts val="0"/>
              </a:spcAft>
              <a:buSzPts val="1400"/>
              <a:buChar char="•"/>
              <a:defRPr/>
            </a:lvl1pPr>
            <a:lvl2pPr indent="-304800" lvl="1" marL="914400">
              <a:spcBef>
                <a:spcPts val="400"/>
              </a:spcBef>
              <a:spcAft>
                <a:spcPts val="0"/>
              </a:spcAft>
              <a:buSzPts val="1200"/>
              <a:buChar char="•"/>
              <a:defRPr/>
            </a:lvl2pPr>
            <a:lvl3pPr indent="-304800" lvl="2" marL="1371600">
              <a:spcBef>
                <a:spcPts val="400"/>
              </a:spcBef>
              <a:spcAft>
                <a:spcPts val="0"/>
              </a:spcAft>
              <a:buSzPts val="1200"/>
              <a:buChar char="•"/>
              <a:defRPr/>
            </a:lvl3pPr>
            <a:lvl4pPr indent="-304800" lvl="3" marL="1828800">
              <a:spcBef>
                <a:spcPts val="400"/>
              </a:spcBef>
              <a:spcAft>
                <a:spcPts val="0"/>
              </a:spcAft>
              <a:buSzPts val="1200"/>
              <a:buChar char="•"/>
              <a:defRPr/>
            </a:lvl4pPr>
            <a:lvl5pPr indent="-304800" lvl="4" marL="2286000">
              <a:spcBef>
                <a:spcPts val="400"/>
              </a:spcBef>
              <a:spcAft>
                <a:spcPts val="0"/>
              </a:spcAft>
              <a:buSzPts val="12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062" name="Google Shape;2062;p22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63" name="Google Shape;2063;p2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64" name="Google Shape;2064;p22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65" name="Google Shape;2065;p222"/>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66" name="Google Shape;2066;p22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p:cSld name="Multi-use layout_13">
    <p:spTree>
      <p:nvGrpSpPr>
        <p:cNvPr id="2067" name="Shape 2067"/>
        <p:cNvGrpSpPr/>
        <p:nvPr/>
      </p:nvGrpSpPr>
      <p:grpSpPr>
        <a:xfrm>
          <a:off x="0" y="0"/>
          <a:ext cx="0" cy="0"/>
          <a:chOff x="0" y="0"/>
          <a:chExt cx="0" cy="0"/>
        </a:xfrm>
      </p:grpSpPr>
      <p:sp>
        <p:nvSpPr>
          <p:cNvPr id="2068" name="Google Shape;2068;p22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69" name="Google Shape;2069;p2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70" name="Google Shape;2070;p223"/>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71" name="Google Shape;2071;p22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72" name="Google Shape;2072;p22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73" name="Google Shape;2073;p22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23"/>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lvl1pPr lvl="0">
              <a:lnSpc>
                <a:spcPct val="85000"/>
              </a:lnSpc>
              <a:spcBef>
                <a:spcPts val="0"/>
              </a:spcBef>
              <a:spcAft>
                <a:spcPts val="0"/>
              </a:spcAft>
              <a:buSzPts val="3300"/>
              <a:buNone/>
              <a:defRPr/>
            </a:lvl1pPr>
            <a:lvl2pPr lvl="1">
              <a:lnSpc>
                <a:spcPct val="85000"/>
              </a:lnSpc>
              <a:spcBef>
                <a:spcPts val="0"/>
              </a:spcBef>
              <a:spcAft>
                <a:spcPts val="0"/>
              </a:spcAft>
              <a:buSzPts val="1100"/>
              <a:buNone/>
              <a:defRPr/>
            </a:lvl2pPr>
            <a:lvl3pPr lvl="2">
              <a:lnSpc>
                <a:spcPct val="85000"/>
              </a:lnSpc>
              <a:spcBef>
                <a:spcPts val="0"/>
              </a:spcBef>
              <a:spcAft>
                <a:spcPts val="0"/>
              </a:spcAft>
              <a:buSzPts val="1100"/>
              <a:buNone/>
              <a:defRPr/>
            </a:lvl3pPr>
            <a:lvl4pPr lvl="3">
              <a:lnSpc>
                <a:spcPct val="85000"/>
              </a:lnSpc>
              <a:spcBef>
                <a:spcPts val="0"/>
              </a:spcBef>
              <a:spcAft>
                <a:spcPts val="0"/>
              </a:spcAft>
              <a:buSzPts val="1100"/>
              <a:buNone/>
              <a:defRPr/>
            </a:lvl4pPr>
            <a:lvl5pPr lvl="4">
              <a:lnSpc>
                <a:spcPct val="85000"/>
              </a:lnSpc>
              <a:spcBef>
                <a:spcPts val="0"/>
              </a:spcBef>
              <a:spcAft>
                <a:spcPts val="0"/>
              </a:spcAft>
              <a:buSzPts val="1100"/>
              <a:buNone/>
              <a:defRPr/>
            </a:lvl5pPr>
            <a:lvl6pPr lvl="5">
              <a:lnSpc>
                <a:spcPct val="85000"/>
              </a:lnSpc>
              <a:spcBef>
                <a:spcPts val="0"/>
              </a:spcBef>
              <a:spcAft>
                <a:spcPts val="0"/>
              </a:spcAft>
              <a:buSzPts val="1100"/>
              <a:buNone/>
              <a:defRPr/>
            </a:lvl6pPr>
            <a:lvl7pPr lvl="6">
              <a:lnSpc>
                <a:spcPct val="85000"/>
              </a:lnSpc>
              <a:spcBef>
                <a:spcPts val="0"/>
              </a:spcBef>
              <a:spcAft>
                <a:spcPts val="0"/>
              </a:spcAft>
              <a:buSzPts val="1100"/>
              <a:buNone/>
              <a:defRPr/>
            </a:lvl7pPr>
            <a:lvl8pPr lvl="7">
              <a:lnSpc>
                <a:spcPct val="85000"/>
              </a:lnSpc>
              <a:spcBef>
                <a:spcPts val="0"/>
              </a:spcBef>
              <a:spcAft>
                <a:spcPts val="0"/>
              </a:spcAft>
              <a:buSzPts val="1100"/>
              <a:buNone/>
              <a:defRPr/>
            </a:lvl8pPr>
            <a:lvl9pPr lvl="8">
              <a:lnSpc>
                <a:spcPct val="85000"/>
              </a:lnSpc>
              <a:spcBef>
                <a:spcPts val="0"/>
              </a:spcBef>
              <a:spcAft>
                <a:spcPts val="0"/>
              </a:spcAft>
              <a:buSzPts val="1100"/>
              <a:buNone/>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4">
  <p:cSld name="Multi-use layout_14">
    <p:spTree>
      <p:nvGrpSpPr>
        <p:cNvPr id="2075" name="Shape 2075"/>
        <p:cNvGrpSpPr/>
        <p:nvPr/>
      </p:nvGrpSpPr>
      <p:grpSpPr>
        <a:xfrm>
          <a:off x="0" y="0"/>
          <a:ext cx="0" cy="0"/>
          <a:chOff x="0" y="0"/>
          <a:chExt cx="0" cy="0"/>
        </a:xfrm>
      </p:grpSpPr>
      <p:sp>
        <p:nvSpPr>
          <p:cNvPr id="2076" name="Google Shape;2076;p22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77" name="Google Shape;2077;p2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78" name="Google Shape;2078;p22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79" name="Google Shape;2079;p22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80" name="Google Shape;2080;p22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81" name="Google Shape;2081;p22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24"/>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lvl1pPr lvl="0">
              <a:lnSpc>
                <a:spcPct val="85000"/>
              </a:lnSpc>
              <a:spcBef>
                <a:spcPts val="0"/>
              </a:spcBef>
              <a:spcAft>
                <a:spcPts val="0"/>
              </a:spcAft>
              <a:buSzPts val="3300"/>
              <a:buNone/>
              <a:defRPr/>
            </a:lvl1pPr>
            <a:lvl2pPr lvl="1">
              <a:lnSpc>
                <a:spcPct val="85000"/>
              </a:lnSpc>
              <a:spcBef>
                <a:spcPts val="0"/>
              </a:spcBef>
              <a:spcAft>
                <a:spcPts val="0"/>
              </a:spcAft>
              <a:buSzPts val="1100"/>
              <a:buNone/>
              <a:defRPr/>
            </a:lvl2pPr>
            <a:lvl3pPr lvl="2">
              <a:lnSpc>
                <a:spcPct val="85000"/>
              </a:lnSpc>
              <a:spcBef>
                <a:spcPts val="0"/>
              </a:spcBef>
              <a:spcAft>
                <a:spcPts val="0"/>
              </a:spcAft>
              <a:buSzPts val="1100"/>
              <a:buNone/>
              <a:defRPr/>
            </a:lvl3pPr>
            <a:lvl4pPr lvl="3">
              <a:lnSpc>
                <a:spcPct val="85000"/>
              </a:lnSpc>
              <a:spcBef>
                <a:spcPts val="0"/>
              </a:spcBef>
              <a:spcAft>
                <a:spcPts val="0"/>
              </a:spcAft>
              <a:buSzPts val="1100"/>
              <a:buNone/>
              <a:defRPr/>
            </a:lvl4pPr>
            <a:lvl5pPr lvl="4">
              <a:lnSpc>
                <a:spcPct val="85000"/>
              </a:lnSpc>
              <a:spcBef>
                <a:spcPts val="0"/>
              </a:spcBef>
              <a:spcAft>
                <a:spcPts val="0"/>
              </a:spcAft>
              <a:buSzPts val="1100"/>
              <a:buNone/>
              <a:defRPr/>
            </a:lvl5pPr>
            <a:lvl6pPr lvl="5">
              <a:lnSpc>
                <a:spcPct val="85000"/>
              </a:lnSpc>
              <a:spcBef>
                <a:spcPts val="0"/>
              </a:spcBef>
              <a:spcAft>
                <a:spcPts val="0"/>
              </a:spcAft>
              <a:buSzPts val="1100"/>
              <a:buNone/>
              <a:defRPr/>
            </a:lvl6pPr>
            <a:lvl7pPr lvl="6">
              <a:lnSpc>
                <a:spcPct val="85000"/>
              </a:lnSpc>
              <a:spcBef>
                <a:spcPts val="0"/>
              </a:spcBef>
              <a:spcAft>
                <a:spcPts val="0"/>
              </a:spcAft>
              <a:buSzPts val="1100"/>
              <a:buNone/>
              <a:defRPr/>
            </a:lvl7pPr>
            <a:lvl8pPr lvl="7">
              <a:lnSpc>
                <a:spcPct val="85000"/>
              </a:lnSpc>
              <a:spcBef>
                <a:spcPts val="0"/>
              </a:spcBef>
              <a:spcAft>
                <a:spcPts val="0"/>
              </a:spcAft>
              <a:buSzPts val="1100"/>
              <a:buNone/>
              <a:defRPr/>
            </a:lvl8pPr>
            <a:lvl9pPr lvl="8">
              <a:lnSpc>
                <a:spcPct val="85000"/>
              </a:lnSpc>
              <a:spcBef>
                <a:spcPts val="0"/>
              </a:spcBef>
              <a:spcAft>
                <a:spcPts val="0"/>
              </a:spcAft>
              <a:buSzPts val="1100"/>
              <a:buNone/>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5">
  <p:cSld name="Multi-use layout_15">
    <p:spTree>
      <p:nvGrpSpPr>
        <p:cNvPr id="2083" name="Shape 2083"/>
        <p:cNvGrpSpPr/>
        <p:nvPr/>
      </p:nvGrpSpPr>
      <p:grpSpPr>
        <a:xfrm>
          <a:off x="0" y="0"/>
          <a:ext cx="0" cy="0"/>
          <a:chOff x="0" y="0"/>
          <a:chExt cx="0" cy="0"/>
        </a:xfrm>
      </p:grpSpPr>
      <p:sp>
        <p:nvSpPr>
          <p:cNvPr id="2084" name="Google Shape;2084;p2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85" name="Google Shape;2085;p2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86" name="Google Shape;2086;p22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87" name="Google Shape;2087;p22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88" name="Google Shape;2088;p22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089" name="Google Shape;2089;p22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25"/>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lvl1pPr lvl="0">
              <a:lnSpc>
                <a:spcPct val="85000"/>
              </a:lnSpc>
              <a:spcBef>
                <a:spcPts val="0"/>
              </a:spcBef>
              <a:spcAft>
                <a:spcPts val="0"/>
              </a:spcAft>
              <a:buSzPts val="3300"/>
              <a:buNone/>
              <a:defRPr/>
            </a:lvl1pPr>
            <a:lvl2pPr lvl="1">
              <a:lnSpc>
                <a:spcPct val="85000"/>
              </a:lnSpc>
              <a:spcBef>
                <a:spcPts val="0"/>
              </a:spcBef>
              <a:spcAft>
                <a:spcPts val="0"/>
              </a:spcAft>
              <a:buSzPts val="1100"/>
              <a:buNone/>
              <a:defRPr/>
            </a:lvl2pPr>
            <a:lvl3pPr lvl="2">
              <a:lnSpc>
                <a:spcPct val="85000"/>
              </a:lnSpc>
              <a:spcBef>
                <a:spcPts val="0"/>
              </a:spcBef>
              <a:spcAft>
                <a:spcPts val="0"/>
              </a:spcAft>
              <a:buSzPts val="1100"/>
              <a:buNone/>
              <a:defRPr/>
            </a:lvl3pPr>
            <a:lvl4pPr lvl="3">
              <a:lnSpc>
                <a:spcPct val="85000"/>
              </a:lnSpc>
              <a:spcBef>
                <a:spcPts val="0"/>
              </a:spcBef>
              <a:spcAft>
                <a:spcPts val="0"/>
              </a:spcAft>
              <a:buSzPts val="1100"/>
              <a:buNone/>
              <a:defRPr/>
            </a:lvl4pPr>
            <a:lvl5pPr lvl="4">
              <a:lnSpc>
                <a:spcPct val="85000"/>
              </a:lnSpc>
              <a:spcBef>
                <a:spcPts val="0"/>
              </a:spcBef>
              <a:spcAft>
                <a:spcPts val="0"/>
              </a:spcAft>
              <a:buSzPts val="1100"/>
              <a:buNone/>
              <a:defRPr/>
            </a:lvl5pPr>
            <a:lvl6pPr lvl="5">
              <a:lnSpc>
                <a:spcPct val="85000"/>
              </a:lnSpc>
              <a:spcBef>
                <a:spcPts val="0"/>
              </a:spcBef>
              <a:spcAft>
                <a:spcPts val="0"/>
              </a:spcAft>
              <a:buSzPts val="1100"/>
              <a:buNone/>
              <a:defRPr/>
            </a:lvl6pPr>
            <a:lvl7pPr lvl="6">
              <a:lnSpc>
                <a:spcPct val="85000"/>
              </a:lnSpc>
              <a:spcBef>
                <a:spcPts val="0"/>
              </a:spcBef>
              <a:spcAft>
                <a:spcPts val="0"/>
              </a:spcAft>
              <a:buSzPts val="1100"/>
              <a:buNone/>
              <a:defRPr/>
            </a:lvl7pPr>
            <a:lvl8pPr lvl="7">
              <a:lnSpc>
                <a:spcPct val="85000"/>
              </a:lnSpc>
              <a:spcBef>
                <a:spcPts val="0"/>
              </a:spcBef>
              <a:spcAft>
                <a:spcPts val="0"/>
              </a:spcAft>
              <a:buSzPts val="1100"/>
              <a:buNone/>
              <a:defRPr/>
            </a:lvl8pPr>
            <a:lvl9pPr lvl="8">
              <a:lnSpc>
                <a:spcPct val="85000"/>
              </a:lnSpc>
              <a:spcBef>
                <a:spcPts val="0"/>
              </a:spcBef>
              <a:spcAft>
                <a:spcPts val="0"/>
              </a:spcAft>
              <a:buSzPts val="1100"/>
              <a:buNone/>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6">
  <p:cSld name="Multi-use layout (g3ed0f1c687a_14_0)">
    <p:spTree>
      <p:nvGrpSpPr>
        <p:cNvPr id="2091" name="Shape 2091"/>
        <p:cNvGrpSpPr/>
        <p:nvPr/>
      </p:nvGrpSpPr>
      <p:grpSpPr>
        <a:xfrm>
          <a:off x="0" y="0"/>
          <a:ext cx="0" cy="0"/>
          <a:chOff x="0" y="0"/>
          <a:chExt cx="0" cy="0"/>
        </a:xfrm>
      </p:grpSpPr>
      <p:sp>
        <p:nvSpPr>
          <p:cNvPr id="2092" name="Google Shape;2092;p2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93" name="Google Shape;2093;p226"/>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2094" name="Google Shape;2094;p226"/>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7">
  <p:cSld name="Multi-use layout_16">
    <p:spTree>
      <p:nvGrpSpPr>
        <p:cNvPr id="2095" name="Shape 2095"/>
        <p:cNvGrpSpPr/>
        <p:nvPr/>
      </p:nvGrpSpPr>
      <p:grpSpPr>
        <a:xfrm>
          <a:off x="0" y="0"/>
          <a:ext cx="0" cy="0"/>
          <a:chOff x="0" y="0"/>
          <a:chExt cx="0" cy="0"/>
        </a:xfrm>
      </p:grpSpPr>
      <p:sp>
        <p:nvSpPr>
          <p:cNvPr id="2096" name="Google Shape;2096;p2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97" name="Google Shape;2097;p2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98" name="Google Shape;2098;p22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1400"/>
              <a:buNone/>
              <a:defRPr>
                <a:solidFill>
                  <a:srgbClr val="5B5B5B"/>
                </a:solidFill>
              </a:defRPr>
            </a:lvl1pPr>
            <a:lvl2pPr lvl="1">
              <a:spcBef>
                <a:spcPts val="400"/>
              </a:spcBef>
              <a:spcAft>
                <a:spcPts val="0"/>
              </a:spcAft>
              <a:buClr>
                <a:srgbClr val="5B5B5B"/>
              </a:buClr>
              <a:buSzPts val="1200"/>
              <a:buNone/>
              <a:defRPr>
                <a:solidFill>
                  <a:srgbClr val="5B5B5B"/>
                </a:solidFill>
              </a:defRPr>
            </a:lvl2pPr>
            <a:lvl3pPr lvl="2">
              <a:spcBef>
                <a:spcPts val="400"/>
              </a:spcBef>
              <a:spcAft>
                <a:spcPts val="0"/>
              </a:spcAft>
              <a:buClr>
                <a:srgbClr val="5B5B5B"/>
              </a:buClr>
              <a:buSzPts val="1200"/>
              <a:buNone/>
              <a:defRPr>
                <a:solidFill>
                  <a:srgbClr val="5B5B5B"/>
                </a:solidFill>
              </a:defRPr>
            </a:lvl3pPr>
            <a:lvl4pPr lvl="3">
              <a:spcBef>
                <a:spcPts val="400"/>
              </a:spcBef>
              <a:spcAft>
                <a:spcPts val="0"/>
              </a:spcAft>
              <a:buClr>
                <a:srgbClr val="5B5B5B"/>
              </a:buClr>
              <a:buSzPts val="1200"/>
              <a:buNone/>
              <a:defRPr>
                <a:solidFill>
                  <a:srgbClr val="5B5B5B"/>
                </a:solidFill>
              </a:defRPr>
            </a:lvl4pPr>
            <a:lvl5pPr lvl="4">
              <a:spcBef>
                <a:spcPts val="400"/>
              </a:spcBef>
              <a:spcAft>
                <a:spcPts val="0"/>
              </a:spcAft>
              <a:buClr>
                <a:srgbClr val="5B5B5B"/>
              </a:buClr>
              <a:buSzPts val="12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2099" name="Google Shape;2099;p22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00" name="Google Shape;2100;p22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2101" name="Google Shape;2101;p22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27"/>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lvl1pPr lvl="0">
              <a:lnSpc>
                <a:spcPct val="85000"/>
              </a:lnSpc>
              <a:spcBef>
                <a:spcPts val="0"/>
              </a:spcBef>
              <a:spcAft>
                <a:spcPts val="0"/>
              </a:spcAft>
              <a:buSzPts val="3300"/>
              <a:buNone/>
              <a:defRPr/>
            </a:lvl1pPr>
            <a:lvl2pPr lvl="1">
              <a:lnSpc>
                <a:spcPct val="85000"/>
              </a:lnSpc>
              <a:spcBef>
                <a:spcPts val="0"/>
              </a:spcBef>
              <a:spcAft>
                <a:spcPts val="0"/>
              </a:spcAft>
              <a:buSzPts val="1100"/>
              <a:buNone/>
              <a:defRPr/>
            </a:lvl2pPr>
            <a:lvl3pPr lvl="2">
              <a:lnSpc>
                <a:spcPct val="85000"/>
              </a:lnSpc>
              <a:spcBef>
                <a:spcPts val="0"/>
              </a:spcBef>
              <a:spcAft>
                <a:spcPts val="0"/>
              </a:spcAft>
              <a:buSzPts val="1100"/>
              <a:buNone/>
              <a:defRPr/>
            </a:lvl3pPr>
            <a:lvl4pPr lvl="3">
              <a:lnSpc>
                <a:spcPct val="85000"/>
              </a:lnSpc>
              <a:spcBef>
                <a:spcPts val="0"/>
              </a:spcBef>
              <a:spcAft>
                <a:spcPts val="0"/>
              </a:spcAft>
              <a:buSzPts val="1100"/>
              <a:buNone/>
              <a:defRPr/>
            </a:lvl4pPr>
            <a:lvl5pPr lvl="4">
              <a:lnSpc>
                <a:spcPct val="85000"/>
              </a:lnSpc>
              <a:spcBef>
                <a:spcPts val="0"/>
              </a:spcBef>
              <a:spcAft>
                <a:spcPts val="0"/>
              </a:spcAft>
              <a:buSzPts val="1100"/>
              <a:buNone/>
              <a:defRPr/>
            </a:lvl5pPr>
            <a:lvl6pPr lvl="5">
              <a:lnSpc>
                <a:spcPct val="85000"/>
              </a:lnSpc>
              <a:spcBef>
                <a:spcPts val="0"/>
              </a:spcBef>
              <a:spcAft>
                <a:spcPts val="0"/>
              </a:spcAft>
              <a:buSzPts val="1100"/>
              <a:buNone/>
              <a:defRPr/>
            </a:lvl6pPr>
            <a:lvl7pPr lvl="6">
              <a:lnSpc>
                <a:spcPct val="85000"/>
              </a:lnSpc>
              <a:spcBef>
                <a:spcPts val="0"/>
              </a:spcBef>
              <a:spcAft>
                <a:spcPts val="0"/>
              </a:spcAft>
              <a:buSzPts val="1100"/>
              <a:buNone/>
              <a:defRPr/>
            </a:lvl7pPr>
            <a:lvl8pPr lvl="7">
              <a:lnSpc>
                <a:spcPct val="85000"/>
              </a:lnSpc>
              <a:spcBef>
                <a:spcPts val="0"/>
              </a:spcBef>
              <a:spcAft>
                <a:spcPts val="0"/>
              </a:spcAft>
              <a:buSzPts val="1100"/>
              <a:buNone/>
              <a:defRPr/>
            </a:lvl8pPr>
            <a:lvl9pPr lvl="8">
              <a:lnSpc>
                <a:spcPct val="85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theme" Target="../theme/theme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5" Type="http://schemas.openxmlformats.org/officeDocument/2006/relationships/slideLayout" Target="../slideLayouts/slideLayout84.xml"/><Relationship Id="rId6" Type="http://schemas.openxmlformats.org/officeDocument/2006/relationships/slideLayout" Target="../slideLayouts/slideLayout85.xml"/><Relationship Id="rId7" Type="http://schemas.openxmlformats.org/officeDocument/2006/relationships/slideLayout" Target="../slideLayouts/slideLayout86.xml"/><Relationship Id="rId8" Type="http://schemas.openxmlformats.org/officeDocument/2006/relationships/slideLayout" Target="../slideLayouts/slideLayout87.xml"/><Relationship Id="rId31" Type="http://schemas.openxmlformats.org/officeDocument/2006/relationships/slideLayout" Target="../slideLayouts/slideLayout110.xml"/><Relationship Id="rId30" Type="http://schemas.openxmlformats.org/officeDocument/2006/relationships/slideLayout" Target="../slideLayouts/slideLayout109.xml"/><Relationship Id="rId33" Type="http://schemas.openxmlformats.org/officeDocument/2006/relationships/theme" Target="../theme/theme2.xml"/><Relationship Id="rId32" Type="http://schemas.openxmlformats.org/officeDocument/2006/relationships/slideLayout" Target="../slideLayouts/slideLayout111.xml"/><Relationship Id="rId20" Type="http://schemas.openxmlformats.org/officeDocument/2006/relationships/slideLayout" Target="../slideLayouts/slideLayout99.xml"/><Relationship Id="rId22" Type="http://schemas.openxmlformats.org/officeDocument/2006/relationships/slideLayout" Target="../slideLayouts/slideLayout101.xml"/><Relationship Id="rId21" Type="http://schemas.openxmlformats.org/officeDocument/2006/relationships/slideLayout" Target="../slideLayouts/slideLayout100.xml"/><Relationship Id="rId24" Type="http://schemas.openxmlformats.org/officeDocument/2006/relationships/slideLayout" Target="../slideLayouts/slideLayout103.xml"/><Relationship Id="rId23" Type="http://schemas.openxmlformats.org/officeDocument/2006/relationships/slideLayout" Target="../slideLayouts/slideLayout102.xml"/><Relationship Id="rId26" Type="http://schemas.openxmlformats.org/officeDocument/2006/relationships/slideLayout" Target="../slideLayouts/slideLayout105.xml"/><Relationship Id="rId25" Type="http://schemas.openxmlformats.org/officeDocument/2006/relationships/slideLayout" Target="../slideLayouts/slideLayout104.xml"/><Relationship Id="rId28" Type="http://schemas.openxmlformats.org/officeDocument/2006/relationships/slideLayout" Target="../slideLayouts/slideLayout107.xml"/><Relationship Id="rId27" Type="http://schemas.openxmlformats.org/officeDocument/2006/relationships/slideLayout" Target="../slideLayouts/slideLayout106.xml"/><Relationship Id="rId29" Type="http://schemas.openxmlformats.org/officeDocument/2006/relationships/slideLayout" Target="../slideLayouts/slideLayout108.xml"/><Relationship Id="rId11" Type="http://schemas.openxmlformats.org/officeDocument/2006/relationships/slideLayout" Target="../slideLayouts/slideLayout90.xml"/><Relationship Id="rId10" Type="http://schemas.openxmlformats.org/officeDocument/2006/relationships/slideLayout" Target="../slideLayouts/slideLayout89.xml"/><Relationship Id="rId13" Type="http://schemas.openxmlformats.org/officeDocument/2006/relationships/slideLayout" Target="../slideLayouts/slideLayout92.xml"/><Relationship Id="rId12" Type="http://schemas.openxmlformats.org/officeDocument/2006/relationships/slideLayout" Target="../slideLayouts/slideLayout91.xml"/><Relationship Id="rId15" Type="http://schemas.openxmlformats.org/officeDocument/2006/relationships/slideLayout" Target="../slideLayouts/slideLayout94.xml"/><Relationship Id="rId14" Type="http://schemas.openxmlformats.org/officeDocument/2006/relationships/slideLayout" Target="../slideLayouts/slideLayout93.xml"/><Relationship Id="rId17" Type="http://schemas.openxmlformats.org/officeDocument/2006/relationships/slideLayout" Target="../slideLayouts/slideLayout96.xml"/><Relationship Id="rId16" Type="http://schemas.openxmlformats.org/officeDocument/2006/relationships/slideLayout" Target="../slideLayouts/slideLayout95.xml"/><Relationship Id="rId19" Type="http://schemas.openxmlformats.org/officeDocument/2006/relationships/slideLayout" Target="../slideLayouts/slideLayout98.xml"/><Relationship Id="rId18" Type="http://schemas.openxmlformats.org/officeDocument/2006/relationships/slideLayout" Target="../slideLayouts/slideLayout97.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51.xml"/><Relationship Id="rId42" Type="http://schemas.openxmlformats.org/officeDocument/2006/relationships/slideLayout" Target="../slideLayouts/slideLayout153.xml"/><Relationship Id="rId41" Type="http://schemas.openxmlformats.org/officeDocument/2006/relationships/slideLayout" Target="../slideLayouts/slideLayout152.xml"/><Relationship Id="rId44" Type="http://schemas.openxmlformats.org/officeDocument/2006/relationships/slideLayout" Target="../slideLayouts/slideLayout155.xml"/><Relationship Id="rId43" Type="http://schemas.openxmlformats.org/officeDocument/2006/relationships/slideLayout" Target="../slideLayouts/slideLayout154.xml"/><Relationship Id="rId46" Type="http://schemas.openxmlformats.org/officeDocument/2006/relationships/slideLayout" Target="../slideLayouts/slideLayout157.xml"/><Relationship Id="rId45" Type="http://schemas.openxmlformats.org/officeDocument/2006/relationships/slideLayout" Target="../slideLayouts/slideLayout156.xml"/><Relationship Id="rId1" Type="http://schemas.openxmlformats.org/officeDocument/2006/relationships/slideLayout" Target="../slideLayouts/slideLayout112.xml"/><Relationship Id="rId2" Type="http://schemas.openxmlformats.org/officeDocument/2006/relationships/slideLayout" Target="../slideLayouts/slideLayout113.xml"/><Relationship Id="rId3" Type="http://schemas.openxmlformats.org/officeDocument/2006/relationships/slideLayout" Target="../slideLayouts/slideLayout114.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47" Type="http://schemas.openxmlformats.org/officeDocument/2006/relationships/theme" Target="../theme/theme1.xml"/><Relationship Id="rId5" Type="http://schemas.openxmlformats.org/officeDocument/2006/relationships/slideLayout" Target="../slideLayouts/slideLayout116.xml"/><Relationship Id="rId6" Type="http://schemas.openxmlformats.org/officeDocument/2006/relationships/slideLayout" Target="../slideLayouts/slideLayout117.xml"/><Relationship Id="rId7" Type="http://schemas.openxmlformats.org/officeDocument/2006/relationships/slideLayout" Target="../slideLayouts/slideLayout118.xml"/><Relationship Id="rId8" Type="http://schemas.openxmlformats.org/officeDocument/2006/relationships/slideLayout" Target="../slideLayouts/slideLayout119.xml"/><Relationship Id="rId31" Type="http://schemas.openxmlformats.org/officeDocument/2006/relationships/slideLayout" Target="../slideLayouts/slideLayout142.xml"/><Relationship Id="rId30" Type="http://schemas.openxmlformats.org/officeDocument/2006/relationships/slideLayout" Target="../slideLayouts/slideLayout141.xml"/><Relationship Id="rId33" Type="http://schemas.openxmlformats.org/officeDocument/2006/relationships/slideLayout" Target="../slideLayouts/slideLayout144.xml"/><Relationship Id="rId32" Type="http://schemas.openxmlformats.org/officeDocument/2006/relationships/slideLayout" Target="../slideLayouts/slideLayout143.xml"/><Relationship Id="rId35" Type="http://schemas.openxmlformats.org/officeDocument/2006/relationships/slideLayout" Target="../slideLayouts/slideLayout146.xml"/><Relationship Id="rId34" Type="http://schemas.openxmlformats.org/officeDocument/2006/relationships/slideLayout" Target="../slideLayouts/slideLayout145.xml"/><Relationship Id="rId37" Type="http://schemas.openxmlformats.org/officeDocument/2006/relationships/slideLayout" Target="../slideLayouts/slideLayout148.xml"/><Relationship Id="rId36" Type="http://schemas.openxmlformats.org/officeDocument/2006/relationships/slideLayout" Target="../slideLayouts/slideLayout147.xml"/><Relationship Id="rId39" Type="http://schemas.openxmlformats.org/officeDocument/2006/relationships/slideLayout" Target="../slideLayouts/slideLayout150.xml"/><Relationship Id="rId38" Type="http://schemas.openxmlformats.org/officeDocument/2006/relationships/slideLayout" Target="../slideLayouts/slideLayout149.xml"/><Relationship Id="rId20" Type="http://schemas.openxmlformats.org/officeDocument/2006/relationships/slideLayout" Target="../slideLayouts/slideLayout131.xml"/><Relationship Id="rId22" Type="http://schemas.openxmlformats.org/officeDocument/2006/relationships/slideLayout" Target="../slideLayouts/slideLayout133.xml"/><Relationship Id="rId21" Type="http://schemas.openxmlformats.org/officeDocument/2006/relationships/slideLayout" Target="../slideLayouts/slideLayout132.xml"/><Relationship Id="rId24" Type="http://schemas.openxmlformats.org/officeDocument/2006/relationships/slideLayout" Target="../slideLayouts/slideLayout135.xml"/><Relationship Id="rId23" Type="http://schemas.openxmlformats.org/officeDocument/2006/relationships/slideLayout" Target="../slideLayouts/slideLayout134.xml"/><Relationship Id="rId26" Type="http://schemas.openxmlformats.org/officeDocument/2006/relationships/slideLayout" Target="../slideLayouts/slideLayout137.xml"/><Relationship Id="rId25" Type="http://schemas.openxmlformats.org/officeDocument/2006/relationships/slideLayout" Target="../slideLayouts/slideLayout136.xml"/><Relationship Id="rId28" Type="http://schemas.openxmlformats.org/officeDocument/2006/relationships/slideLayout" Target="../slideLayouts/slideLayout139.xml"/><Relationship Id="rId27" Type="http://schemas.openxmlformats.org/officeDocument/2006/relationships/slideLayout" Target="../slideLayouts/slideLayout138.xml"/><Relationship Id="rId29" Type="http://schemas.openxmlformats.org/officeDocument/2006/relationships/slideLayout" Target="../slideLayouts/slideLayout140.xml"/><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3" Type="http://schemas.openxmlformats.org/officeDocument/2006/relationships/slideLayout" Target="../slideLayouts/slideLayout124.xml"/><Relationship Id="rId12" Type="http://schemas.openxmlformats.org/officeDocument/2006/relationships/slideLayout" Target="../slideLayouts/slideLayout123.xml"/><Relationship Id="rId15" Type="http://schemas.openxmlformats.org/officeDocument/2006/relationships/slideLayout" Target="../slideLayouts/slideLayout126.xml"/><Relationship Id="rId14" Type="http://schemas.openxmlformats.org/officeDocument/2006/relationships/slideLayout" Target="../slideLayouts/slideLayout125.xml"/><Relationship Id="rId17" Type="http://schemas.openxmlformats.org/officeDocument/2006/relationships/slideLayout" Target="../slideLayouts/slideLayout128.xml"/><Relationship Id="rId16" Type="http://schemas.openxmlformats.org/officeDocument/2006/relationships/slideLayout" Target="../slideLayouts/slideLayout127.xml"/><Relationship Id="rId19" Type="http://schemas.openxmlformats.org/officeDocument/2006/relationships/slideLayout" Target="../slideLayouts/slideLayout130.xml"/><Relationship Id="rId18" Type="http://schemas.openxmlformats.org/officeDocument/2006/relationships/slideLayout" Target="../slideLayouts/slideLayout129.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8.xml"/><Relationship Id="rId2" Type="http://schemas.openxmlformats.org/officeDocument/2006/relationships/slideLayout" Target="../slideLayouts/slideLayout159.xml"/><Relationship Id="rId3" Type="http://schemas.openxmlformats.org/officeDocument/2006/relationships/slideLayout" Target="../slideLayouts/slideLayout160.xml"/><Relationship Id="rId4" Type="http://schemas.openxmlformats.org/officeDocument/2006/relationships/slideLayout" Target="../slideLayouts/slideLayout161.xml"/><Relationship Id="rId9" Type="http://schemas.openxmlformats.org/officeDocument/2006/relationships/slideLayout" Target="../slideLayouts/slideLayout166.xml"/><Relationship Id="rId5" Type="http://schemas.openxmlformats.org/officeDocument/2006/relationships/slideLayout" Target="../slideLayouts/slideLayout162.xml"/><Relationship Id="rId6" Type="http://schemas.openxmlformats.org/officeDocument/2006/relationships/slideLayout" Target="../slideLayouts/slideLayout163.xml"/><Relationship Id="rId7" Type="http://schemas.openxmlformats.org/officeDocument/2006/relationships/slideLayout" Target="../slideLayouts/slideLayout164.xml"/><Relationship Id="rId8" Type="http://schemas.openxmlformats.org/officeDocument/2006/relationships/slideLayout" Target="../slideLayouts/slideLayout165.xml"/><Relationship Id="rId31" Type="http://schemas.openxmlformats.org/officeDocument/2006/relationships/slideLayout" Target="../slideLayouts/slideLayout188.xml"/><Relationship Id="rId30" Type="http://schemas.openxmlformats.org/officeDocument/2006/relationships/slideLayout" Target="../slideLayouts/slideLayout187.xml"/><Relationship Id="rId33" Type="http://schemas.openxmlformats.org/officeDocument/2006/relationships/theme" Target="../theme/theme6.xml"/><Relationship Id="rId32" Type="http://schemas.openxmlformats.org/officeDocument/2006/relationships/slideLayout" Target="../slideLayouts/slideLayout189.xml"/><Relationship Id="rId20" Type="http://schemas.openxmlformats.org/officeDocument/2006/relationships/slideLayout" Target="../slideLayouts/slideLayout177.xml"/><Relationship Id="rId22" Type="http://schemas.openxmlformats.org/officeDocument/2006/relationships/slideLayout" Target="../slideLayouts/slideLayout179.xml"/><Relationship Id="rId21" Type="http://schemas.openxmlformats.org/officeDocument/2006/relationships/slideLayout" Target="../slideLayouts/slideLayout178.xml"/><Relationship Id="rId24" Type="http://schemas.openxmlformats.org/officeDocument/2006/relationships/slideLayout" Target="../slideLayouts/slideLayout181.xml"/><Relationship Id="rId23" Type="http://schemas.openxmlformats.org/officeDocument/2006/relationships/slideLayout" Target="../slideLayouts/slideLayout180.xml"/><Relationship Id="rId26" Type="http://schemas.openxmlformats.org/officeDocument/2006/relationships/slideLayout" Target="../slideLayouts/slideLayout183.xml"/><Relationship Id="rId25" Type="http://schemas.openxmlformats.org/officeDocument/2006/relationships/slideLayout" Target="../slideLayouts/slideLayout182.xml"/><Relationship Id="rId28" Type="http://schemas.openxmlformats.org/officeDocument/2006/relationships/slideLayout" Target="../slideLayouts/slideLayout185.xml"/><Relationship Id="rId27" Type="http://schemas.openxmlformats.org/officeDocument/2006/relationships/slideLayout" Target="../slideLayouts/slideLayout184.xml"/><Relationship Id="rId29" Type="http://schemas.openxmlformats.org/officeDocument/2006/relationships/slideLayout" Target="../slideLayouts/slideLayout186.xml"/><Relationship Id="rId11" Type="http://schemas.openxmlformats.org/officeDocument/2006/relationships/slideLayout" Target="../slideLayouts/slideLayout168.xml"/><Relationship Id="rId10" Type="http://schemas.openxmlformats.org/officeDocument/2006/relationships/slideLayout" Target="../slideLayouts/slideLayout167.xml"/><Relationship Id="rId13" Type="http://schemas.openxmlformats.org/officeDocument/2006/relationships/slideLayout" Target="../slideLayouts/slideLayout170.xml"/><Relationship Id="rId12" Type="http://schemas.openxmlformats.org/officeDocument/2006/relationships/slideLayout" Target="../slideLayouts/slideLayout169.xml"/><Relationship Id="rId15" Type="http://schemas.openxmlformats.org/officeDocument/2006/relationships/slideLayout" Target="../slideLayouts/slideLayout172.xml"/><Relationship Id="rId14" Type="http://schemas.openxmlformats.org/officeDocument/2006/relationships/slideLayout" Target="../slideLayouts/slideLayout171.xml"/><Relationship Id="rId17" Type="http://schemas.openxmlformats.org/officeDocument/2006/relationships/slideLayout" Target="../slideLayouts/slideLayout174.xml"/><Relationship Id="rId16" Type="http://schemas.openxmlformats.org/officeDocument/2006/relationships/slideLayout" Target="../slideLayouts/slideLayout173.xml"/><Relationship Id="rId19" Type="http://schemas.openxmlformats.org/officeDocument/2006/relationships/slideLayout" Target="../slideLayouts/slideLayout176.xml"/><Relationship Id="rId18" Type="http://schemas.openxmlformats.org/officeDocument/2006/relationships/slideLayout" Target="../slideLayouts/slideLayout175.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90.xml"/><Relationship Id="rId2" Type="http://schemas.openxmlformats.org/officeDocument/2006/relationships/slideLayout" Target="../slideLayouts/slideLayout191.xml"/><Relationship Id="rId3" Type="http://schemas.openxmlformats.org/officeDocument/2006/relationships/slideLayout" Target="../slideLayouts/slideLayout192.xml"/><Relationship Id="rId4" Type="http://schemas.openxmlformats.org/officeDocument/2006/relationships/slideLayout" Target="../slideLayouts/slideLayout193.xml"/><Relationship Id="rId9" Type="http://schemas.openxmlformats.org/officeDocument/2006/relationships/slideLayout" Target="../slideLayouts/slideLayout198.xml"/><Relationship Id="rId5" Type="http://schemas.openxmlformats.org/officeDocument/2006/relationships/slideLayout" Target="../slideLayouts/slideLayout194.xml"/><Relationship Id="rId6" Type="http://schemas.openxmlformats.org/officeDocument/2006/relationships/slideLayout" Target="../slideLayouts/slideLayout195.xml"/><Relationship Id="rId7" Type="http://schemas.openxmlformats.org/officeDocument/2006/relationships/slideLayout" Target="../slideLayouts/slideLayout196.xml"/><Relationship Id="rId8" Type="http://schemas.openxmlformats.org/officeDocument/2006/relationships/slideLayout" Target="../slideLayouts/slideLayout197.xml"/><Relationship Id="rId31" Type="http://schemas.openxmlformats.org/officeDocument/2006/relationships/slideLayout" Target="../slideLayouts/slideLayout220.xml"/><Relationship Id="rId30" Type="http://schemas.openxmlformats.org/officeDocument/2006/relationships/slideLayout" Target="../slideLayouts/slideLayout219.xml"/><Relationship Id="rId33" Type="http://schemas.openxmlformats.org/officeDocument/2006/relationships/slideLayout" Target="../slideLayouts/slideLayout222.xml"/><Relationship Id="rId32" Type="http://schemas.openxmlformats.org/officeDocument/2006/relationships/slideLayout" Target="../slideLayouts/slideLayout221.xml"/><Relationship Id="rId34" Type="http://schemas.openxmlformats.org/officeDocument/2006/relationships/theme" Target="../theme/theme3.xml"/><Relationship Id="rId20" Type="http://schemas.openxmlformats.org/officeDocument/2006/relationships/slideLayout" Target="../slideLayouts/slideLayout209.xml"/><Relationship Id="rId22" Type="http://schemas.openxmlformats.org/officeDocument/2006/relationships/slideLayout" Target="../slideLayouts/slideLayout211.xml"/><Relationship Id="rId21" Type="http://schemas.openxmlformats.org/officeDocument/2006/relationships/slideLayout" Target="../slideLayouts/slideLayout210.xml"/><Relationship Id="rId24" Type="http://schemas.openxmlformats.org/officeDocument/2006/relationships/slideLayout" Target="../slideLayouts/slideLayout213.xml"/><Relationship Id="rId23" Type="http://schemas.openxmlformats.org/officeDocument/2006/relationships/slideLayout" Target="../slideLayouts/slideLayout212.xml"/><Relationship Id="rId26" Type="http://schemas.openxmlformats.org/officeDocument/2006/relationships/slideLayout" Target="../slideLayouts/slideLayout215.xml"/><Relationship Id="rId25" Type="http://schemas.openxmlformats.org/officeDocument/2006/relationships/slideLayout" Target="../slideLayouts/slideLayout214.xml"/><Relationship Id="rId28" Type="http://schemas.openxmlformats.org/officeDocument/2006/relationships/slideLayout" Target="../slideLayouts/slideLayout217.xml"/><Relationship Id="rId27" Type="http://schemas.openxmlformats.org/officeDocument/2006/relationships/slideLayout" Target="../slideLayouts/slideLayout216.xml"/><Relationship Id="rId29" Type="http://schemas.openxmlformats.org/officeDocument/2006/relationships/slideLayout" Target="../slideLayouts/slideLayout218.xml"/><Relationship Id="rId11" Type="http://schemas.openxmlformats.org/officeDocument/2006/relationships/slideLayout" Target="../slideLayouts/slideLayout200.xml"/><Relationship Id="rId10" Type="http://schemas.openxmlformats.org/officeDocument/2006/relationships/slideLayout" Target="../slideLayouts/slideLayout199.xml"/><Relationship Id="rId13" Type="http://schemas.openxmlformats.org/officeDocument/2006/relationships/slideLayout" Target="../slideLayouts/slideLayout202.xml"/><Relationship Id="rId12" Type="http://schemas.openxmlformats.org/officeDocument/2006/relationships/slideLayout" Target="../slideLayouts/slideLayout201.xml"/><Relationship Id="rId15" Type="http://schemas.openxmlformats.org/officeDocument/2006/relationships/slideLayout" Target="../slideLayouts/slideLayout204.xml"/><Relationship Id="rId14" Type="http://schemas.openxmlformats.org/officeDocument/2006/relationships/slideLayout" Target="../slideLayouts/slideLayout203.xml"/><Relationship Id="rId17" Type="http://schemas.openxmlformats.org/officeDocument/2006/relationships/slideLayout" Target="../slideLayouts/slideLayout206.xml"/><Relationship Id="rId16" Type="http://schemas.openxmlformats.org/officeDocument/2006/relationships/slideLayout" Target="../slideLayouts/slideLayout205.xml"/><Relationship Id="rId19" Type="http://schemas.openxmlformats.org/officeDocument/2006/relationships/slideLayout" Target="../slideLayouts/slideLayout208.xml"/><Relationship Id="rId18" Type="http://schemas.openxmlformats.org/officeDocument/2006/relationships/slideLayout" Target="../slideLayouts/slideLayout20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gn="l">
              <a:lnSpc>
                <a:spcPct val="10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2pPr>
            <a:lvl3pPr lvl="2"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3pPr>
            <a:lvl4pPr lvl="3"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4pPr>
            <a:lvl5pPr lvl="4"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5pPr>
            <a:lvl6pPr lvl="5"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6pPr>
            <a:lvl7pPr lvl="6"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7pPr>
            <a:lvl8pPr lvl="7"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8pPr>
            <a:lvl9pPr lvl="8" marR="0" rtl="0" algn="l">
              <a:lnSpc>
                <a:spcPct val="105000"/>
              </a:lnSpc>
              <a:spcBef>
                <a:spcPts val="1000"/>
              </a:spcBef>
              <a:spcAft>
                <a:spcPts val="100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rtl="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rtl="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5" name="Shape 635"/>
        <p:cNvGrpSpPr/>
        <p:nvPr/>
      </p:nvGrpSpPr>
      <p:grpSpPr>
        <a:xfrm>
          <a:off x="0" y="0"/>
          <a:ext cx="0" cy="0"/>
          <a:chOff x="0" y="0"/>
          <a:chExt cx="0" cy="0"/>
        </a:xfrm>
      </p:grpSpPr>
      <p:sp>
        <p:nvSpPr>
          <p:cNvPr id="636" name="Google Shape;636;p8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marR="0" algn="l">
              <a:lnSpc>
                <a:spcPct val="8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2pPr>
            <a:lvl3pPr lvl="2"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3pPr>
            <a:lvl4pPr lvl="3"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4pPr>
            <a:lvl5pPr lvl="4"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5pPr>
            <a:lvl6pPr lvl="5"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6pPr>
            <a:lvl7pPr lvl="6"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7pPr>
            <a:lvl8pPr lvl="7"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8pPr>
            <a:lvl9pPr lvl="8" marR="0" algn="l">
              <a:lnSpc>
                <a:spcPct val="85000"/>
              </a:lnSpc>
              <a:spcBef>
                <a:spcPts val="1000"/>
              </a:spcBef>
              <a:spcAft>
                <a:spcPts val="1000"/>
              </a:spcAft>
              <a:buClr>
                <a:srgbClr val="000000"/>
              </a:buClr>
              <a:buSzPts val="1400"/>
              <a:buFont typeface="Arial"/>
              <a:buNone/>
              <a:defRPr b="1" i="0" sz="1800" u="none" cap="none" strike="noStrike">
                <a:solidFill>
                  <a:srgbClr val="000000"/>
                </a:solidFill>
                <a:latin typeface="Arial"/>
                <a:ea typeface="Arial"/>
                <a:cs typeface="Arial"/>
                <a:sym typeface="Arial"/>
              </a:defRPr>
            </a:lvl9pPr>
          </a:lstStyle>
          <a:p/>
        </p:txBody>
      </p:sp>
      <p:sp>
        <p:nvSpPr>
          <p:cNvPr id="637" name="Google Shape;637;p8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638" name="Google Shape;638;p8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81"/>
          <p:cNvSpPr txBox="1"/>
          <p:nvPr/>
        </p:nvSpPr>
        <p:spPr>
          <a:xfrm>
            <a:off x="3837300" y="-655600"/>
            <a:ext cx="5306700" cy="16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C8C8C8"/>
                </a:solidFill>
                <a:latin typeface="Arial"/>
                <a:ea typeface="Arial"/>
                <a:cs typeface="Arial"/>
                <a:sym typeface="Arial"/>
              </a:rPr>
              <a:t>SNOWFLAKE GSLIDES THEME 2025.01</a:t>
            </a:r>
            <a:endParaRPr b="0" i="0" sz="800" u="none" cap="none" strike="noStrike">
              <a:solidFill>
                <a:srgbClr val="C8C8C8"/>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 id="2147483757" r:id="rId31"/>
    <p:sldLayoutId id="2147483758"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0" name="Shape 910"/>
        <p:cNvGrpSpPr/>
        <p:nvPr/>
      </p:nvGrpSpPr>
      <p:grpSpPr>
        <a:xfrm>
          <a:off x="0" y="0"/>
          <a:ext cx="0" cy="0"/>
          <a:chOff x="0" y="0"/>
          <a:chExt cx="0" cy="0"/>
        </a:xfrm>
      </p:grpSpPr>
      <p:sp>
        <p:nvSpPr>
          <p:cNvPr id="911" name="Google Shape;911;p114"/>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algn="l">
              <a:lnSpc>
                <a:spcPct val="10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2pPr>
            <a:lvl3pPr lvl="2"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3pPr>
            <a:lvl4pPr lvl="3"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4pPr>
            <a:lvl5pPr lvl="4"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5pPr>
            <a:lvl6pPr lvl="5"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6pPr>
            <a:lvl7pPr lvl="6"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7pPr>
            <a:lvl8pPr lvl="7" marR="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8pPr>
            <a:lvl9pPr lvl="8" marR="0" algn="l">
              <a:lnSpc>
                <a:spcPct val="105000"/>
              </a:lnSpc>
              <a:spcBef>
                <a:spcPts val="1000"/>
              </a:spcBef>
              <a:spcAft>
                <a:spcPts val="100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9pPr>
          </a:lstStyle>
          <a:p/>
        </p:txBody>
      </p:sp>
      <p:sp>
        <p:nvSpPr>
          <p:cNvPr id="912" name="Google Shape;912;p114"/>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913" name="Google Shape;913;p1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79" r:id="rId21"/>
    <p:sldLayoutId id="2147483780" r:id="rId22"/>
    <p:sldLayoutId id="2147483781" r:id="rId23"/>
    <p:sldLayoutId id="2147483782" r:id="rId24"/>
    <p:sldLayoutId id="2147483783" r:id="rId25"/>
    <p:sldLayoutId id="2147483784" r:id="rId26"/>
    <p:sldLayoutId id="2147483785" r:id="rId27"/>
    <p:sldLayoutId id="2147483786" r:id="rId28"/>
    <p:sldLayoutId id="2147483787" r:id="rId29"/>
    <p:sldLayoutId id="2147483788" r:id="rId30"/>
    <p:sldLayoutId id="2147483789" r:id="rId31"/>
    <p:sldLayoutId id="2147483790" r:id="rId32"/>
    <p:sldLayoutId id="2147483791" r:id="rId33"/>
    <p:sldLayoutId id="2147483792" r:id="rId34"/>
    <p:sldLayoutId id="2147483793" r:id="rId35"/>
    <p:sldLayoutId id="2147483794" r:id="rId36"/>
    <p:sldLayoutId id="2147483795" r:id="rId37"/>
    <p:sldLayoutId id="2147483796" r:id="rId38"/>
    <p:sldLayoutId id="2147483797" r:id="rId39"/>
    <p:sldLayoutId id="2147483798" r:id="rId40"/>
    <p:sldLayoutId id="2147483799" r:id="rId41"/>
    <p:sldLayoutId id="2147483800" r:id="rId42"/>
    <p:sldLayoutId id="2147483801" r:id="rId43"/>
    <p:sldLayoutId id="2147483802" r:id="rId44"/>
    <p:sldLayoutId id="2147483803" r:id="rId45"/>
    <p:sldLayoutId id="2147483804" r:id="rId46"/>
  </p:sldLayoutIdLst>
  <mc:AlternateContent>
    <mc:Choice Requires="p14">
      <p:transition spd="med" p14:dur="600">
        <p:fade/>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3" name="Shape 1333"/>
        <p:cNvGrpSpPr/>
        <p:nvPr/>
      </p:nvGrpSpPr>
      <p:grpSpPr>
        <a:xfrm>
          <a:off x="0" y="0"/>
          <a:ext cx="0" cy="0"/>
          <a:chOff x="0" y="0"/>
          <a:chExt cx="0" cy="0"/>
        </a:xfrm>
      </p:grpSpPr>
      <p:sp>
        <p:nvSpPr>
          <p:cNvPr id="1334" name="Google Shape;1334;p16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marR="0" algn="l">
              <a:lnSpc>
                <a:spcPct val="8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2pPr>
            <a:lvl3pPr lvl="2"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3pPr>
            <a:lvl4pPr lvl="3"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4pPr>
            <a:lvl5pPr lvl="4"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5pPr>
            <a:lvl6pPr lvl="5"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6pPr>
            <a:lvl7pPr lvl="6"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7pPr>
            <a:lvl8pPr lvl="7" marR="0" algn="l">
              <a:lnSpc>
                <a:spcPct val="85000"/>
              </a:lnSpc>
              <a:spcBef>
                <a:spcPts val="1000"/>
              </a:spcBef>
              <a:spcAft>
                <a:spcPts val="0"/>
              </a:spcAft>
              <a:buClr>
                <a:srgbClr val="000000"/>
              </a:buClr>
              <a:buSzPts val="1400"/>
              <a:buFont typeface="Arial"/>
              <a:buNone/>
              <a:defRPr b="1" i="0" sz="1800" u="none" cap="none" strike="noStrike">
                <a:solidFill>
                  <a:srgbClr val="000000"/>
                </a:solidFill>
                <a:latin typeface="Arial"/>
                <a:ea typeface="Arial"/>
                <a:cs typeface="Arial"/>
                <a:sym typeface="Arial"/>
              </a:defRPr>
            </a:lvl8pPr>
            <a:lvl9pPr lvl="8" marR="0" algn="l">
              <a:lnSpc>
                <a:spcPct val="85000"/>
              </a:lnSpc>
              <a:spcBef>
                <a:spcPts val="1000"/>
              </a:spcBef>
              <a:spcAft>
                <a:spcPts val="1000"/>
              </a:spcAft>
              <a:buClr>
                <a:srgbClr val="000000"/>
              </a:buClr>
              <a:buSzPts val="1400"/>
              <a:buFont typeface="Arial"/>
              <a:buNone/>
              <a:defRPr b="1" i="0" sz="1800" u="none" cap="none" strike="noStrike">
                <a:solidFill>
                  <a:srgbClr val="000000"/>
                </a:solidFill>
                <a:latin typeface="Arial"/>
                <a:ea typeface="Arial"/>
                <a:cs typeface="Arial"/>
                <a:sym typeface="Arial"/>
              </a:defRPr>
            </a:lvl9pPr>
          </a:lstStyle>
          <a:p/>
        </p:txBody>
      </p:sp>
      <p:sp>
        <p:nvSpPr>
          <p:cNvPr id="1335" name="Google Shape;1335;p16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1336" name="Google Shape;1336;p16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37" name="Google Shape;1337;p161"/>
          <p:cNvSpPr txBox="1"/>
          <p:nvPr/>
        </p:nvSpPr>
        <p:spPr>
          <a:xfrm>
            <a:off x="3837300" y="-655600"/>
            <a:ext cx="5306700" cy="16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C8C8C8"/>
                </a:solidFill>
                <a:latin typeface="Arial"/>
                <a:ea typeface="Arial"/>
                <a:cs typeface="Arial"/>
                <a:sym typeface="Arial"/>
              </a:rPr>
              <a:t>SNOWFLAKE GSLIDES THEME 2026.01</a:t>
            </a:r>
            <a:endParaRPr b="0" i="0" sz="800" u="none" cap="none" strike="noStrike">
              <a:solidFill>
                <a:srgbClr val="C8C8C8"/>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 id="2147483827" r:id="rId23"/>
    <p:sldLayoutId id="2147483828" r:id="rId24"/>
    <p:sldLayoutId id="2147483829" r:id="rId25"/>
    <p:sldLayoutId id="2147483830" r:id="rId26"/>
    <p:sldLayoutId id="2147483831" r:id="rId27"/>
    <p:sldLayoutId id="2147483832" r:id="rId28"/>
    <p:sldLayoutId id="2147483833" r:id="rId29"/>
    <p:sldLayoutId id="2147483834" r:id="rId30"/>
    <p:sldLayoutId id="2147483835" r:id="rId31"/>
    <p:sldLayoutId id="2147483836"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6" name="Shape 1606"/>
        <p:cNvGrpSpPr/>
        <p:nvPr/>
      </p:nvGrpSpPr>
      <p:grpSpPr>
        <a:xfrm>
          <a:off x="0" y="0"/>
          <a:ext cx="0" cy="0"/>
          <a:chOff x="0" y="0"/>
          <a:chExt cx="0" cy="0"/>
        </a:xfrm>
      </p:grpSpPr>
      <p:sp>
        <p:nvSpPr>
          <p:cNvPr id="1607" name="Google Shape;1607;p19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ctr">
              <a:lnSpc>
                <a:spcPct val="9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608" name="Google Shape;1608;p19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marR="0" algn="l">
              <a:lnSpc>
                <a:spcPct val="90000"/>
              </a:lnSpc>
              <a:spcBef>
                <a:spcPts val="8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04800" lvl="1" marL="9144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 id="2147483854" r:id="rId18"/>
    <p:sldLayoutId id="2147483855" r:id="rId19"/>
    <p:sldLayoutId id="2147483856" r:id="rId20"/>
    <p:sldLayoutId id="2147483857" r:id="rId21"/>
    <p:sldLayoutId id="2147483858" r:id="rId22"/>
    <p:sldLayoutId id="2147483859" r:id="rId23"/>
    <p:sldLayoutId id="2147483860" r:id="rId24"/>
    <p:sldLayoutId id="2147483861" r:id="rId25"/>
    <p:sldLayoutId id="2147483862" r:id="rId26"/>
    <p:sldLayoutId id="2147483863" r:id="rId27"/>
    <p:sldLayoutId id="2147483864" r:id="rId28"/>
    <p:sldLayoutId id="2147483865" r:id="rId29"/>
    <p:sldLayoutId id="2147483866" r:id="rId30"/>
    <p:sldLayoutId id="2147483867" r:id="rId31"/>
    <p:sldLayoutId id="2147483868" r:id="rId32"/>
    <p:sldLayoutId id="2147483869"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9.xml"/><Relationship Id="rId2" Type="http://schemas.openxmlformats.org/officeDocument/2006/relationships/notesSlide" Target="../notesSlides/notesSlide3.xml"/><Relationship Id="rId3" Type="http://schemas.openxmlformats.org/officeDocument/2006/relationships/image" Target="../media/image91.png"/><Relationship Id="rId4" Type="http://schemas.openxmlformats.org/officeDocument/2006/relationships/image" Target="../media/image90.png"/><Relationship Id="rId5" Type="http://schemas.openxmlformats.org/officeDocument/2006/relationships/image" Target="../media/image8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2.xml"/><Relationship Id="rId3" Type="http://schemas.openxmlformats.org/officeDocument/2006/relationships/comments" Target="../comments/commen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6" name="Shape 2106"/>
        <p:cNvGrpSpPr/>
        <p:nvPr/>
      </p:nvGrpSpPr>
      <p:grpSpPr>
        <a:xfrm>
          <a:off x="0" y="0"/>
          <a:ext cx="0" cy="0"/>
          <a:chOff x="0" y="0"/>
          <a:chExt cx="0" cy="0"/>
        </a:xfrm>
      </p:grpSpPr>
      <p:sp>
        <p:nvSpPr>
          <p:cNvPr id="2107" name="Google Shape;2107;p228"/>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2108" name="Google Shape;2108;p228"/>
          <p:cNvSpPr txBox="1"/>
          <p:nvPr>
            <p:ph type="title"/>
          </p:nvPr>
        </p:nvSpPr>
        <p:spPr>
          <a:xfrm>
            <a:off x="366600" y="1935113"/>
            <a:ext cx="8336700" cy="1350300"/>
          </a:xfrm>
          <a:prstGeom prst="rect">
            <a:avLst/>
          </a:prstGeom>
          <a:noFill/>
          <a:ln>
            <a:noFill/>
          </a:ln>
        </p:spPr>
        <p:txBody>
          <a:bodyPr anchorCtr="0" anchor="b" bIns="91425" lIns="91425" spcFirstLastPara="1" rIns="91425" wrap="square" tIns="91425">
            <a:noAutofit/>
          </a:bodyPr>
          <a:lstStyle/>
          <a:p>
            <a:pPr indent="0" lvl="0" marL="0" rtl="0" algn="l">
              <a:lnSpc>
                <a:spcPct val="70000"/>
              </a:lnSpc>
              <a:spcBef>
                <a:spcPts val="0"/>
              </a:spcBef>
              <a:spcAft>
                <a:spcPts val="0"/>
              </a:spcAft>
              <a:buClr>
                <a:schemeClr val="dk1"/>
              </a:buClr>
              <a:buSzPts val="4500"/>
              <a:buFont typeface="Arial"/>
              <a:buNone/>
            </a:pPr>
            <a:r>
              <a:rPr b="0" lang="en">
                <a:latin typeface="Lato Black"/>
                <a:ea typeface="Lato Black"/>
                <a:cs typeface="Lato Black"/>
                <a:sym typeface="Lato Black"/>
              </a:rPr>
              <a:t>SNOWFLAKE </a:t>
            </a:r>
            <a:br>
              <a:rPr b="0" lang="en">
                <a:latin typeface="Lato Black"/>
                <a:ea typeface="Lato Black"/>
                <a:cs typeface="Lato Black"/>
                <a:sym typeface="Lato Black"/>
              </a:rPr>
            </a:br>
            <a:r>
              <a:rPr b="0" lang="en">
                <a:solidFill>
                  <a:schemeClr val="lt1"/>
                </a:solidFill>
                <a:latin typeface="Lato Black"/>
                <a:ea typeface="Lato Black"/>
                <a:cs typeface="Lato Black"/>
                <a:sym typeface="Lato Black"/>
              </a:rPr>
              <a:t>SERVICES DELIVERY</a:t>
            </a:r>
            <a:endParaRPr>
              <a:solidFill>
                <a:schemeClr val="lt1"/>
              </a:solidFill>
            </a:endParaRPr>
          </a:p>
        </p:txBody>
      </p:sp>
      <p:sp>
        <p:nvSpPr>
          <p:cNvPr id="2109" name="Google Shape;2109;p228"/>
          <p:cNvSpPr txBox="1"/>
          <p:nvPr>
            <p:ph idx="2" type="title"/>
          </p:nvPr>
        </p:nvSpPr>
        <p:spPr>
          <a:xfrm>
            <a:off x="457200" y="3424688"/>
            <a:ext cx="5304300" cy="33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200">
                <a:latin typeface="Lato"/>
                <a:ea typeface="Lato"/>
                <a:cs typeface="Lato"/>
                <a:sym typeface="Lato"/>
              </a:rPr>
              <a:t>August 2026</a:t>
            </a:r>
            <a:endParaRPr sz="1400">
              <a:latin typeface="Lato"/>
              <a:ea typeface="Lato"/>
              <a:cs typeface="Lato"/>
              <a:sym typeface="Lato"/>
            </a:endParaRPr>
          </a:p>
        </p:txBody>
      </p:sp>
      <p:sp>
        <p:nvSpPr>
          <p:cNvPr id="2110" name="Google Shape;2110;p228"/>
          <p:cNvSpPr txBox="1"/>
          <p:nvPr/>
        </p:nvSpPr>
        <p:spPr>
          <a:xfrm>
            <a:off x="457200" y="3936788"/>
            <a:ext cx="4754400" cy="668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lang="en" sz="1200">
                <a:solidFill>
                  <a:schemeClr val="lt1"/>
                </a:solidFill>
                <a:latin typeface="Lato"/>
                <a:ea typeface="Lato"/>
                <a:cs typeface="Lato"/>
                <a:sym typeface="Lato"/>
              </a:rPr>
              <a:t> </a:t>
            </a:r>
            <a:r>
              <a:rPr b="1" lang="en" sz="1200">
                <a:solidFill>
                  <a:schemeClr val="dk1"/>
                </a:solidFill>
                <a:latin typeface="Lato"/>
                <a:ea typeface="Lato"/>
                <a:cs typeface="Lato"/>
                <a:sym typeface="Lato"/>
              </a:rPr>
              <a:t>Brendan Owens, Practice Manager</a:t>
            </a:r>
            <a:endParaRPr b="1" sz="1200">
              <a:solidFill>
                <a:schemeClr val="dk1"/>
              </a:solidFill>
              <a:latin typeface="Lato"/>
              <a:ea typeface="Lato"/>
              <a:cs typeface="Lato"/>
              <a:sym typeface="Lato"/>
            </a:endParaRPr>
          </a:p>
          <a:p>
            <a:pPr indent="0" lvl="0" marL="0" rtl="0" algn="l">
              <a:spcBef>
                <a:spcPts val="0"/>
              </a:spcBef>
              <a:spcAft>
                <a:spcPts val="0"/>
              </a:spcAft>
              <a:buClr>
                <a:srgbClr val="000000"/>
              </a:buClr>
              <a:buSzPts val="900"/>
              <a:buFont typeface="Arial"/>
              <a:buNone/>
            </a:pPr>
            <a:r>
              <a:rPr lang="en" sz="1200">
                <a:solidFill>
                  <a:schemeClr val="lt1"/>
                </a:solidFill>
                <a:latin typeface="Lato"/>
                <a:ea typeface="Lato"/>
                <a:cs typeface="Lato"/>
                <a:sym typeface="Lato"/>
              </a:rPr>
              <a:t> </a:t>
            </a:r>
            <a:r>
              <a:rPr b="1" lang="en" sz="1200">
                <a:solidFill>
                  <a:schemeClr val="dk1"/>
                </a:solidFill>
                <a:latin typeface="Lato"/>
                <a:ea typeface="Lato"/>
                <a:cs typeface="Lato"/>
                <a:sym typeface="Lato"/>
              </a:rPr>
              <a:t>CV Briggler &amp; Jake Neal &amp; Kelsey Gonzalez, Solutions Architects</a:t>
            </a:r>
            <a:endParaRPr b="1" sz="12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900"/>
              <a:buFont typeface="Arial"/>
              <a:buNone/>
            </a:pPr>
            <a:r>
              <a:t/>
            </a:r>
            <a:endParaRPr b="1" i="0" sz="1200" u="none" cap="none" strike="noStrike">
              <a:solidFill>
                <a:schemeClr val="dk1"/>
              </a:solidFill>
              <a:latin typeface="Lato"/>
              <a:ea typeface="Lato"/>
              <a:cs typeface="Lato"/>
              <a:sym typeface="Lato"/>
            </a:endParaRPr>
          </a:p>
        </p:txBody>
      </p:sp>
      <p:sp>
        <p:nvSpPr>
          <p:cNvPr id="2111" name="Google Shape;2111;p228"/>
          <p:cNvSpPr txBox="1"/>
          <p:nvPr>
            <p:ph idx="2" type="title"/>
          </p:nvPr>
        </p:nvSpPr>
        <p:spPr>
          <a:xfrm>
            <a:off x="457200" y="1316619"/>
            <a:ext cx="5394900" cy="44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400">
                <a:solidFill>
                  <a:schemeClr val="lt1"/>
                </a:solidFill>
                <a:latin typeface="Lato"/>
                <a:ea typeface="Lato"/>
                <a:cs typeface="Lato"/>
                <a:sym typeface="Lato"/>
              </a:rPr>
              <a:t>Proposal for Arkema </a:t>
            </a:r>
            <a:endParaRPr sz="1400">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229"/>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000"/>
              </a:spcAft>
              <a:buSzPts val="2600"/>
              <a:buNone/>
            </a:pPr>
            <a:r>
              <a:rPr lang="en"/>
              <a:t>Agenda</a:t>
            </a:r>
            <a:endParaRPr/>
          </a:p>
        </p:txBody>
      </p:sp>
      <p:sp>
        <p:nvSpPr>
          <p:cNvPr id="2117" name="Google Shape;2117;p229"/>
          <p:cNvSpPr txBox="1"/>
          <p:nvPr>
            <p:ph idx="2" type="body"/>
          </p:nvPr>
        </p:nvSpPr>
        <p:spPr>
          <a:xfrm>
            <a:off x="3281375" y="809744"/>
            <a:ext cx="5405400" cy="3661800"/>
          </a:xfrm>
          <a:prstGeom prst="rect">
            <a:avLst/>
          </a:prstGeom>
          <a:noFill/>
          <a:ln>
            <a:noFill/>
          </a:ln>
        </p:spPr>
        <p:txBody>
          <a:bodyPr anchorCtr="0" anchor="ctr" bIns="91425" lIns="0" spcFirstLastPara="1" rIns="91425" wrap="square" tIns="91425">
            <a:noAutofit/>
          </a:bodyPr>
          <a:lstStyle/>
          <a:p>
            <a:pPr indent="0" lvl="0" marL="0" rtl="0" algn="l">
              <a:lnSpc>
                <a:spcPct val="150000"/>
              </a:lnSpc>
              <a:spcBef>
                <a:spcPts val="0"/>
              </a:spcBef>
              <a:spcAft>
                <a:spcPts val="0"/>
              </a:spcAft>
              <a:buSzPts val="1800"/>
              <a:buNone/>
            </a:pPr>
            <a:r>
              <a:rPr lang="en"/>
              <a:t>Executive Summary / Our Understanding </a:t>
            </a:r>
            <a:endParaRPr/>
          </a:p>
          <a:p>
            <a:pPr indent="0" lvl="0" marL="0" rtl="0" algn="l">
              <a:lnSpc>
                <a:spcPct val="150000"/>
              </a:lnSpc>
              <a:spcBef>
                <a:spcPts val="0"/>
              </a:spcBef>
              <a:spcAft>
                <a:spcPts val="0"/>
              </a:spcAft>
              <a:buSzPts val="1800"/>
              <a:buNone/>
            </a:pPr>
            <a:r>
              <a:rPr lang="en"/>
              <a:t>Scope Summary</a:t>
            </a:r>
            <a:endParaRPr/>
          </a:p>
          <a:p>
            <a:pPr indent="0" lvl="0" marL="0" rtl="0" algn="l">
              <a:lnSpc>
                <a:spcPct val="150000"/>
              </a:lnSpc>
              <a:spcBef>
                <a:spcPts val="0"/>
              </a:spcBef>
              <a:spcAft>
                <a:spcPts val="0"/>
              </a:spcAft>
              <a:buSzPts val="1800"/>
              <a:buNone/>
            </a:pPr>
            <a:r>
              <a:rPr lang="en">
                <a:solidFill>
                  <a:schemeClr val="lt1"/>
                </a:solidFill>
              </a:rPr>
              <a:t>Expected Outcomes &amp; Success Criteria</a:t>
            </a:r>
            <a:endParaRPr/>
          </a:p>
          <a:p>
            <a:pPr indent="0" lvl="0" marL="0" rtl="0" algn="l">
              <a:lnSpc>
                <a:spcPct val="150000"/>
              </a:lnSpc>
              <a:spcBef>
                <a:spcPts val="0"/>
              </a:spcBef>
              <a:spcAft>
                <a:spcPts val="0"/>
              </a:spcAft>
              <a:buSzPts val="1800"/>
              <a:buNone/>
            </a:pPr>
            <a:r>
              <a:rPr lang="en"/>
              <a:t>Milestones &amp; Deliverables</a:t>
            </a:r>
            <a:endParaRPr/>
          </a:p>
          <a:p>
            <a:pPr indent="0" lvl="0" marL="0" rtl="0" algn="l">
              <a:lnSpc>
                <a:spcPct val="150000"/>
              </a:lnSpc>
              <a:spcBef>
                <a:spcPts val="0"/>
              </a:spcBef>
              <a:spcAft>
                <a:spcPts val="0"/>
              </a:spcAft>
              <a:buSzPts val="1800"/>
              <a:buNone/>
            </a:pPr>
            <a:r>
              <a:rPr lang="en"/>
              <a:t>Project Timeline / Staffing</a:t>
            </a:r>
            <a:endParaRPr/>
          </a:p>
          <a:p>
            <a:pPr indent="0" lvl="0" marL="0" rtl="0" algn="l">
              <a:lnSpc>
                <a:spcPct val="150000"/>
              </a:lnSpc>
              <a:spcBef>
                <a:spcPts val="0"/>
              </a:spcBef>
              <a:spcAft>
                <a:spcPts val="0"/>
              </a:spcAft>
              <a:buSzPts val="1800"/>
              <a:buNone/>
            </a:pPr>
            <a:r>
              <a:rPr lang="en"/>
              <a:t>Technical Scope Assumptions</a:t>
            </a:r>
            <a:endParaRPr/>
          </a:p>
          <a:p>
            <a:pPr indent="0" lvl="0" marL="0" rtl="0" algn="l">
              <a:lnSpc>
                <a:spcPct val="150000"/>
              </a:lnSpc>
              <a:spcBef>
                <a:spcPts val="0"/>
              </a:spcBef>
              <a:spcAft>
                <a:spcPts val="0"/>
              </a:spcAft>
              <a:buSzPts val="1800"/>
              <a:buNone/>
            </a:pPr>
            <a:r>
              <a:rPr lang="en"/>
              <a:t>Operational Assumptions / Dependencies</a:t>
            </a:r>
            <a:endParaRPr/>
          </a:p>
          <a:p>
            <a:pPr indent="0" lvl="0" marL="0" rtl="0" algn="l">
              <a:lnSpc>
                <a:spcPct val="150000"/>
              </a:lnSpc>
              <a:spcBef>
                <a:spcPts val="0"/>
              </a:spcBef>
              <a:spcAft>
                <a:spcPts val="0"/>
              </a:spcAft>
              <a:buSzPts val="1800"/>
              <a:buNone/>
            </a:pPr>
            <a:r>
              <a:rPr lang="en"/>
              <a:t>Risks and Mitigation</a:t>
            </a:r>
            <a:endParaRPr/>
          </a:p>
          <a:p>
            <a:pPr indent="0" lvl="0" marL="0" rtl="0" algn="l">
              <a:lnSpc>
                <a:spcPct val="150000"/>
              </a:lnSpc>
              <a:spcBef>
                <a:spcPts val="0"/>
              </a:spcBef>
              <a:spcAft>
                <a:spcPts val="0"/>
              </a:spcAft>
              <a:buSzPts val="1800"/>
              <a:buNone/>
            </a:pPr>
            <a:r>
              <a:rPr lang="en"/>
              <a:t>Pricing</a:t>
            </a:r>
            <a:endParaRPr/>
          </a:p>
          <a:p>
            <a:pPr indent="0" lvl="0" marL="0" rtl="0" algn="l">
              <a:lnSpc>
                <a:spcPct val="150000"/>
              </a:lnSpc>
              <a:spcBef>
                <a:spcPts val="0"/>
              </a:spcBef>
              <a:spcAft>
                <a:spcPts val="0"/>
              </a:spcAft>
              <a:buSzPts val="1800"/>
              <a:buNone/>
            </a:pPr>
            <a:r>
              <a:rPr lang="en"/>
              <a:t>Scope Clarifications Required</a:t>
            </a:r>
            <a:endParaRPr/>
          </a:p>
          <a:p>
            <a:pPr indent="0" lvl="0" marL="0" rtl="0" algn="l">
              <a:lnSpc>
                <a:spcPct val="150000"/>
              </a:lnSpc>
              <a:spcBef>
                <a:spcPts val="0"/>
              </a:spcBef>
              <a:spcAft>
                <a:spcPts val="0"/>
              </a:spcAft>
              <a:buSzPts val="1800"/>
              <a:buNone/>
            </a:pPr>
            <a:r>
              <a:t/>
            </a:r>
            <a:endParaRPr/>
          </a:p>
        </p:txBody>
      </p:sp>
      <p:sp>
        <p:nvSpPr>
          <p:cNvPr id="2118" name="Google Shape;2118;p229"/>
          <p:cNvSpPr/>
          <p:nvPr/>
        </p:nvSpPr>
        <p:spPr>
          <a:xfrm>
            <a:off x="2951126" y="1268849"/>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19" name="Google Shape;2119;p229"/>
          <p:cNvSpPr/>
          <p:nvPr/>
        </p:nvSpPr>
        <p:spPr>
          <a:xfrm>
            <a:off x="2951126" y="1580807"/>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0" name="Google Shape;2120;p229"/>
          <p:cNvSpPr/>
          <p:nvPr/>
        </p:nvSpPr>
        <p:spPr>
          <a:xfrm>
            <a:off x="2951126" y="1930376"/>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1" name="Google Shape;2121;p229"/>
          <p:cNvSpPr/>
          <p:nvPr/>
        </p:nvSpPr>
        <p:spPr>
          <a:xfrm>
            <a:off x="2951126" y="2243422"/>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2" name="Google Shape;2122;p229"/>
          <p:cNvSpPr/>
          <p:nvPr/>
        </p:nvSpPr>
        <p:spPr>
          <a:xfrm>
            <a:off x="2951126" y="2556479"/>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3" name="Google Shape;2123;p229"/>
          <p:cNvSpPr/>
          <p:nvPr/>
        </p:nvSpPr>
        <p:spPr>
          <a:xfrm>
            <a:off x="2951126" y="95689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4" name="Google Shape;2124;p22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2125" name="Google Shape;2125;p229"/>
          <p:cNvSpPr/>
          <p:nvPr/>
        </p:nvSpPr>
        <p:spPr>
          <a:xfrm>
            <a:off x="2951125" y="2874274"/>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6" name="Google Shape;2126;p229"/>
          <p:cNvSpPr/>
          <p:nvPr/>
        </p:nvSpPr>
        <p:spPr>
          <a:xfrm>
            <a:off x="2951125" y="3192062"/>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7" name="Google Shape;2127;p229"/>
          <p:cNvSpPr/>
          <p:nvPr/>
        </p:nvSpPr>
        <p:spPr>
          <a:xfrm>
            <a:off x="2951125" y="3509862"/>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128" name="Google Shape;2128;p229"/>
          <p:cNvSpPr/>
          <p:nvPr/>
        </p:nvSpPr>
        <p:spPr>
          <a:xfrm>
            <a:off x="2951125" y="3827662"/>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2" name="Shape 2132"/>
        <p:cNvGrpSpPr/>
        <p:nvPr/>
      </p:nvGrpSpPr>
      <p:grpSpPr>
        <a:xfrm>
          <a:off x="0" y="0"/>
          <a:ext cx="0" cy="0"/>
          <a:chOff x="0" y="0"/>
          <a:chExt cx="0" cy="0"/>
        </a:xfrm>
      </p:grpSpPr>
      <p:sp>
        <p:nvSpPr>
          <p:cNvPr id="2133" name="Google Shape;2133;p230"/>
          <p:cNvSpPr/>
          <p:nvPr/>
        </p:nvSpPr>
        <p:spPr>
          <a:xfrm>
            <a:off x="5611675" y="0"/>
            <a:ext cx="3657600" cy="5143500"/>
          </a:xfrm>
          <a:prstGeom prst="rect">
            <a:avLst/>
          </a:prstGeom>
          <a:solidFill>
            <a:srgbClr val="1156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4" name="Google Shape;2134;p230"/>
          <p:cNvSpPr/>
          <p:nvPr/>
        </p:nvSpPr>
        <p:spPr>
          <a:xfrm>
            <a:off x="0" y="182880"/>
            <a:ext cx="109800" cy="594300"/>
          </a:xfrm>
          <a:prstGeom prst="rect">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5" name="Google Shape;2135;p230"/>
          <p:cNvSpPr txBox="1"/>
          <p:nvPr/>
        </p:nvSpPr>
        <p:spPr>
          <a:xfrm>
            <a:off x="320040" y="137160"/>
            <a:ext cx="5029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200" u="none" cap="none" strike="noStrike">
                <a:solidFill>
                  <a:srgbClr val="262626"/>
                </a:solidFill>
                <a:latin typeface="Arial"/>
                <a:ea typeface="Arial"/>
                <a:cs typeface="Arial"/>
                <a:sym typeface="Arial"/>
              </a:rPr>
              <a:t>Executive Summary</a:t>
            </a:r>
            <a:endParaRPr/>
          </a:p>
        </p:txBody>
      </p:sp>
      <p:sp>
        <p:nvSpPr>
          <p:cNvPr id="2136" name="Google Shape;2136;p230"/>
          <p:cNvSpPr txBox="1"/>
          <p:nvPr/>
        </p:nvSpPr>
        <p:spPr>
          <a:xfrm>
            <a:off x="320040" y="777240"/>
            <a:ext cx="48462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000" u="none" cap="none" strike="noStrike">
                <a:solidFill>
                  <a:srgbClr val="11567F"/>
                </a:solidFill>
                <a:latin typeface="Arial"/>
                <a:ea typeface="Arial"/>
                <a:cs typeface="Arial"/>
                <a:sym typeface="Arial"/>
              </a:rPr>
              <a:t>THE CHALLENGE</a:t>
            </a:r>
            <a:endParaRPr/>
          </a:p>
        </p:txBody>
      </p:sp>
      <p:sp>
        <p:nvSpPr>
          <p:cNvPr id="2137" name="Google Shape;2137;p230"/>
          <p:cNvSpPr/>
          <p:nvPr/>
        </p:nvSpPr>
        <p:spPr>
          <a:xfrm>
            <a:off x="320040" y="1033272"/>
            <a:ext cx="731400" cy="27300"/>
          </a:xfrm>
          <a:prstGeom prst="rect">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8" name="Google Shape;2138;p230"/>
          <p:cNvSpPr txBox="1"/>
          <p:nvPr/>
        </p:nvSpPr>
        <p:spPr>
          <a:xfrm>
            <a:off x="320040" y="1097280"/>
            <a:ext cx="4846200" cy="806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en" sz="800">
                <a:solidFill>
                  <a:srgbClr val="262626"/>
                </a:solidFill>
              </a:rPr>
              <a:t>Arkema has developed a pricing simulation application and ML model with pHData on Snowflake. With core development complete, the next step is productionalizing these assets — configuring enterprise security, connecting production data, and deploying the ML model and application. Without this work, the investment in the MVP cannot be realized.</a:t>
            </a:r>
            <a:endParaRPr sz="1500"/>
          </a:p>
        </p:txBody>
      </p:sp>
      <p:sp>
        <p:nvSpPr>
          <p:cNvPr id="2139" name="Google Shape;2139;p230"/>
          <p:cNvSpPr txBox="1"/>
          <p:nvPr/>
        </p:nvSpPr>
        <p:spPr>
          <a:xfrm>
            <a:off x="320040" y="2014728"/>
            <a:ext cx="4846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900" u="none" cap="none" strike="noStrike">
                <a:solidFill>
                  <a:srgbClr val="11567F"/>
                </a:solidFill>
                <a:latin typeface="Arial"/>
                <a:ea typeface="Arial"/>
                <a:cs typeface="Arial"/>
                <a:sym typeface="Arial"/>
              </a:rPr>
              <a:t>ENGAGEMENT SCOPE</a:t>
            </a:r>
            <a:endParaRPr/>
          </a:p>
        </p:txBody>
      </p:sp>
      <p:sp>
        <p:nvSpPr>
          <p:cNvPr id="2140" name="Google Shape;2140;p230"/>
          <p:cNvSpPr/>
          <p:nvPr/>
        </p:nvSpPr>
        <p:spPr>
          <a:xfrm>
            <a:off x="320040" y="2234184"/>
            <a:ext cx="731400" cy="27300"/>
          </a:xfrm>
          <a:prstGeom prst="rect">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1" name="Google Shape;2141;p230"/>
          <p:cNvSpPr txBox="1"/>
          <p:nvPr/>
        </p:nvSpPr>
        <p:spPr>
          <a:xfrm>
            <a:off x="320040" y="2307336"/>
            <a:ext cx="4846200" cy="21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 sz="800" u="none" cap="none" strike="noStrike">
                <a:solidFill>
                  <a:srgbClr val="6B6B6B"/>
                </a:solidFill>
                <a:latin typeface="Arial"/>
                <a:ea typeface="Arial"/>
                <a:cs typeface="Arial"/>
                <a:sym typeface="Arial"/>
              </a:rPr>
              <a:t>Three parallel </a:t>
            </a:r>
            <a:r>
              <a:rPr lang="en" sz="800">
                <a:solidFill>
                  <a:srgbClr val="6B6B6B"/>
                </a:solidFill>
              </a:rPr>
              <a:t>work streams</a:t>
            </a:r>
            <a:r>
              <a:rPr b="0" i="0" lang="en" sz="800" u="none" cap="none" strike="noStrike">
                <a:solidFill>
                  <a:srgbClr val="6B6B6B"/>
                </a:solidFill>
                <a:latin typeface="Arial"/>
                <a:ea typeface="Arial"/>
                <a:cs typeface="Arial"/>
                <a:sym typeface="Arial"/>
              </a:rPr>
              <a:t> </a:t>
            </a:r>
            <a:r>
              <a:rPr lang="en" sz="800">
                <a:solidFill>
                  <a:srgbClr val="6B6B6B"/>
                </a:solidFill>
              </a:rPr>
              <a:t>productionalizing the Snowflake platform, ML model, and application in 8 weeks</a:t>
            </a:r>
            <a:endParaRPr sz="1500"/>
          </a:p>
        </p:txBody>
      </p:sp>
      <p:sp>
        <p:nvSpPr>
          <p:cNvPr id="2142" name="Google Shape;2142;p230"/>
          <p:cNvSpPr/>
          <p:nvPr/>
        </p:nvSpPr>
        <p:spPr>
          <a:xfrm>
            <a:off x="320050" y="2642625"/>
            <a:ext cx="1629600" cy="1948200"/>
          </a:xfrm>
          <a:prstGeom prst="roundRect">
            <a:avLst>
              <a:gd fmla="val 16667" name="adj"/>
            </a:avLst>
          </a:prstGeom>
          <a:solidFill>
            <a:srgbClr val="F5F8FA"/>
          </a:solidFill>
          <a:ln cap="flat" cmpd="sng" w="9975">
            <a:solidFill>
              <a:srgbClr val="D0D0D0"/>
            </a:solidFill>
            <a:prstDash val="solid"/>
            <a:round/>
            <a:headEnd len="sm" w="sm" type="none"/>
            <a:tailEnd len="sm" w="sm" type="none"/>
          </a:ln>
        </p:spPr>
        <p:txBody>
          <a:bodyPr anchorCtr="0" anchor="ctr" bIns="47900" lIns="95850" spcFirstLastPara="1" rIns="95850" wrap="square" tIns="47900">
            <a:noAutofit/>
          </a:bodyPr>
          <a:lstStyle/>
          <a:p>
            <a:pPr indent="0" lvl="0" marL="0" marR="0" rtl="0" algn="ctr">
              <a:lnSpc>
                <a:spcPct val="100000"/>
              </a:lnSpc>
              <a:spcBef>
                <a:spcPts val="0"/>
              </a:spcBef>
              <a:spcAft>
                <a:spcPts val="0"/>
              </a:spcAft>
              <a:buNone/>
            </a:pPr>
            <a:r>
              <a:t/>
            </a:r>
            <a:endParaRPr b="0" i="0" sz="1468" u="none" cap="none" strike="noStrike">
              <a:solidFill>
                <a:srgbClr val="000000"/>
              </a:solidFill>
              <a:latin typeface="Arial"/>
              <a:ea typeface="Arial"/>
              <a:cs typeface="Arial"/>
              <a:sym typeface="Arial"/>
            </a:endParaRPr>
          </a:p>
        </p:txBody>
      </p:sp>
      <p:pic>
        <p:nvPicPr>
          <p:cNvPr descr="icon-database-sync.png" id="2143" name="Google Shape;2143;p230"/>
          <p:cNvPicPr preferRelativeResize="0"/>
          <p:nvPr/>
        </p:nvPicPr>
        <p:blipFill rotWithShape="1">
          <a:blip r:embed="rId3">
            <a:alphaModFix/>
          </a:blip>
          <a:srcRect b="0" l="0" r="0" t="0"/>
          <a:stretch/>
        </p:blipFill>
        <p:spPr>
          <a:xfrm>
            <a:off x="406191" y="2726440"/>
            <a:ext cx="268415" cy="268415"/>
          </a:xfrm>
          <a:prstGeom prst="rect">
            <a:avLst/>
          </a:prstGeom>
          <a:noFill/>
          <a:ln>
            <a:noFill/>
          </a:ln>
        </p:spPr>
      </p:pic>
      <p:sp>
        <p:nvSpPr>
          <p:cNvPr id="2144" name="Google Shape;2144;p230"/>
          <p:cNvSpPr txBox="1"/>
          <p:nvPr/>
        </p:nvSpPr>
        <p:spPr>
          <a:xfrm>
            <a:off x="712950" y="2726440"/>
            <a:ext cx="1150500" cy="404700"/>
          </a:xfrm>
          <a:prstGeom prst="rect">
            <a:avLst/>
          </a:prstGeom>
          <a:noFill/>
          <a:ln>
            <a:noFill/>
          </a:ln>
        </p:spPr>
        <p:txBody>
          <a:bodyPr anchorCtr="0" anchor="t" bIns="47900" lIns="95850" spcFirstLastPara="1" rIns="95850" wrap="square" tIns="47900">
            <a:noAutofit/>
          </a:bodyPr>
          <a:lstStyle/>
          <a:p>
            <a:pPr indent="0" lvl="0" marL="0" marR="0" rtl="0" algn="l">
              <a:lnSpc>
                <a:spcPct val="100000"/>
              </a:lnSpc>
              <a:spcBef>
                <a:spcPts val="0"/>
              </a:spcBef>
              <a:spcAft>
                <a:spcPts val="0"/>
              </a:spcAft>
              <a:buNone/>
            </a:pPr>
            <a:r>
              <a:rPr b="1" lang="en" sz="850">
                <a:solidFill>
                  <a:srgbClr val="29B5E8"/>
                </a:solidFill>
              </a:rPr>
              <a:t>Platform Foundation</a:t>
            </a:r>
            <a:endParaRPr sz="850"/>
          </a:p>
        </p:txBody>
      </p:sp>
      <p:sp>
        <p:nvSpPr>
          <p:cNvPr id="2145" name="Google Shape;2145;p230"/>
          <p:cNvSpPr txBox="1"/>
          <p:nvPr/>
        </p:nvSpPr>
        <p:spPr>
          <a:xfrm>
            <a:off x="435098" y="3145521"/>
            <a:ext cx="1399500" cy="1180500"/>
          </a:xfrm>
          <a:prstGeom prst="rect">
            <a:avLst/>
          </a:prstGeom>
          <a:noFill/>
          <a:ln>
            <a:noFill/>
          </a:ln>
        </p:spPr>
        <p:txBody>
          <a:bodyPr anchorCtr="0" anchor="t" bIns="47900" lIns="95850" spcFirstLastPara="1" rIns="95850" wrap="square" tIns="47900">
            <a:noAutofit/>
          </a:bodyPr>
          <a:lstStyle/>
          <a:p>
            <a:pPr indent="0" lvl="0" marL="0" marR="0" rtl="0" algn="l">
              <a:lnSpc>
                <a:spcPct val="130000"/>
              </a:lnSpc>
              <a:spcBef>
                <a:spcPts val="0"/>
              </a:spcBef>
              <a:spcAft>
                <a:spcPts val="0"/>
              </a:spcAft>
              <a:buNone/>
            </a:pPr>
            <a:r>
              <a:rPr lang="en" sz="800">
                <a:solidFill>
                  <a:srgbClr val="262626"/>
                </a:solidFill>
              </a:rPr>
              <a:t>•  5 </a:t>
            </a:r>
            <a:r>
              <a:rPr lang="en" sz="800">
                <a:solidFill>
                  <a:srgbClr val="262626"/>
                </a:solidFill>
              </a:rPr>
              <a:t>RBAC</a:t>
            </a:r>
            <a:r>
              <a:rPr lang="en" sz="800">
                <a:solidFill>
                  <a:srgbClr val="262626"/>
                </a:solidFill>
              </a:rPr>
              <a:t> roles configured</a:t>
            </a:r>
            <a:br>
              <a:rPr lang="en" sz="800">
                <a:solidFill>
                  <a:srgbClr val="262626"/>
                </a:solidFill>
              </a:rPr>
            </a:br>
            <a:r>
              <a:rPr lang="en" sz="800">
                <a:solidFill>
                  <a:srgbClr val="262626"/>
                </a:solidFill>
              </a:rPr>
              <a:t>•  Snowpipe for </a:t>
            </a:r>
            <a:r>
              <a:rPr lang="en" sz="800">
                <a:solidFill>
                  <a:srgbClr val="262626"/>
                </a:solidFill>
              </a:rPr>
              <a:t>12 </a:t>
            </a:r>
            <a:r>
              <a:rPr lang="en" sz="800">
                <a:solidFill>
                  <a:srgbClr val="262626"/>
                </a:solidFill>
              </a:rPr>
              <a:t>source tables</a:t>
            </a:r>
            <a:br>
              <a:rPr lang="en" sz="800">
                <a:solidFill>
                  <a:srgbClr val="262626"/>
                </a:solidFill>
              </a:rPr>
            </a:br>
            <a:r>
              <a:rPr lang="en" sz="800">
                <a:solidFill>
                  <a:srgbClr val="262626"/>
                </a:solidFill>
              </a:rPr>
              <a:t>•  Production environment setup</a:t>
            </a:r>
            <a:endParaRPr sz="800"/>
          </a:p>
        </p:txBody>
      </p:sp>
      <p:sp>
        <p:nvSpPr>
          <p:cNvPr id="2146" name="Google Shape;2146;p230"/>
          <p:cNvSpPr/>
          <p:nvPr/>
        </p:nvSpPr>
        <p:spPr>
          <a:xfrm>
            <a:off x="2045575" y="2642625"/>
            <a:ext cx="1629600" cy="1948200"/>
          </a:xfrm>
          <a:prstGeom prst="roundRect">
            <a:avLst>
              <a:gd fmla="val 16667" name="adj"/>
            </a:avLst>
          </a:prstGeom>
          <a:solidFill>
            <a:srgbClr val="F5F8FA"/>
          </a:solidFill>
          <a:ln cap="flat" cmpd="sng" w="9975">
            <a:solidFill>
              <a:srgbClr val="D0D0D0"/>
            </a:solidFill>
            <a:prstDash val="solid"/>
            <a:round/>
            <a:headEnd len="sm" w="sm" type="none"/>
            <a:tailEnd len="sm" w="sm" type="none"/>
          </a:ln>
        </p:spPr>
        <p:txBody>
          <a:bodyPr anchorCtr="0" anchor="ctr" bIns="47900" lIns="95850" spcFirstLastPara="1" rIns="95850" wrap="square" tIns="47900">
            <a:noAutofit/>
          </a:bodyPr>
          <a:lstStyle/>
          <a:p>
            <a:pPr indent="0" lvl="0" marL="0" marR="0" rtl="0" algn="ctr">
              <a:lnSpc>
                <a:spcPct val="100000"/>
              </a:lnSpc>
              <a:spcBef>
                <a:spcPts val="0"/>
              </a:spcBef>
              <a:spcAft>
                <a:spcPts val="0"/>
              </a:spcAft>
              <a:buNone/>
            </a:pPr>
            <a:r>
              <a:t/>
            </a:r>
            <a:endParaRPr b="0" i="0" sz="1468" u="none" cap="none" strike="noStrike">
              <a:solidFill>
                <a:srgbClr val="000000"/>
              </a:solidFill>
              <a:latin typeface="Arial"/>
              <a:ea typeface="Arial"/>
              <a:cs typeface="Arial"/>
              <a:sym typeface="Arial"/>
            </a:endParaRPr>
          </a:p>
        </p:txBody>
      </p:sp>
      <p:pic>
        <p:nvPicPr>
          <p:cNvPr descr="icon-snowflake-dev.png" id="2147" name="Google Shape;2147;p230"/>
          <p:cNvPicPr preferRelativeResize="0"/>
          <p:nvPr/>
        </p:nvPicPr>
        <p:blipFill rotWithShape="1">
          <a:blip r:embed="rId4">
            <a:alphaModFix/>
          </a:blip>
          <a:srcRect b="0" l="0" r="0" t="0"/>
          <a:stretch/>
        </p:blipFill>
        <p:spPr>
          <a:xfrm>
            <a:off x="2131720" y="2726440"/>
            <a:ext cx="268415" cy="268415"/>
          </a:xfrm>
          <a:prstGeom prst="rect">
            <a:avLst/>
          </a:prstGeom>
          <a:noFill/>
          <a:ln>
            <a:noFill/>
          </a:ln>
        </p:spPr>
      </p:pic>
      <p:sp>
        <p:nvSpPr>
          <p:cNvPr id="2148" name="Google Shape;2148;p230"/>
          <p:cNvSpPr txBox="1"/>
          <p:nvPr/>
        </p:nvSpPr>
        <p:spPr>
          <a:xfrm>
            <a:off x="2438475" y="2726450"/>
            <a:ext cx="1216200" cy="404700"/>
          </a:xfrm>
          <a:prstGeom prst="rect">
            <a:avLst/>
          </a:prstGeom>
          <a:noFill/>
          <a:ln>
            <a:noFill/>
          </a:ln>
        </p:spPr>
        <p:txBody>
          <a:bodyPr anchorCtr="0" anchor="t" bIns="47900" lIns="95850" spcFirstLastPara="1" rIns="95850" wrap="square" tIns="47900">
            <a:noAutofit/>
          </a:bodyPr>
          <a:lstStyle/>
          <a:p>
            <a:pPr indent="0" lvl="0" marL="0" marR="0" rtl="0" algn="l">
              <a:lnSpc>
                <a:spcPct val="100000"/>
              </a:lnSpc>
              <a:spcBef>
                <a:spcPts val="0"/>
              </a:spcBef>
              <a:spcAft>
                <a:spcPts val="0"/>
              </a:spcAft>
              <a:buNone/>
            </a:pPr>
            <a:r>
              <a:rPr b="1" lang="en" sz="850">
                <a:solidFill>
                  <a:srgbClr val="29B5E8"/>
                </a:solidFill>
              </a:rPr>
              <a:t>ML Productionalization</a:t>
            </a:r>
            <a:endParaRPr sz="850"/>
          </a:p>
        </p:txBody>
      </p:sp>
      <p:sp>
        <p:nvSpPr>
          <p:cNvPr id="2149" name="Google Shape;2149;p230"/>
          <p:cNvSpPr txBox="1"/>
          <p:nvPr/>
        </p:nvSpPr>
        <p:spPr>
          <a:xfrm>
            <a:off x="2160624" y="3145521"/>
            <a:ext cx="1399500" cy="1340400"/>
          </a:xfrm>
          <a:prstGeom prst="rect">
            <a:avLst/>
          </a:prstGeom>
          <a:noFill/>
          <a:ln>
            <a:noFill/>
          </a:ln>
        </p:spPr>
        <p:txBody>
          <a:bodyPr anchorCtr="0" anchor="t" bIns="47900" lIns="95850" spcFirstLastPara="1" rIns="95850" wrap="square" tIns="47900">
            <a:noAutofit/>
          </a:bodyPr>
          <a:lstStyle/>
          <a:p>
            <a:pPr indent="0" lvl="0" marL="0" marR="0" rtl="0" algn="l">
              <a:lnSpc>
                <a:spcPct val="130000"/>
              </a:lnSpc>
              <a:spcBef>
                <a:spcPts val="0"/>
              </a:spcBef>
              <a:spcAft>
                <a:spcPts val="0"/>
              </a:spcAft>
              <a:buNone/>
            </a:pPr>
            <a:r>
              <a:rPr lang="en" sz="800">
                <a:solidFill>
                  <a:srgbClr val="262626"/>
                </a:solidFill>
              </a:rPr>
              <a:t>•  GitHub ML code review (CV + apps team)</a:t>
            </a:r>
            <a:br>
              <a:rPr lang="en" sz="800">
                <a:solidFill>
                  <a:srgbClr val="262626"/>
                </a:solidFill>
              </a:rPr>
            </a:br>
            <a:r>
              <a:rPr lang="en" sz="800">
                <a:solidFill>
                  <a:srgbClr val="262626"/>
                </a:solidFill>
              </a:rPr>
              <a:t>•  Connect ML model to production data</a:t>
            </a:r>
            <a:br>
              <a:rPr lang="en" sz="800">
                <a:solidFill>
                  <a:srgbClr val="262626"/>
                </a:solidFill>
              </a:rPr>
            </a:br>
            <a:r>
              <a:rPr lang="en" sz="800">
                <a:solidFill>
                  <a:srgbClr val="262626"/>
                </a:solidFill>
              </a:rPr>
              <a:t>•  Configure for production environment</a:t>
            </a:r>
            <a:br>
              <a:rPr lang="en" sz="800">
                <a:solidFill>
                  <a:srgbClr val="262626"/>
                </a:solidFill>
              </a:rPr>
            </a:br>
            <a:r>
              <a:rPr lang="en" sz="800">
                <a:solidFill>
                  <a:srgbClr val="262626"/>
                </a:solidFill>
              </a:rPr>
              <a:t>•  2-week UAT &amp; validation</a:t>
            </a:r>
            <a:endParaRPr sz="800"/>
          </a:p>
        </p:txBody>
      </p:sp>
      <p:sp>
        <p:nvSpPr>
          <p:cNvPr id="2150" name="Google Shape;2150;p230"/>
          <p:cNvSpPr/>
          <p:nvPr/>
        </p:nvSpPr>
        <p:spPr>
          <a:xfrm>
            <a:off x="3771101" y="2642625"/>
            <a:ext cx="1629600" cy="1948200"/>
          </a:xfrm>
          <a:prstGeom prst="roundRect">
            <a:avLst>
              <a:gd fmla="val 16667" name="adj"/>
            </a:avLst>
          </a:prstGeom>
          <a:solidFill>
            <a:srgbClr val="F5F8FA"/>
          </a:solidFill>
          <a:ln cap="flat" cmpd="sng" w="9975">
            <a:solidFill>
              <a:srgbClr val="D0D0D0"/>
            </a:solidFill>
            <a:prstDash val="solid"/>
            <a:round/>
            <a:headEnd len="sm" w="sm" type="none"/>
            <a:tailEnd len="sm" w="sm" type="none"/>
          </a:ln>
        </p:spPr>
        <p:txBody>
          <a:bodyPr anchorCtr="0" anchor="ctr" bIns="47900" lIns="95850" spcFirstLastPara="1" rIns="95850" wrap="square" tIns="47900">
            <a:noAutofit/>
          </a:bodyPr>
          <a:lstStyle/>
          <a:p>
            <a:pPr indent="0" lvl="0" marL="0" marR="0" rtl="0" algn="ctr">
              <a:lnSpc>
                <a:spcPct val="100000"/>
              </a:lnSpc>
              <a:spcBef>
                <a:spcPts val="0"/>
              </a:spcBef>
              <a:spcAft>
                <a:spcPts val="0"/>
              </a:spcAft>
              <a:buNone/>
            </a:pPr>
            <a:r>
              <a:t/>
            </a:r>
            <a:endParaRPr b="0" i="0" sz="1468" u="none" cap="none" strike="noStrike">
              <a:solidFill>
                <a:srgbClr val="000000"/>
              </a:solidFill>
              <a:latin typeface="Arial"/>
              <a:ea typeface="Arial"/>
              <a:cs typeface="Arial"/>
              <a:sym typeface="Arial"/>
            </a:endParaRPr>
          </a:p>
        </p:txBody>
      </p:sp>
      <p:pic>
        <p:nvPicPr>
          <p:cNvPr descr="icon-code-json.png" id="2151" name="Google Shape;2151;p230"/>
          <p:cNvPicPr preferRelativeResize="0"/>
          <p:nvPr/>
        </p:nvPicPr>
        <p:blipFill rotWithShape="1">
          <a:blip r:embed="rId5">
            <a:alphaModFix/>
          </a:blip>
          <a:srcRect b="0" l="0" r="0" t="0"/>
          <a:stretch/>
        </p:blipFill>
        <p:spPr>
          <a:xfrm>
            <a:off x="3857249" y="2726440"/>
            <a:ext cx="268416" cy="268415"/>
          </a:xfrm>
          <a:prstGeom prst="rect">
            <a:avLst/>
          </a:prstGeom>
          <a:noFill/>
          <a:ln>
            <a:noFill/>
          </a:ln>
        </p:spPr>
      </p:pic>
      <p:sp>
        <p:nvSpPr>
          <p:cNvPr id="2152" name="Google Shape;2152;p230"/>
          <p:cNvSpPr txBox="1"/>
          <p:nvPr/>
        </p:nvSpPr>
        <p:spPr>
          <a:xfrm>
            <a:off x="4164000" y="2726450"/>
            <a:ext cx="1236600" cy="404700"/>
          </a:xfrm>
          <a:prstGeom prst="rect">
            <a:avLst/>
          </a:prstGeom>
          <a:noFill/>
          <a:ln>
            <a:noFill/>
          </a:ln>
        </p:spPr>
        <p:txBody>
          <a:bodyPr anchorCtr="0" anchor="t" bIns="47900" lIns="95850" spcFirstLastPara="1" rIns="95850" wrap="square" tIns="47900">
            <a:noAutofit/>
          </a:bodyPr>
          <a:lstStyle/>
          <a:p>
            <a:pPr indent="0" lvl="0" marL="0" marR="0" rtl="0" algn="l">
              <a:lnSpc>
                <a:spcPct val="100000"/>
              </a:lnSpc>
              <a:spcBef>
                <a:spcPts val="0"/>
              </a:spcBef>
              <a:spcAft>
                <a:spcPts val="0"/>
              </a:spcAft>
              <a:buNone/>
            </a:pPr>
            <a:r>
              <a:rPr b="1" lang="en" sz="850">
                <a:solidFill>
                  <a:srgbClr val="29B5E8"/>
                </a:solidFill>
              </a:rPr>
              <a:t>App Productionalization</a:t>
            </a:r>
            <a:endParaRPr sz="850"/>
          </a:p>
        </p:txBody>
      </p:sp>
      <p:sp>
        <p:nvSpPr>
          <p:cNvPr id="2153" name="Google Shape;2153;p230"/>
          <p:cNvSpPr txBox="1"/>
          <p:nvPr/>
        </p:nvSpPr>
        <p:spPr>
          <a:xfrm>
            <a:off x="3886150" y="3145521"/>
            <a:ext cx="1399500" cy="1340400"/>
          </a:xfrm>
          <a:prstGeom prst="rect">
            <a:avLst/>
          </a:prstGeom>
          <a:noFill/>
          <a:ln>
            <a:noFill/>
          </a:ln>
        </p:spPr>
        <p:txBody>
          <a:bodyPr anchorCtr="0" anchor="t" bIns="47900" lIns="95850" spcFirstLastPara="1" rIns="95850" wrap="square" tIns="47900">
            <a:noAutofit/>
          </a:bodyPr>
          <a:lstStyle/>
          <a:p>
            <a:pPr indent="0" lvl="0" marL="0" marR="0" rtl="0" algn="l">
              <a:lnSpc>
                <a:spcPct val="130000"/>
              </a:lnSpc>
              <a:spcBef>
                <a:spcPts val="0"/>
              </a:spcBef>
              <a:spcAft>
                <a:spcPts val="0"/>
              </a:spcAft>
              <a:buNone/>
            </a:pPr>
            <a:r>
              <a:rPr b="1" lang="en" sz="800">
                <a:solidFill>
                  <a:srgbClr val="262626"/>
                </a:solidFill>
              </a:rPr>
              <a:t>•  Configure app for production environment</a:t>
            </a:r>
            <a:br>
              <a:rPr lang="en" sz="800">
                <a:solidFill>
                  <a:srgbClr val="262626"/>
                </a:solidFill>
              </a:rPr>
            </a:br>
            <a:r>
              <a:rPr lang="en" sz="800">
                <a:solidFill>
                  <a:srgbClr val="262626"/>
                </a:solidFill>
              </a:rPr>
              <a:t>•  Connect app to production data sources</a:t>
            </a:r>
            <a:br>
              <a:rPr lang="en" sz="800">
                <a:solidFill>
                  <a:srgbClr val="262626"/>
                </a:solidFill>
              </a:rPr>
            </a:br>
            <a:r>
              <a:rPr lang="en" sz="800">
                <a:solidFill>
                  <a:srgbClr val="262626"/>
                </a:solidFill>
              </a:rPr>
              <a:t>•  Deploy as-is; no new features or fixes</a:t>
            </a:r>
            <a:endParaRPr sz="800"/>
          </a:p>
        </p:txBody>
      </p:sp>
      <p:sp>
        <p:nvSpPr>
          <p:cNvPr id="2154" name="Google Shape;2154;p230"/>
          <p:cNvSpPr txBox="1"/>
          <p:nvPr/>
        </p:nvSpPr>
        <p:spPr>
          <a:xfrm>
            <a:off x="5715000" y="274320"/>
            <a:ext cx="32004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1100" u="none" cap="none" strike="noStrike">
                <a:solidFill>
                  <a:srgbClr val="FFFFFF"/>
                </a:solidFill>
                <a:latin typeface="Arial"/>
                <a:ea typeface="Arial"/>
                <a:cs typeface="Arial"/>
                <a:sym typeface="Arial"/>
              </a:rPr>
              <a:t>ENGAGEMENT OUTCOMES</a:t>
            </a:r>
            <a:endParaRPr/>
          </a:p>
        </p:txBody>
      </p:sp>
      <p:sp>
        <p:nvSpPr>
          <p:cNvPr id="2155" name="Google Shape;2155;p230"/>
          <p:cNvSpPr/>
          <p:nvPr/>
        </p:nvSpPr>
        <p:spPr>
          <a:xfrm>
            <a:off x="5852160" y="621792"/>
            <a:ext cx="2926200" cy="18300"/>
          </a:xfrm>
          <a:prstGeom prst="rect">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156" name="Google Shape;2156;p230"/>
          <p:cNvGrpSpPr/>
          <p:nvPr/>
        </p:nvGrpSpPr>
        <p:grpSpPr>
          <a:xfrm>
            <a:off x="5760720" y="823527"/>
            <a:ext cx="201300" cy="215400"/>
            <a:chOff x="5760720" y="823527"/>
            <a:chExt cx="201300" cy="215400"/>
          </a:xfrm>
        </p:grpSpPr>
        <p:sp>
          <p:nvSpPr>
            <p:cNvPr id="2157" name="Google Shape;2157;p230"/>
            <p:cNvSpPr/>
            <p:nvPr/>
          </p:nvSpPr>
          <p:spPr>
            <a:xfrm>
              <a:off x="5760720" y="832646"/>
              <a:ext cx="201300" cy="201300"/>
            </a:xfrm>
            <a:prstGeom prst="ellipse">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8" name="Google Shape;2158;p230"/>
            <p:cNvSpPr txBox="1"/>
            <p:nvPr/>
          </p:nvSpPr>
          <p:spPr>
            <a:xfrm>
              <a:off x="5760720" y="823527"/>
              <a:ext cx="20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800" u="none" cap="none" strike="noStrike">
                  <a:solidFill>
                    <a:srgbClr val="FFFFFF"/>
                  </a:solidFill>
                  <a:latin typeface="Arial"/>
                  <a:ea typeface="Arial"/>
                  <a:cs typeface="Arial"/>
                  <a:sym typeface="Arial"/>
                </a:rPr>
                <a:t>✓</a:t>
              </a:r>
              <a:endParaRPr/>
            </a:p>
          </p:txBody>
        </p:sp>
      </p:grpSp>
      <p:sp>
        <p:nvSpPr>
          <p:cNvPr id="2159" name="Google Shape;2159;p230"/>
          <p:cNvSpPr txBox="1"/>
          <p:nvPr/>
        </p:nvSpPr>
        <p:spPr>
          <a:xfrm>
            <a:off x="6035050" y="777248"/>
            <a:ext cx="2834700" cy="460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en" sz="1050">
                <a:solidFill>
                  <a:srgbClr val="FFFFFF"/>
                </a:solidFill>
              </a:rPr>
              <a:t>Production Snowflake environment with 5</a:t>
            </a:r>
            <a:r>
              <a:rPr lang="en" sz="1050">
                <a:solidFill>
                  <a:srgbClr val="FFFFFF"/>
                </a:solidFill>
              </a:rPr>
              <a:t> RBAC</a:t>
            </a:r>
            <a:r>
              <a:rPr lang="en" sz="1050">
                <a:solidFill>
                  <a:srgbClr val="FFFFFF"/>
                </a:solidFill>
              </a:rPr>
              <a:t> roles,</a:t>
            </a:r>
            <a:r>
              <a:rPr lang="en" sz="1050">
                <a:solidFill>
                  <a:srgbClr val="FFFFFF"/>
                </a:solidFill>
              </a:rPr>
              <a:t> SSO/SCIM, and Snowpipe for 12 tables</a:t>
            </a:r>
            <a:endParaRPr sz="1050"/>
          </a:p>
        </p:txBody>
      </p:sp>
      <p:grpSp>
        <p:nvGrpSpPr>
          <p:cNvPr id="2160" name="Google Shape;2160;p230"/>
          <p:cNvGrpSpPr/>
          <p:nvPr/>
        </p:nvGrpSpPr>
        <p:grpSpPr>
          <a:xfrm>
            <a:off x="5760720" y="1683414"/>
            <a:ext cx="201300" cy="215400"/>
            <a:chOff x="5760720" y="1490472"/>
            <a:chExt cx="201300" cy="215400"/>
          </a:xfrm>
        </p:grpSpPr>
        <p:sp>
          <p:nvSpPr>
            <p:cNvPr id="2161" name="Google Shape;2161;p230"/>
            <p:cNvSpPr/>
            <p:nvPr/>
          </p:nvSpPr>
          <p:spPr>
            <a:xfrm>
              <a:off x="5760720" y="1499616"/>
              <a:ext cx="201300" cy="201300"/>
            </a:xfrm>
            <a:prstGeom prst="ellipse">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2" name="Google Shape;2162;p230"/>
            <p:cNvSpPr txBox="1"/>
            <p:nvPr/>
          </p:nvSpPr>
          <p:spPr>
            <a:xfrm>
              <a:off x="5760720" y="1490472"/>
              <a:ext cx="20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800" u="none" cap="none" strike="noStrike">
                  <a:solidFill>
                    <a:srgbClr val="FFFFFF"/>
                  </a:solidFill>
                  <a:latin typeface="Arial"/>
                  <a:ea typeface="Arial"/>
                  <a:cs typeface="Arial"/>
                  <a:sym typeface="Arial"/>
                </a:rPr>
                <a:t>✓</a:t>
              </a:r>
              <a:endParaRPr/>
            </a:p>
          </p:txBody>
        </p:sp>
      </p:grpSp>
      <p:sp>
        <p:nvSpPr>
          <p:cNvPr id="2163" name="Google Shape;2163;p230"/>
          <p:cNvSpPr txBox="1"/>
          <p:nvPr/>
        </p:nvSpPr>
        <p:spPr>
          <a:xfrm>
            <a:off x="6035050" y="1651984"/>
            <a:ext cx="2834700" cy="5487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en" sz="1050">
                <a:solidFill>
                  <a:srgbClr val="FFFFFF"/>
                </a:solidFill>
              </a:rPr>
              <a:t>ML model deployed to production, connected to live Arkema data, validated via 2-week UAT</a:t>
            </a:r>
            <a:endParaRPr sz="1050"/>
          </a:p>
        </p:txBody>
      </p:sp>
      <p:grpSp>
        <p:nvGrpSpPr>
          <p:cNvPr id="2164" name="Google Shape;2164;p230"/>
          <p:cNvGrpSpPr/>
          <p:nvPr/>
        </p:nvGrpSpPr>
        <p:grpSpPr>
          <a:xfrm>
            <a:off x="5760720" y="2543326"/>
            <a:ext cx="201300" cy="215400"/>
            <a:chOff x="5760720" y="2212848"/>
            <a:chExt cx="201300" cy="215400"/>
          </a:xfrm>
        </p:grpSpPr>
        <p:sp>
          <p:nvSpPr>
            <p:cNvPr id="2165" name="Google Shape;2165;p230"/>
            <p:cNvSpPr/>
            <p:nvPr/>
          </p:nvSpPr>
          <p:spPr>
            <a:xfrm>
              <a:off x="5760720" y="2221992"/>
              <a:ext cx="201300" cy="201300"/>
            </a:xfrm>
            <a:prstGeom prst="ellipse">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6" name="Google Shape;2166;p230"/>
            <p:cNvSpPr txBox="1"/>
            <p:nvPr/>
          </p:nvSpPr>
          <p:spPr>
            <a:xfrm>
              <a:off x="5760720" y="2212848"/>
              <a:ext cx="201300" cy="21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800" u="none" cap="none" strike="noStrike">
                  <a:solidFill>
                    <a:srgbClr val="FFFFFF"/>
                  </a:solidFill>
                  <a:latin typeface="Arial"/>
                  <a:ea typeface="Arial"/>
                  <a:cs typeface="Arial"/>
                  <a:sym typeface="Arial"/>
                </a:rPr>
                <a:t>✓</a:t>
              </a:r>
              <a:endParaRPr/>
            </a:p>
          </p:txBody>
        </p:sp>
      </p:grpSp>
      <p:sp>
        <p:nvSpPr>
          <p:cNvPr id="2167" name="Google Shape;2167;p230"/>
          <p:cNvSpPr txBox="1"/>
          <p:nvPr/>
        </p:nvSpPr>
        <p:spPr>
          <a:xfrm>
            <a:off x="6033265" y="2444021"/>
            <a:ext cx="2834700" cy="414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en" sz="1050">
                <a:solidFill>
                  <a:srgbClr val="FFFFFF"/>
                </a:solidFill>
              </a:rPr>
              <a:t>Pricing simulation application live in production, connected to live data, validated via 2-week UAT</a:t>
            </a:r>
            <a:endParaRPr sz="105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1" name="Shape 2171"/>
        <p:cNvGrpSpPr/>
        <p:nvPr/>
      </p:nvGrpSpPr>
      <p:grpSpPr>
        <a:xfrm>
          <a:off x="0" y="0"/>
          <a:ext cx="0" cy="0"/>
          <a:chOff x="0" y="0"/>
          <a:chExt cx="0" cy="0"/>
        </a:xfrm>
      </p:grpSpPr>
      <p:sp>
        <p:nvSpPr>
          <p:cNvPr id="2172" name="Google Shape;2172;p231"/>
          <p:cNvSpPr txBox="1"/>
          <p:nvPr/>
        </p:nvSpPr>
        <p:spPr>
          <a:xfrm>
            <a:off x="400537" y="268764"/>
            <a:ext cx="8730000" cy="548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b="1" lang="en" sz="2400">
                <a:solidFill>
                  <a:srgbClr val="262626"/>
                </a:solidFill>
              </a:rPr>
              <a:t>Our Understanding</a:t>
            </a:r>
            <a:endParaRPr b="1" sz="2400">
              <a:solidFill>
                <a:srgbClr val="262626"/>
              </a:solidFill>
            </a:endParaRPr>
          </a:p>
        </p:txBody>
      </p:sp>
      <p:sp>
        <p:nvSpPr>
          <p:cNvPr id="2173" name="Google Shape;2173;p231"/>
          <p:cNvSpPr/>
          <p:nvPr/>
        </p:nvSpPr>
        <p:spPr>
          <a:xfrm>
            <a:off x="556925" y="1416854"/>
            <a:ext cx="3740700" cy="3094200"/>
          </a:xfrm>
          <a:prstGeom prst="rect">
            <a:avLst/>
          </a:prstGeom>
          <a:solidFill>
            <a:srgbClr val="F2F5F6"/>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177800" lvl="0" marL="285750" rtl="0" algn="l">
              <a:lnSpc>
                <a:spcPct val="115000"/>
              </a:lnSpc>
              <a:spcBef>
                <a:spcPts val="0"/>
              </a:spcBef>
              <a:spcAft>
                <a:spcPts val="0"/>
              </a:spcAft>
              <a:buClr>
                <a:schemeClr val="accent1"/>
              </a:buClr>
              <a:buSzPts val="1000"/>
              <a:buChar char="→"/>
            </a:pPr>
            <a:r>
              <a:rPr lang="en" sz="1000">
                <a:solidFill>
                  <a:srgbClr val="5B5B5B"/>
                </a:solidFill>
              </a:rPr>
              <a:t>Arkema is a global specialty chemicals company (€9.5B revenue) that developed a pricing simulation application and ML model with pHData on Snowflake. The MVP has been built but is not yet connected to production data or deployed in a production environment.</a:t>
            </a:r>
            <a:r>
              <a:rPr lang="en" sz="1000">
                <a:solidFill>
                  <a:srgbClr val="5B5B5B"/>
                </a:solidFill>
              </a:rPr>
              <a:t> </a:t>
            </a:r>
            <a:endParaRPr sz="1000">
              <a:solidFill>
                <a:srgbClr val="5B5B5B"/>
              </a:solidFill>
            </a:endParaRPr>
          </a:p>
          <a:p>
            <a:pPr indent="-177800" lvl="0" marL="285750" rtl="0" algn="l">
              <a:lnSpc>
                <a:spcPct val="115000"/>
              </a:lnSpc>
              <a:spcBef>
                <a:spcPts val="1000"/>
              </a:spcBef>
              <a:spcAft>
                <a:spcPts val="1000"/>
              </a:spcAft>
              <a:buClr>
                <a:srgbClr val="5B5B5B"/>
              </a:buClr>
              <a:buSzPts val="1000"/>
              <a:buChar char="→"/>
            </a:pPr>
            <a:r>
              <a:rPr lang="en" sz="1000">
                <a:solidFill>
                  <a:srgbClr val="5B5B5B"/>
                </a:solidFill>
              </a:rPr>
              <a:t>Snowflake PS will productionalize these assets in 8 weeks: configuring enterprise security (RBAC, SSO/SCIM), setting up Snowpipe for 12 production data tables, and deploying both the ML model and application through 2-week UAT periods. No new features or code modifications are in scope.</a:t>
            </a:r>
            <a:endParaRPr sz="1000">
              <a:solidFill>
                <a:srgbClr val="5B5B5B"/>
              </a:solidFill>
            </a:endParaRPr>
          </a:p>
        </p:txBody>
      </p:sp>
      <p:sp>
        <p:nvSpPr>
          <p:cNvPr id="2174" name="Google Shape;2174;p231"/>
          <p:cNvSpPr txBox="1"/>
          <p:nvPr/>
        </p:nvSpPr>
        <p:spPr>
          <a:xfrm>
            <a:off x="414775" y="669982"/>
            <a:ext cx="8701500" cy="365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lang="en" sz="1100">
                <a:solidFill>
                  <a:srgbClr val="929292"/>
                </a:solidFill>
              </a:rPr>
              <a:t>Below is our understanding of your needs along with a proposed approach and value achieved</a:t>
            </a:r>
            <a:endParaRPr sz="1100"/>
          </a:p>
        </p:txBody>
      </p:sp>
      <p:sp>
        <p:nvSpPr>
          <p:cNvPr id="2175" name="Google Shape;2175;p231"/>
          <p:cNvSpPr/>
          <p:nvPr/>
        </p:nvSpPr>
        <p:spPr>
          <a:xfrm>
            <a:off x="4758300" y="1000713"/>
            <a:ext cx="4131300" cy="301200"/>
          </a:xfrm>
          <a:prstGeom prst="rect">
            <a:avLst/>
          </a:prstGeom>
          <a:solidFill>
            <a:srgbClr val="0AB7F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n" sz="1200">
                <a:solidFill>
                  <a:srgbClr val="FFFFFF"/>
                </a:solidFill>
              </a:rPr>
              <a:t>Engagement Objectives &amp; Value</a:t>
            </a:r>
            <a:r>
              <a:rPr b="1" lang="en" sz="1200">
                <a:solidFill>
                  <a:srgbClr val="FFFFFF"/>
                </a:solidFill>
              </a:rPr>
              <a:t> Achieved</a:t>
            </a:r>
            <a:endParaRPr b="1" i="0" sz="1200" u="none" cap="none" strike="noStrike">
              <a:solidFill>
                <a:srgbClr val="FFFFFF"/>
              </a:solidFill>
              <a:latin typeface="Arial"/>
              <a:ea typeface="Arial"/>
              <a:cs typeface="Arial"/>
              <a:sym typeface="Arial"/>
            </a:endParaRPr>
          </a:p>
        </p:txBody>
      </p:sp>
      <p:sp>
        <p:nvSpPr>
          <p:cNvPr id="2176" name="Google Shape;2176;p231"/>
          <p:cNvSpPr/>
          <p:nvPr/>
        </p:nvSpPr>
        <p:spPr>
          <a:xfrm>
            <a:off x="4872790" y="1709238"/>
            <a:ext cx="348637" cy="348524"/>
          </a:xfrm>
          <a:custGeom>
            <a:rect b="b" l="l" r="r" t="t"/>
            <a:pathLst>
              <a:path extrusionOk="0" h="9241" w="9244">
                <a:moveTo>
                  <a:pt x="2396" y="2418"/>
                </a:moveTo>
                <a:lnTo>
                  <a:pt x="6794" y="2420"/>
                </a:lnTo>
                <a:lnTo>
                  <a:pt x="6794" y="6829"/>
                </a:lnTo>
                <a:cubicBezTo>
                  <a:pt x="6794" y="6831"/>
                  <a:pt x="6793" y="6834"/>
                  <a:pt x="6791" y="6834"/>
                </a:cubicBezTo>
                <a:lnTo>
                  <a:pt x="2392" y="6829"/>
                </a:lnTo>
                <a:lnTo>
                  <a:pt x="2396" y="2418"/>
                </a:lnTo>
                <a:close/>
                <a:moveTo>
                  <a:pt x="2398" y="2000"/>
                </a:moveTo>
                <a:cubicBezTo>
                  <a:pt x="2166" y="2000"/>
                  <a:pt x="1976" y="2189"/>
                  <a:pt x="1976" y="2419"/>
                </a:cubicBezTo>
                <a:lnTo>
                  <a:pt x="1976" y="6829"/>
                </a:lnTo>
                <a:cubicBezTo>
                  <a:pt x="1976" y="7061"/>
                  <a:pt x="2166" y="7251"/>
                  <a:pt x="2398" y="7251"/>
                </a:cubicBezTo>
                <a:lnTo>
                  <a:pt x="6793" y="7251"/>
                </a:lnTo>
                <a:cubicBezTo>
                  <a:pt x="7025" y="7251"/>
                  <a:pt x="7215" y="7061"/>
                  <a:pt x="7215" y="6829"/>
                </a:cubicBezTo>
                <a:lnTo>
                  <a:pt x="7215" y="2419"/>
                </a:lnTo>
                <a:cubicBezTo>
                  <a:pt x="7213" y="2189"/>
                  <a:pt x="7025" y="2000"/>
                  <a:pt x="6793" y="2000"/>
                </a:cubicBezTo>
                <a:close/>
                <a:moveTo>
                  <a:pt x="7031" y="1797"/>
                </a:moveTo>
                <a:cubicBezTo>
                  <a:pt x="7253" y="1797"/>
                  <a:pt x="7433" y="1976"/>
                  <a:pt x="7433" y="2199"/>
                </a:cubicBezTo>
                <a:lnTo>
                  <a:pt x="7433" y="7058"/>
                </a:lnTo>
                <a:cubicBezTo>
                  <a:pt x="7433" y="7281"/>
                  <a:pt x="7253" y="7460"/>
                  <a:pt x="7031" y="7460"/>
                </a:cubicBezTo>
                <a:lnTo>
                  <a:pt x="2157" y="7460"/>
                </a:lnTo>
                <a:cubicBezTo>
                  <a:pt x="1934" y="7460"/>
                  <a:pt x="1753" y="7281"/>
                  <a:pt x="1753" y="7058"/>
                </a:cubicBezTo>
                <a:lnTo>
                  <a:pt x="1753" y="2199"/>
                </a:lnTo>
                <a:cubicBezTo>
                  <a:pt x="1753" y="1976"/>
                  <a:pt x="1934" y="1797"/>
                  <a:pt x="2157" y="1797"/>
                </a:cubicBezTo>
                <a:close/>
                <a:moveTo>
                  <a:pt x="2592" y="0"/>
                </a:moveTo>
                <a:cubicBezTo>
                  <a:pt x="2399" y="0"/>
                  <a:pt x="2246" y="156"/>
                  <a:pt x="2246" y="348"/>
                </a:cubicBezTo>
                <a:lnTo>
                  <a:pt x="2246" y="1103"/>
                </a:lnTo>
                <a:lnTo>
                  <a:pt x="2160" y="1103"/>
                </a:lnTo>
                <a:cubicBezTo>
                  <a:pt x="1556" y="1103"/>
                  <a:pt x="1061" y="1596"/>
                  <a:pt x="1061" y="2202"/>
                </a:cubicBezTo>
                <a:lnTo>
                  <a:pt x="1061" y="2242"/>
                </a:lnTo>
                <a:lnTo>
                  <a:pt x="348" y="2242"/>
                </a:lnTo>
                <a:cubicBezTo>
                  <a:pt x="155" y="2242"/>
                  <a:pt x="1" y="2398"/>
                  <a:pt x="1" y="2590"/>
                </a:cubicBezTo>
                <a:cubicBezTo>
                  <a:pt x="1" y="2783"/>
                  <a:pt x="157" y="2937"/>
                  <a:pt x="348" y="2937"/>
                </a:cubicBezTo>
                <a:lnTo>
                  <a:pt x="1061" y="2937"/>
                </a:lnTo>
                <a:lnTo>
                  <a:pt x="1061" y="3613"/>
                </a:lnTo>
                <a:lnTo>
                  <a:pt x="348" y="3613"/>
                </a:lnTo>
                <a:cubicBezTo>
                  <a:pt x="155" y="3613"/>
                  <a:pt x="1" y="3769"/>
                  <a:pt x="1" y="3960"/>
                </a:cubicBezTo>
                <a:cubicBezTo>
                  <a:pt x="1" y="4150"/>
                  <a:pt x="157" y="4306"/>
                  <a:pt x="348" y="4306"/>
                </a:cubicBezTo>
                <a:lnTo>
                  <a:pt x="1061" y="4306"/>
                </a:lnTo>
                <a:lnTo>
                  <a:pt x="1061" y="4982"/>
                </a:lnTo>
                <a:lnTo>
                  <a:pt x="348" y="4982"/>
                </a:lnTo>
                <a:cubicBezTo>
                  <a:pt x="155" y="4982"/>
                  <a:pt x="1" y="5138"/>
                  <a:pt x="1" y="5330"/>
                </a:cubicBezTo>
                <a:cubicBezTo>
                  <a:pt x="1" y="5523"/>
                  <a:pt x="157" y="5677"/>
                  <a:pt x="348" y="5677"/>
                </a:cubicBezTo>
                <a:lnTo>
                  <a:pt x="1061" y="5677"/>
                </a:lnTo>
                <a:lnTo>
                  <a:pt x="1061" y="6353"/>
                </a:lnTo>
                <a:lnTo>
                  <a:pt x="348" y="6353"/>
                </a:lnTo>
                <a:cubicBezTo>
                  <a:pt x="155" y="6353"/>
                  <a:pt x="1" y="6509"/>
                  <a:pt x="1" y="6700"/>
                </a:cubicBezTo>
                <a:cubicBezTo>
                  <a:pt x="1" y="6893"/>
                  <a:pt x="157" y="7046"/>
                  <a:pt x="348" y="7046"/>
                </a:cubicBezTo>
                <a:lnTo>
                  <a:pt x="1061" y="7046"/>
                </a:lnTo>
                <a:lnTo>
                  <a:pt x="1061" y="7054"/>
                </a:lnTo>
                <a:cubicBezTo>
                  <a:pt x="1061" y="7659"/>
                  <a:pt x="1556" y="8152"/>
                  <a:pt x="2160" y="8152"/>
                </a:cubicBezTo>
                <a:lnTo>
                  <a:pt x="2246" y="8152"/>
                </a:lnTo>
                <a:lnTo>
                  <a:pt x="2246" y="8893"/>
                </a:lnTo>
                <a:cubicBezTo>
                  <a:pt x="2246" y="9086"/>
                  <a:pt x="2402" y="9241"/>
                  <a:pt x="2592" y="9241"/>
                </a:cubicBezTo>
                <a:cubicBezTo>
                  <a:pt x="2785" y="9241"/>
                  <a:pt x="2940" y="9085"/>
                  <a:pt x="2940" y="8893"/>
                </a:cubicBezTo>
                <a:lnTo>
                  <a:pt x="2940" y="8152"/>
                </a:lnTo>
                <a:lnTo>
                  <a:pt x="3615" y="8152"/>
                </a:lnTo>
                <a:lnTo>
                  <a:pt x="3615" y="8893"/>
                </a:lnTo>
                <a:cubicBezTo>
                  <a:pt x="3615" y="9086"/>
                  <a:pt x="3771" y="9241"/>
                  <a:pt x="3963" y="9241"/>
                </a:cubicBezTo>
                <a:cubicBezTo>
                  <a:pt x="4156" y="9241"/>
                  <a:pt x="4310" y="9085"/>
                  <a:pt x="4310" y="8893"/>
                </a:cubicBezTo>
                <a:lnTo>
                  <a:pt x="4310" y="8152"/>
                </a:lnTo>
                <a:lnTo>
                  <a:pt x="4986" y="8152"/>
                </a:lnTo>
                <a:lnTo>
                  <a:pt x="4986" y="8893"/>
                </a:lnTo>
                <a:cubicBezTo>
                  <a:pt x="4986" y="9086"/>
                  <a:pt x="5142" y="9241"/>
                  <a:pt x="5332" y="9241"/>
                </a:cubicBezTo>
                <a:cubicBezTo>
                  <a:pt x="5523" y="9241"/>
                  <a:pt x="5679" y="9085"/>
                  <a:pt x="5679" y="8893"/>
                </a:cubicBezTo>
                <a:lnTo>
                  <a:pt x="5679" y="8152"/>
                </a:lnTo>
                <a:lnTo>
                  <a:pt x="6355" y="8152"/>
                </a:lnTo>
                <a:lnTo>
                  <a:pt x="6355" y="8893"/>
                </a:lnTo>
                <a:cubicBezTo>
                  <a:pt x="6355" y="9086"/>
                  <a:pt x="6511" y="9241"/>
                  <a:pt x="6702" y="9241"/>
                </a:cubicBezTo>
                <a:cubicBezTo>
                  <a:pt x="6894" y="9241"/>
                  <a:pt x="7048" y="9085"/>
                  <a:pt x="7048" y="8893"/>
                </a:cubicBezTo>
                <a:lnTo>
                  <a:pt x="7048" y="8151"/>
                </a:lnTo>
                <a:cubicBezTo>
                  <a:pt x="7647" y="8141"/>
                  <a:pt x="8129" y="7653"/>
                  <a:pt x="8129" y="7054"/>
                </a:cubicBezTo>
                <a:lnTo>
                  <a:pt x="8129" y="7046"/>
                </a:lnTo>
                <a:lnTo>
                  <a:pt x="8896" y="7046"/>
                </a:lnTo>
                <a:cubicBezTo>
                  <a:pt x="9089" y="7046"/>
                  <a:pt x="9243" y="6890"/>
                  <a:pt x="9243" y="6700"/>
                </a:cubicBezTo>
                <a:cubicBezTo>
                  <a:pt x="9243" y="6507"/>
                  <a:pt x="9087" y="6353"/>
                  <a:pt x="8896" y="6353"/>
                </a:cubicBezTo>
                <a:lnTo>
                  <a:pt x="8129" y="6353"/>
                </a:lnTo>
                <a:lnTo>
                  <a:pt x="8129" y="5677"/>
                </a:lnTo>
                <a:lnTo>
                  <a:pt x="8896" y="5677"/>
                </a:lnTo>
                <a:cubicBezTo>
                  <a:pt x="9089" y="5677"/>
                  <a:pt x="9243" y="5521"/>
                  <a:pt x="9243" y="5330"/>
                </a:cubicBezTo>
                <a:cubicBezTo>
                  <a:pt x="9243" y="5136"/>
                  <a:pt x="9087" y="4982"/>
                  <a:pt x="8896" y="4982"/>
                </a:cubicBezTo>
                <a:lnTo>
                  <a:pt x="8129" y="4982"/>
                </a:lnTo>
                <a:lnTo>
                  <a:pt x="8129" y="4306"/>
                </a:lnTo>
                <a:lnTo>
                  <a:pt x="8896" y="4306"/>
                </a:lnTo>
                <a:cubicBezTo>
                  <a:pt x="9089" y="4306"/>
                  <a:pt x="9243" y="4150"/>
                  <a:pt x="9243" y="3959"/>
                </a:cubicBezTo>
                <a:cubicBezTo>
                  <a:pt x="9243" y="3769"/>
                  <a:pt x="9087" y="3613"/>
                  <a:pt x="8896" y="3613"/>
                </a:cubicBezTo>
                <a:lnTo>
                  <a:pt x="8129" y="3613"/>
                </a:lnTo>
                <a:lnTo>
                  <a:pt x="8129" y="2937"/>
                </a:lnTo>
                <a:lnTo>
                  <a:pt x="8896" y="2937"/>
                </a:lnTo>
                <a:cubicBezTo>
                  <a:pt x="9089" y="2937"/>
                  <a:pt x="9243" y="2781"/>
                  <a:pt x="9243" y="2590"/>
                </a:cubicBezTo>
                <a:cubicBezTo>
                  <a:pt x="9243" y="2397"/>
                  <a:pt x="9087" y="2242"/>
                  <a:pt x="8896" y="2242"/>
                </a:cubicBezTo>
                <a:lnTo>
                  <a:pt x="8129" y="2242"/>
                </a:lnTo>
                <a:lnTo>
                  <a:pt x="8129" y="2202"/>
                </a:lnTo>
                <a:cubicBezTo>
                  <a:pt x="8129" y="1602"/>
                  <a:pt x="7647" y="1115"/>
                  <a:pt x="7048" y="1105"/>
                </a:cubicBezTo>
                <a:lnTo>
                  <a:pt x="7048" y="348"/>
                </a:lnTo>
                <a:cubicBezTo>
                  <a:pt x="7048" y="154"/>
                  <a:pt x="6894" y="0"/>
                  <a:pt x="6702" y="0"/>
                </a:cubicBezTo>
                <a:cubicBezTo>
                  <a:pt x="6511" y="0"/>
                  <a:pt x="6355" y="156"/>
                  <a:pt x="6355" y="348"/>
                </a:cubicBezTo>
                <a:lnTo>
                  <a:pt x="6355" y="1103"/>
                </a:lnTo>
                <a:lnTo>
                  <a:pt x="5679" y="1103"/>
                </a:lnTo>
                <a:lnTo>
                  <a:pt x="5679" y="348"/>
                </a:lnTo>
                <a:cubicBezTo>
                  <a:pt x="5679" y="154"/>
                  <a:pt x="5523" y="0"/>
                  <a:pt x="5332" y="0"/>
                </a:cubicBezTo>
                <a:cubicBezTo>
                  <a:pt x="5142" y="0"/>
                  <a:pt x="4986" y="156"/>
                  <a:pt x="4986" y="348"/>
                </a:cubicBezTo>
                <a:lnTo>
                  <a:pt x="4986" y="1103"/>
                </a:lnTo>
                <a:lnTo>
                  <a:pt x="4310" y="1103"/>
                </a:lnTo>
                <a:lnTo>
                  <a:pt x="4310" y="348"/>
                </a:lnTo>
                <a:cubicBezTo>
                  <a:pt x="4310" y="154"/>
                  <a:pt x="4154" y="0"/>
                  <a:pt x="3963" y="0"/>
                </a:cubicBezTo>
                <a:cubicBezTo>
                  <a:pt x="3770" y="0"/>
                  <a:pt x="3615" y="156"/>
                  <a:pt x="3615" y="348"/>
                </a:cubicBezTo>
                <a:lnTo>
                  <a:pt x="3615" y="1103"/>
                </a:lnTo>
                <a:lnTo>
                  <a:pt x="2940" y="1103"/>
                </a:lnTo>
                <a:lnTo>
                  <a:pt x="2940" y="348"/>
                </a:lnTo>
                <a:cubicBezTo>
                  <a:pt x="2940" y="154"/>
                  <a:pt x="2784" y="0"/>
                  <a:pt x="259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231"/>
          <p:cNvSpPr/>
          <p:nvPr/>
        </p:nvSpPr>
        <p:spPr>
          <a:xfrm>
            <a:off x="6295940" y="1620507"/>
            <a:ext cx="323142" cy="306736"/>
          </a:xfrm>
          <a:custGeom>
            <a:rect b="b" l="l" r="r" t="t"/>
            <a:pathLst>
              <a:path extrusionOk="0" h="8133" w="8568">
                <a:moveTo>
                  <a:pt x="6549" y="635"/>
                </a:moveTo>
                <a:cubicBezTo>
                  <a:pt x="7357" y="635"/>
                  <a:pt x="7831" y="859"/>
                  <a:pt x="7920" y="969"/>
                </a:cubicBezTo>
                <a:cubicBezTo>
                  <a:pt x="7829" y="1079"/>
                  <a:pt x="7357" y="1303"/>
                  <a:pt x="6549" y="1303"/>
                </a:cubicBezTo>
                <a:cubicBezTo>
                  <a:pt x="5743" y="1303"/>
                  <a:pt x="5269" y="1079"/>
                  <a:pt x="5180" y="969"/>
                </a:cubicBezTo>
                <a:cubicBezTo>
                  <a:pt x="5269" y="859"/>
                  <a:pt x="5743" y="635"/>
                  <a:pt x="6549" y="635"/>
                </a:cubicBezTo>
                <a:close/>
                <a:moveTo>
                  <a:pt x="7929" y="1698"/>
                </a:moveTo>
                <a:lnTo>
                  <a:pt x="7930" y="1837"/>
                </a:lnTo>
                <a:cubicBezTo>
                  <a:pt x="7877" y="1940"/>
                  <a:pt x="7400" y="2186"/>
                  <a:pt x="6549" y="2186"/>
                </a:cubicBezTo>
                <a:cubicBezTo>
                  <a:pt x="5692" y="2186"/>
                  <a:pt x="5213" y="1934"/>
                  <a:pt x="5171" y="1852"/>
                </a:cubicBezTo>
                <a:lnTo>
                  <a:pt x="5171" y="1698"/>
                </a:lnTo>
                <a:cubicBezTo>
                  <a:pt x="5554" y="1860"/>
                  <a:pt x="6062" y="1938"/>
                  <a:pt x="6549" y="1938"/>
                </a:cubicBezTo>
                <a:cubicBezTo>
                  <a:pt x="7038" y="1938"/>
                  <a:pt x="7547" y="1860"/>
                  <a:pt x="7929" y="1698"/>
                </a:cubicBezTo>
                <a:close/>
                <a:moveTo>
                  <a:pt x="7930" y="2586"/>
                </a:moveTo>
                <a:lnTo>
                  <a:pt x="7930" y="2721"/>
                </a:lnTo>
                <a:cubicBezTo>
                  <a:pt x="7878" y="2823"/>
                  <a:pt x="7401" y="3071"/>
                  <a:pt x="6549" y="3071"/>
                </a:cubicBezTo>
                <a:cubicBezTo>
                  <a:pt x="5692" y="3071"/>
                  <a:pt x="5213" y="2819"/>
                  <a:pt x="5171" y="2737"/>
                </a:cubicBezTo>
                <a:lnTo>
                  <a:pt x="5171" y="2586"/>
                </a:lnTo>
                <a:cubicBezTo>
                  <a:pt x="5554" y="2748"/>
                  <a:pt x="6062" y="2825"/>
                  <a:pt x="6549" y="2825"/>
                </a:cubicBezTo>
                <a:cubicBezTo>
                  <a:pt x="7039" y="2825"/>
                  <a:pt x="7547" y="2746"/>
                  <a:pt x="7930" y="2586"/>
                </a:cubicBezTo>
                <a:close/>
                <a:moveTo>
                  <a:pt x="2017" y="3279"/>
                </a:moveTo>
                <a:cubicBezTo>
                  <a:pt x="2825" y="3279"/>
                  <a:pt x="3297" y="3505"/>
                  <a:pt x="3386" y="3613"/>
                </a:cubicBezTo>
                <a:cubicBezTo>
                  <a:pt x="3296" y="3723"/>
                  <a:pt x="2825" y="3948"/>
                  <a:pt x="2017" y="3948"/>
                </a:cubicBezTo>
                <a:cubicBezTo>
                  <a:pt x="1209" y="3948"/>
                  <a:pt x="735" y="3723"/>
                  <a:pt x="646" y="3613"/>
                </a:cubicBezTo>
                <a:cubicBezTo>
                  <a:pt x="738" y="3505"/>
                  <a:pt x="1209" y="3279"/>
                  <a:pt x="2017" y="3279"/>
                </a:cubicBezTo>
                <a:close/>
                <a:moveTo>
                  <a:pt x="7930" y="3468"/>
                </a:moveTo>
                <a:lnTo>
                  <a:pt x="7930" y="3606"/>
                </a:lnTo>
                <a:cubicBezTo>
                  <a:pt x="7881" y="3708"/>
                  <a:pt x="7401" y="3956"/>
                  <a:pt x="6549" y="3956"/>
                </a:cubicBezTo>
                <a:cubicBezTo>
                  <a:pt x="5692" y="3956"/>
                  <a:pt x="5213" y="3704"/>
                  <a:pt x="5171" y="3622"/>
                </a:cubicBezTo>
                <a:lnTo>
                  <a:pt x="5171" y="3468"/>
                </a:lnTo>
                <a:cubicBezTo>
                  <a:pt x="5554" y="3628"/>
                  <a:pt x="6062" y="3707"/>
                  <a:pt x="6549" y="3707"/>
                </a:cubicBezTo>
                <a:cubicBezTo>
                  <a:pt x="7039" y="3707"/>
                  <a:pt x="7547" y="3628"/>
                  <a:pt x="7930" y="3468"/>
                </a:cubicBezTo>
                <a:close/>
                <a:moveTo>
                  <a:pt x="3398" y="4345"/>
                </a:moveTo>
                <a:lnTo>
                  <a:pt x="3398" y="4482"/>
                </a:lnTo>
                <a:cubicBezTo>
                  <a:pt x="3346" y="4585"/>
                  <a:pt x="2868" y="4834"/>
                  <a:pt x="2017" y="4834"/>
                </a:cubicBezTo>
                <a:cubicBezTo>
                  <a:pt x="1159" y="4834"/>
                  <a:pt x="681" y="4582"/>
                  <a:pt x="637" y="4500"/>
                </a:cubicBezTo>
                <a:lnTo>
                  <a:pt x="637" y="4345"/>
                </a:lnTo>
                <a:cubicBezTo>
                  <a:pt x="1022" y="4507"/>
                  <a:pt x="1528" y="4585"/>
                  <a:pt x="2017" y="4585"/>
                </a:cubicBezTo>
                <a:cubicBezTo>
                  <a:pt x="2507" y="4585"/>
                  <a:pt x="3013" y="4507"/>
                  <a:pt x="3398" y="4345"/>
                </a:cubicBezTo>
                <a:close/>
                <a:moveTo>
                  <a:pt x="7933" y="4353"/>
                </a:moveTo>
                <a:lnTo>
                  <a:pt x="7933" y="4488"/>
                </a:lnTo>
                <a:cubicBezTo>
                  <a:pt x="7882" y="4591"/>
                  <a:pt x="7406" y="4838"/>
                  <a:pt x="6552" y="4838"/>
                </a:cubicBezTo>
                <a:cubicBezTo>
                  <a:pt x="5694" y="4838"/>
                  <a:pt x="5216" y="4586"/>
                  <a:pt x="5172" y="4504"/>
                </a:cubicBezTo>
                <a:lnTo>
                  <a:pt x="5172" y="4353"/>
                </a:lnTo>
                <a:cubicBezTo>
                  <a:pt x="5557" y="4513"/>
                  <a:pt x="6063" y="4592"/>
                  <a:pt x="6552" y="4592"/>
                </a:cubicBezTo>
                <a:cubicBezTo>
                  <a:pt x="7042" y="4592"/>
                  <a:pt x="7548" y="4513"/>
                  <a:pt x="7933" y="4353"/>
                </a:cubicBezTo>
                <a:close/>
                <a:moveTo>
                  <a:pt x="3398" y="5229"/>
                </a:moveTo>
                <a:lnTo>
                  <a:pt x="3398" y="5364"/>
                </a:lnTo>
                <a:cubicBezTo>
                  <a:pt x="3347" y="5467"/>
                  <a:pt x="2868" y="5715"/>
                  <a:pt x="2017" y="5715"/>
                </a:cubicBezTo>
                <a:cubicBezTo>
                  <a:pt x="1159" y="5715"/>
                  <a:pt x="681" y="5462"/>
                  <a:pt x="637" y="5380"/>
                </a:cubicBezTo>
                <a:lnTo>
                  <a:pt x="637" y="5229"/>
                </a:lnTo>
                <a:cubicBezTo>
                  <a:pt x="1022" y="5391"/>
                  <a:pt x="1528" y="5468"/>
                  <a:pt x="2017" y="5468"/>
                </a:cubicBezTo>
                <a:cubicBezTo>
                  <a:pt x="2507" y="5468"/>
                  <a:pt x="3013" y="5389"/>
                  <a:pt x="3398" y="5229"/>
                </a:cubicBezTo>
                <a:close/>
                <a:moveTo>
                  <a:pt x="7930" y="5236"/>
                </a:moveTo>
                <a:lnTo>
                  <a:pt x="7930" y="5379"/>
                </a:lnTo>
                <a:cubicBezTo>
                  <a:pt x="7882" y="5480"/>
                  <a:pt x="7403" y="5729"/>
                  <a:pt x="6549" y="5729"/>
                </a:cubicBezTo>
                <a:cubicBezTo>
                  <a:pt x="5692" y="5729"/>
                  <a:pt x="5213" y="5477"/>
                  <a:pt x="5171" y="5395"/>
                </a:cubicBezTo>
                <a:lnTo>
                  <a:pt x="5171" y="5236"/>
                </a:lnTo>
                <a:cubicBezTo>
                  <a:pt x="5554" y="5398"/>
                  <a:pt x="6062" y="5476"/>
                  <a:pt x="6549" y="5476"/>
                </a:cubicBezTo>
                <a:cubicBezTo>
                  <a:pt x="7039" y="5476"/>
                  <a:pt x="7548" y="5398"/>
                  <a:pt x="7930" y="5236"/>
                </a:cubicBezTo>
                <a:close/>
                <a:moveTo>
                  <a:pt x="3399" y="6113"/>
                </a:moveTo>
                <a:lnTo>
                  <a:pt x="3399" y="6254"/>
                </a:lnTo>
                <a:cubicBezTo>
                  <a:pt x="3350" y="6353"/>
                  <a:pt x="2872" y="6606"/>
                  <a:pt x="2017" y="6606"/>
                </a:cubicBezTo>
                <a:cubicBezTo>
                  <a:pt x="1159" y="6606"/>
                  <a:pt x="681" y="6353"/>
                  <a:pt x="637" y="6271"/>
                </a:cubicBezTo>
                <a:lnTo>
                  <a:pt x="637" y="6113"/>
                </a:lnTo>
                <a:cubicBezTo>
                  <a:pt x="1022" y="6274"/>
                  <a:pt x="1528" y="6352"/>
                  <a:pt x="2017" y="6352"/>
                </a:cubicBezTo>
                <a:cubicBezTo>
                  <a:pt x="2507" y="6352"/>
                  <a:pt x="3015" y="6273"/>
                  <a:pt x="3399" y="6113"/>
                </a:cubicBezTo>
                <a:close/>
                <a:moveTo>
                  <a:pt x="7933" y="6127"/>
                </a:moveTo>
                <a:lnTo>
                  <a:pt x="7933" y="6263"/>
                </a:lnTo>
                <a:cubicBezTo>
                  <a:pt x="7884" y="6364"/>
                  <a:pt x="7407" y="6616"/>
                  <a:pt x="6549" y="6616"/>
                </a:cubicBezTo>
                <a:cubicBezTo>
                  <a:pt x="5692" y="6616"/>
                  <a:pt x="5213" y="6364"/>
                  <a:pt x="5171" y="6282"/>
                </a:cubicBezTo>
                <a:lnTo>
                  <a:pt x="5171" y="6127"/>
                </a:lnTo>
                <a:cubicBezTo>
                  <a:pt x="5554" y="6289"/>
                  <a:pt x="6062" y="6367"/>
                  <a:pt x="6549" y="6367"/>
                </a:cubicBezTo>
                <a:cubicBezTo>
                  <a:pt x="7039" y="6367"/>
                  <a:pt x="7548" y="6289"/>
                  <a:pt x="7933" y="6127"/>
                </a:cubicBezTo>
                <a:close/>
                <a:moveTo>
                  <a:pt x="3399" y="7001"/>
                </a:moveTo>
                <a:lnTo>
                  <a:pt x="3399" y="7136"/>
                </a:lnTo>
                <a:cubicBezTo>
                  <a:pt x="3355" y="7234"/>
                  <a:pt x="2874" y="7486"/>
                  <a:pt x="2017" y="7486"/>
                </a:cubicBezTo>
                <a:cubicBezTo>
                  <a:pt x="1159" y="7486"/>
                  <a:pt x="681" y="7234"/>
                  <a:pt x="637" y="7152"/>
                </a:cubicBezTo>
                <a:lnTo>
                  <a:pt x="637" y="7001"/>
                </a:lnTo>
                <a:cubicBezTo>
                  <a:pt x="1022" y="7162"/>
                  <a:pt x="1528" y="7241"/>
                  <a:pt x="2017" y="7241"/>
                </a:cubicBezTo>
                <a:cubicBezTo>
                  <a:pt x="2507" y="7241"/>
                  <a:pt x="3015" y="7162"/>
                  <a:pt x="3399" y="7001"/>
                </a:cubicBezTo>
                <a:close/>
                <a:moveTo>
                  <a:pt x="7933" y="7009"/>
                </a:moveTo>
                <a:lnTo>
                  <a:pt x="7933" y="7146"/>
                </a:lnTo>
                <a:cubicBezTo>
                  <a:pt x="7885" y="7244"/>
                  <a:pt x="7407" y="7497"/>
                  <a:pt x="6549" y="7497"/>
                </a:cubicBezTo>
                <a:cubicBezTo>
                  <a:pt x="5692" y="7497"/>
                  <a:pt x="5213" y="7244"/>
                  <a:pt x="5171" y="7162"/>
                </a:cubicBezTo>
                <a:lnTo>
                  <a:pt x="5171" y="7009"/>
                </a:lnTo>
                <a:cubicBezTo>
                  <a:pt x="5554" y="7170"/>
                  <a:pt x="6062" y="7249"/>
                  <a:pt x="6549" y="7249"/>
                </a:cubicBezTo>
                <a:cubicBezTo>
                  <a:pt x="7039" y="7249"/>
                  <a:pt x="7548" y="7170"/>
                  <a:pt x="7933" y="7009"/>
                </a:cubicBezTo>
                <a:close/>
                <a:moveTo>
                  <a:pt x="2017" y="2644"/>
                </a:moveTo>
                <a:cubicBezTo>
                  <a:pt x="1046" y="2644"/>
                  <a:pt x="0" y="2945"/>
                  <a:pt x="0" y="3612"/>
                </a:cubicBezTo>
                <a:lnTo>
                  <a:pt x="0" y="3619"/>
                </a:lnTo>
                <a:lnTo>
                  <a:pt x="0" y="3624"/>
                </a:lnTo>
                <a:lnTo>
                  <a:pt x="0" y="7151"/>
                </a:lnTo>
                <a:cubicBezTo>
                  <a:pt x="0" y="7816"/>
                  <a:pt x="1046" y="8119"/>
                  <a:pt x="2017" y="8119"/>
                </a:cubicBezTo>
                <a:cubicBezTo>
                  <a:pt x="2988" y="8119"/>
                  <a:pt x="4032" y="7816"/>
                  <a:pt x="4032" y="7151"/>
                </a:cubicBezTo>
                <a:lnTo>
                  <a:pt x="4032" y="3624"/>
                </a:lnTo>
                <a:lnTo>
                  <a:pt x="4032" y="3619"/>
                </a:lnTo>
                <a:lnTo>
                  <a:pt x="4032" y="3612"/>
                </a:lnTo>
                <a:cubicBezTo>
                  <a:pt x="4032" y="2948"/>
                  <a:pt x="2988" y="2644"/>
                  <a:pt x="2017" y="2644"/>
                </a:cubicBezTo>
                <a:close/>
                <a:moveTo>
                  <a:pt x="6552" y="1"/>
                </a:moveTo>
                <a:cubicBezTo>
                  <a:pt x="5612" y="1"/>
                  <a:pt x="4607" y="286"/>
                  <a:pt x="4541" y="908"/>
                </a:cubicBezTo>
                <a:cubicBezTo>
                  <a:pt x="4538" y="918"/>
                  <a:pt x="4535" y="929"/>
                  <a:pt x="4535" y="938"/>
                </a:cubicBezTo>
                <a:lnTo>
                  <a:pt x="4535" y="7162"/>
                </a:lnTo>
                <a:cubicBezTo>
                  <a:pt x="4535" y="7829"/>
                  <a:pt x="5581" y="8132"/>
                  <a:pt x="6552" y="8132"/>
                </a:cubicBezTo>
                <a:cubicBezTo>
                  <a:pt x="7522" y="8132"/>
                  <a:pt x="8567" y="7829"/>
                  <a:pt x="8567" y="7162"/>
                </a:cubicBezTo>
                <a:lnTo>
                  <a:pt x="8567" y="938"/>
                </a:lnTo>
                <a:cubicBezTo>
                  <a:pt x="8566" y="926"/>
                  <a:pt x="8560" y="917"/>
                  <a:pt x="8560" y="908"/>
                </a:cubicBezTo>
                <a:cubicBezTo>
                  <a:pt x="8497" y="286"/>
                  <a:pt x="7490" y="1"/>
                  <a:pt x="65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231"/>
          <p:cNvSpPr/>
          <p:nvPr/>
        </p:nvSpPr>
        <p:spPr>
          <a:xfrm>
            <a:off x="4758300" y="1414713"/>
            <a:ext cx="4131300" cy="3096300"/>
          </a:xfrm>
          <a:prstGeom prst="rect">
            <a:avLst/>
          </a:prstGeom>
          <a:solidFill>
            <a:srgbClr val="F2F5F6"/>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900">
                <a:solidFill>
                  <a:srgbClr val="717171"/>
                </a:solidFill>
              </a:rPr>
              <a:t>Objective:</a:t>
            </a:r>
            <a:endParaRPr b="1" sz="900">
              <a:solidFill>
                <a:srgbClr val="717171"/>
              </a:solidFill>
            </a:endParaRPr>
          </a:p>
          <a:p>
            <a:pPr indent="0" lvl="0" marL="0" rtl="0" algn="l">
              <a:lnSpc>
                <a:spcPct val="115000"/>
              </a:lnSpc>
              <a:spcBef>
                <a:spcPts val="0"/>
              </a:spcBef>
              <a:spcAft>
                <a:spcPts val="0"/>
              </a:spcAft>
              <a:buNone/>
            </a:pPr>
            <a:r>
              <a:rPr lang="en" sz="900">
                <a:solidFill>
                  <a:srgbClr val="717171"/>
                </a:solidFill>
              </a:rPr>
              <a:t>Productionalize Arkema’s existing pricing simulation application and ML model on Snowflake. Scope: (1) Platform Foundation — 4 RBAC</a:t>
            </a:r>
            <a:r>
              <a:rPr lang="en" sz="900">
                <a:solidFill>
                  <a:srgbClr val="717171"/>
                </a:solidFill>
              </a:rPr>
              <a:t> roles</a:t>
            </a:r>
            <a:r>
              <a:rPr lang="en" sz="900">
                <a:solidFill>
                  <a:srgbClr val="717171"/>
                </a:solidFill>
              </a:rPr>
              <a:t>, SSO/SCIM with Arkema’s IdP, Snowpipe for 12 production tables; (2) ML Productionalization — code review via GitHub, production configuration, deployment, 2-week UAT; (3) App Productionalization — production configuration, deploy as-is, 2-week UAT.</a:t>
            </a:r>
            <a:r>
              <a:rPr lang="en" sz="900">
                <a:solidFill>
                  <a:srgbClr val="717171"/>
                </a:solidFill>
              </a:rPr>
              <a:t>  </a:t>
            </a:r>
            <a:endParaRPr sz="900">
              <a:solidFill>
                <a:srgbClr val="717171"/>
              </a:solidFill>
            </a:endParaRPr>
          </a:p>
          <a:p>
            <a:pPr indent="0" lvl="0" marL="0" rtl="0" algn="l">
              <a:lnSpc>
                <a:spcPct val="115000"/>
              </a:lnSpc>
              <a:spcBef>
                <a:spcPts val="0"/>
              </a:spcBef>
              <a:spcAft>
                <a:spcPts val="0"/>
              </a:spcAft>
              <a:buNone/>
            </a:pPr>
            <a:r>
              <a:t/>
            </a:r>
            <a:endParaRPr sz="900">
              <a:solidFill>
                <a:srgbClr val="717171"/>
              </a:solidFill>
            </a:endParaRPr>
          </a:p>
          <a:p>
            <a:pPr indent="0" lvl="0" marL="0" rtl="0" algn="l">
              <a:lnSpc>
                <a:spcPct val="115000"/>
              </a:lnSpc>
              <a:spcBef>
                <a:spcPts val="0"/>
              </a:spcBef>
              <a:spcAft>
                <a:spcPts val="0"/>
              </a:spcAft>
              <a:buNone/>
            </a:pPr>
            <a:r>
              <a:rPr lang="en" sz="900">
                <a:solidFill>
                  <a:srgbClr val="717171"/>
                </a:solidFill>
              </a:rPr>
              <a:t>No new features, no bug fixes, no code modifications are in scope.</a:t>
            </a:r>
            <a:endParaRPr sz="900">
              <a:solidFill>
                <a:srgbClr val="717171"/>
              </a:solidFill>
            </a:endParaRPr>
          </a:p>
          <a:p>
            <a:pPr indent="0" lvl="0" marL="0" rtl="0" algn="l">
              <a:lnSpc>
                <a:spcPct val="115000"/>
              </a:lnSpc>
              <a:spcBef>
                <a:spcPts val="0"/>
              </a:spcBef>
              <a:spcAft>
                <a:spcPts val="0"/>
              </a:spcAft>
              <a:buNone/>
            </a:pPr>
            <a:r>
              <a:t/>
            </a:r>
            <a:endParaRPr sz="900">
              <a:solidFill>
                <a:srgbClr val="717171"/>
              </a:solidFill>
            </a:endParaRPr>
          </a:p>
          <a:p>
            <a:pPr indent="0" lvl="0" marL="0" rtl="0" algn="l">
              <a:lnSpc>
                <a:spcPct val="115000"/>
              </a:lnSpc>
              <a:spcBef>
                <a:spcPts val="0"/>
              </a:spcBef>
              <a:spcAft>
                <a:spcPts val="0"/>
              </a:spcAft>
              <a:buNone/>
            </a:pPr>
            <a:r>
              <a:rPr b="1" lang="en" sz="900">
                <a:solidFill>
                  <a:srgbClr val="717171"/>
                </a:solidFill>
              </a:rPr>
              <a:t>Value Achieved: </a:t>
            </a:r>
            <a:endParaRPr b="1" sz="900">
              <a:solidFill>
                <a:srgbClr val="717171"/>
              </a:solidFill>
            </a:endParaRPr>
          </a:p>
          <a:p>
            <a:pPr indent="-285750" lvl="0" marL="457200" rtl="0" algn="l">
              <a:spcBef>
                <a:spcPts val="0"/>
              </a:spcBef>
              <a:spcAft>
                <a:spcPts val="0"/>
              </a:spcAft>
              <a:buClr>
                <a:srgbClr val="0AB7F2"/>
              </a:buClr>
              <a:buSzPts val="900"/>
              <a:buChar char="❄"/>
            </a:pPr>
            <a:r>
              <a:rPr lang="en" sz="900">
                <a:solidFill>
                  <a:srgbClr val="717171"/>
                </a:solidFill>
              </a:rPr>
              <a:t>Pricing simulation application live and usable for business decisions at $0 customer cost via PS investment ($144K list price).</a:t>
            </a:r>
            <a:endParaRPr sz="900">
              <a:solidFill>
                <a:srgbClr val="717171"/>
              </a:solidFill>
            </a:endParaRPr>
          </a:p>
          <a:p>
            <a:pPr indent="-285750" lvl="0" marL="457200" rtl="0" algn="l">
              <a:spcBef>
                <a:spcPts val="1000"/>
              </a:spcBef>
              <a:spcAft>
                <a:spcPts val="0"/>
              </a:spcAft>
              <a:buClr>
                <a:srgbClr val="0AB7F2"/>
              </a:buClr>
              <a:buSzPts val="900"/>
              <a:buChar char="❄"/>
            </a:pPr>
            <a:r>
              <a:rPr lang="en" sz="900">
                <a:solidFill>
                  <a:srgbClr val="717171"/>
                </a:solidFill>
              </a:rPr>
              <a:t>Enterprise Snowflake security foundation (RBAC, SSO/SCIM, Snowpipe) in place, positioning Arkema for future platform expansion, SAP BW modernization, and additional AI/ML use cases.</a:t>
            </a:r>
            <a:endParaRPr sz="900">
              <a:solidFill>
                <a:srgbClr val="717171"/>
              </a:solidFill>
            </a:endParaRPr>
          </a:p>
          <a:p>
            <a:pPr indent="0" lvl="0" marL="0" marR="0" rtl="0" algn="l">
              <a:lnSpc>
                <a:spcPct val="100000"/>
              </a:lnSpc>
              <a:spcBef>
                <a:spcPts val="1000"/>
              </a:spcBef>
              <a:spcAft>
                <a:spcPts val="0"/>
              </a:spcAft>
              <a:buNone/>
            </a:pPr>
            <a:r>
              <a:t/>
            </a:r>
            <a:endParaRPr b="1" sz="900">
              <a:solidFill>
                <a:srgbClr val="717171"/>
              </a:solidFill>
            </a:endParaRPr>
          </a:p>
          <a:p>
            <a:pPr indent="0" lvl="0" marL="0" marR="0" rtl="0" algn="l">
              <a:lnSpc>
                <a:spcPct val="115000"/>
              </a:lnSpc>
              <a:spcBef>
                <a:spcPts val="1000"/>
              </a:spcBef>
              <a:spcAft>
                <a:spcPts val="0"/>
              </a:spcAft>
              <a:buNone/>
            </a:pPr>
            <a:r>
              <a:t/>
            </a:r>
            <a:endParaRPr sz="900">
              <a:solidFill>
                <a:srgbClr val="717171"/>
              </a:solidFill>
            </a:endParaRPr>
          </a:p>
        </p:txBody>
      </p:sp>
      <p:sp>
        <p:nvSpPr>
          <p:cNvPr id="2179" name="Google Shape;2179;p231"/>
          <p:cNvSpPr/>
          <p:nvPr/>
        </p:nvSpPr>
        <p:spPr>
          <a:xfrm>
            <a:off x="4388223" y="2037863"/>
            <a:ext cx="279600" cy="1518300"/>
          </a:xfrm>
          <a:prstGeom prst="rightArrow">
            <a:avLst>
              <a:gd fmla="val 50000" name="adj1"/>
              <a:gd fmla="val 50000" name="adj2"/>
            </a:avLst>
          </a:prstGeom>
          <a:solidFill>
            <a:srgbClr val="9E9E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0" name="Google Shape;2180;p231"/>
          <p:cNvSpPr/>
          <p:nvPr/>
        </p:nvSpPr>
        <p:spPr>
          <a:xfrm>
            <a:off x="556925" y="998988"/>
            <a:ext cx="3740700" cy="306600"/>
          </a:xfrm>
          <a:prstGeom prst="rect">
            <a:avLst/>
          </a:prstGeom>
          <a:solidFill>
            <a:srgbClr val="0AB7F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n" sz="1200">
                <a:solidFill>
                  <a:srgbClr val="FFFFFF"/>
                </a:solidFill>
              </a:rPr>
              <a:t>Context</a:t>
            </a:r>
            <a:endParaRPr b="1" i="0" sz="1200" u="none" cap="none" strike="noStrike">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4" name="Shape 2184"/>
        <p:cNvGrpSpPr/>
        <p:nvPr/>
      </p:nvGrpSpPr>
      <p:grpSpPr>
        <a:xfrm>
          <a:off x="0" y="0"/>
          <a:ext cx="0" cy="0"/>
          <a:chOff x="0" y="0"/>
          <a:chExt cx="0" cy="0"/>
        </a:xfrm>
      </p:grpSpPr>
      <p:sp>
        <p:nvSpPr>
          <p:cNvPr id="2185" name="Google Shape;2185;p232"/>
          <p:cNvSpPr/>
          <p:nvPr/>
        </p:nvSpPr>
        <p:spPr>
          <a:xfrm>
            <a:off x="0" y="343500"/>
            <a:ext cx="137100" cy="365700"/>
          </a:xfrm>
          <a:prstGeom prst="rect">
            <a:avLst/>
          </a:prstGeom>
          <a:solidFill>
            <a:srgbClr val="0AB7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232"/>
          <p:cNvSpPr txBox="1"/>
          <p:nvPr/>
        </p:nvSpPr>
        <p:spPr>
          <a:xfrm>
            <a:off x="406737" y="251989"/>
            <a:ext cx="8730000" cy="548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b="1" lang="en" sz="2400">
                <a:solidFill>
                  <a:srgbClr val="262626"/>
                </a:solidFill>
              </a:rPr>
              <a:t>Scope Summary</a:t>
            </a:r>
            <a:endParaRPr b="1" sz="2400">
              <a:solidFill>
                <a:srgbClr val="262626"/>
              </a:solidFill>
            </a:endParaRPr>
          </a:p>
        </p:txBody>
      </p:sp>
      <p:graphicFrame>
        <p:nvGraphicFramePr>
          <p:cNvPr id="2187" name="Google Shape;2187;p232"/>
          <p:cNvGraphicFramePr/>
          <p:nvPr/>
        </p:nvGraphicFramePr>
        <p:xfrm>
          <a:off x="212038" y="800688"/>
          <a:ext cx="3000000" cy="3000000"/>
        </p:xfrm>
        <a:graphic>
          <a:graphicData uri="http://schemas.openxmlformats.org/drawingml/2006/table">
            <a:tbl>
              <a:tblPr>
                <a:noFill/>
                <a:tableStyleId>{E57F787C-4879-46B9-9B3C-02D91DE5175E}</a:tableStyleId>
              </a:tblPr>
              <a:tblGrid>
                <a:gridCol w="2608325"/>
                <a:gridCol w="6121675"/>
              </a:tblGrid>
              <a:tr h="241200">
                <a:tc>
                  <a:txBody>
                    <a:bodyPr/>
                    <a:lstStyle/>
                    <a:p>
                      <a:pPr indent="0" lvl="0" marL="0" rtl="0" algn="ctr">
                        <a:lnSpc>
                          <a:spcPct val="115000"/>
                        </a:lnSpc>
                        <a:spcBef>
                          <a:spcPts val="0"/>
                        </a:spcBef>
                        <a:spcAft>
                          <a:spcPts val="0"/>
                        </a:spcAft>
                        <a:buNone/>
                      </a:pPr>
                      <a:r>
                        <a:rPr b="1" lang="en" sz="800">
                          <a:solidFill>
                            <a:srgbClr val="FFFFFF"/>
                          </a:solidFill>
                        </a:rPr>
                        <a:t>KEY ACTIVITY</a:t>
                      </a:r>
                      <a:endParaRPr b="1" sz="8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27B5E8"/>
                    </a:solidFill>
                  </a:tcPr>
                </a:tc>
                <a:tc>
                  <a:txBody>
                    <a:bodyPr/>
                    <a:lstStyle/>
                    <a:p>
                      <a:pPr indent="0" lvl="0" marL="0" rtl="0" algn="ctr">
                        <a:lnSpc>
                          <a:spcPct val="115000"/>
                        </a:lnSpc>
                        <a:spcBef>
                          <a:spcPts val="0"/>
                        </a:spcBef>
                        <a:spcAft>
                          <a:spcPts val="0"/>
                        </a:spcAft>
                        <a:buNone/>
                      </a:pPr>
                      <a:r>
                        <a:rPr b="1" lang="en" sz="800">
                          <a:solidFill>
                            <a:srgbClr val="FFFFFF"/>
                          </a:solidFill>
                        </a:rPr>
                        <a:t>ACTIVITIES</a:t>
                      </a:r>
                      <a:endParaRPr b="1" sz="8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27B5E8"/>
                    </a:solidFill>
                  </a:tcPr>
                </a:tc>
              </a:tr>
              <a:tr h="397275">
                <a:tc>
                  <a:txBody>
                    <a:bodyPr/>
                    <a:lstStyle/>
                    <a:p>
                      <a:pPr indent="0" lvl="0" marL="0" rtl="0" algn="l">
                        <a:lnSpc>
                          <a:spcPct val="115000"/>
                        </a:lnSpc>
                        <a:spcBef>
                          <a:spcPts val="0"/>
                        </a:spcBef>
                        <a:spcAft>
                          <a:spcPts val="0"/>
                        </a:spcAft>
                        <a:buNone/>
                      </a:pPr>
                      <a:r>
                        <a:rPr b="1" lang="en" sz="700"/>
                        <a:t>Project Setup &amp; Kickoff</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c>
                  <a:txBody>
                    <a:bodyPr/>
                    <a:lstStyle/>
                    <a:p>
                      <a:pPr indent="0" lvl="0" marL="0" rtl="0" algn="l">
                        <a:lnSpc>
                          <a:spcPct val="115000"/>
                        </a:lnSpc>
                        <a:spcBef>
                          <a:spcPts val="0"/>
                        </a:spcBef>
                        <a:spcAft>
                          <a:spcPts val="0"/>
                        </a:spcAft>
                        <a:buNone/>
                      </a:pPr>
                      <a:r>
                        <a:rPr lang="en" sz="700"/>
                        <a:t>- Establish communication channels, confirm GitHub/system access, assign DRIs</a:t>
                      </a:r>
                      <a:endParaRPr sz="700"/>
                    </a:p>
                    <a:p>
                      <a:pPr indent="0" lvl="0" marL="0" rtl="0" algn="l">
                        <a:lnSpc>
                          <a:spcPct val="115000"/>
                        </a:lnSpc>
                        <a:spcBef>
                          <a:spcPts val="0"/>
                        </a:spcBef>
                        <a:spcAft>
                          <a:spcPts val="0"/>
                        </a:spcAft>
                        <a:buNone/>
                      </a:pPr>
                      <a:r>
                        <a:rPr lang="en" sz="700"/>
                        <a:t>- Internal handoff to CV Briggler (Platform) and Jake Neal (ML + App)</a:t>
                      </a:r>
                      <a:endParaRPr sz="700"/>
                    </a:p>
                    <a:p>
                      <a:pPr indent="0" lvl="0" marL="0" rtl="0" algn="l">
                        <a:lnSpc>
                          <a:spcPct val="115000"/>
                        </a:lnSpc>
                        <a:spcBef>
                          <a:spcPts val="0"/>
                        </a:spcBef>
                        <a:spcAft>
                          <a:spcPts val="0"/>
                        </a:spcAft>
                        <a:buNone/>
                      </a:pPr>
                      <a:r>
                        <a:rPr lang="en" sz="700"/>
                        <a:t>- Confirm 12 source table details, RBAC role names, and IdP details before Week 1</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r>
              <a:tr h="212825">
                <a:tc>
                  <a:txBody>
                    <a:bodyPr/>
                    <a:lstStyle/>
                    <a:p>
                      <a:pPr indent="0" lvl="0" marL="0" rtl="0" algn="l">
                        <a:lnSpc>
                          <a:spcPct val="115000"/>
                        </a:lnSpc>
                        <a:spcBef>
                          <a:spcPts val="0"/>
                        </a:spcBef>
                        <a:spcAft>
                          <a:spcPts val="0"/>
                        </a:spcAft>
                        <a:buNone/>
                      </a:pPr>
                      <a:r>
                        <a:rPr b="1" lang="en" sz="700"/>
                        <a:t>Platform Foundation — Security &amp; Identity</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c>
                  <a:txBody>
                    <a:bodyPr/>
                    <a:lstStyle/>
                    <a:p>
                      <a:pPr indent="0" lvl="0" marL="0" rtl="0" algn="l">
                        <a:lnSpc>
                          <a:spcPct val="115000"/>
                        </a:lnSpc>
                        <a:spcBef>
                          <a:spcPts val="0"/>
                        </a:spcBef>
                        <a:spcAft>
                          <a:spcPts val="0"/>
                        </a:spcAft>
                        <a:buNone/>
                      </a:pPr>
                      <a:r>
                        <a:rPr lang="en" sz="700"/>
                        <a:t>- </a:t>
                      </a:r>
                      <a:r>
                        <a:rPr lang="en" sz="700"/>
                        <a:t>Configure 4 RBAC r</a:t>
                      </a:r>
                      <a:r>
                        <a:rPr lang="en" sz="700"/>
                        <a:t>oles with defined data access permissions</a:t>
                      </a:r>
                      <a:endParaRPr sz="700"/>
                    </a:p>
                    <a:p>
                      <a:pPr indent="0" lvl="0" marL="0" rtl="0" algn="l">
                        <a:lnSpc>
                          <a:spcPct val="115000"/>
                        </a:lnSpc>
                        <a:spcBef>
                          <a:spcPts val="0"/>
                        </a:spcBef>
                        <a:spcAft>
                          <a:spcPts val="0"/>
                        </a:spcAft>
                        <a:buNone/>
                      </a:pPr>
                      <a:r>
                        <a:rPr lang="en" sz="700"/>
                        <a:t>- SSO/SCIM integration with Arkema’s identity provider</a:t>
                      </a:r>
                      <a:endParaRPr sz="700"/>
                    </a:p>
                    <a:p>
                      <a:pPr indent="0" lvl="0" marL="0" rtl="0" algn="l">
                        <a:lnSpc>
                          <a:spcPct val="115000"/>
                        </a:lnSpc>
                        <a:spcBef>
                          <a:spcPts val="0"/>
                        </a:spcBef>
                        <a:spcAft>
                          <a:spcPts val="0"/>
                        </a:spcAft>
                        <a:buNone/>
                      </a:pPr>
                      <a:r>
                        <a:rPr lang="en" sz="700"/>
                        <a:t>- Environment validation and production readiness sign-off</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r>
              <a:tr h="212825">
                <a:tc>
                  <a:txBody>
                    <a:bodyPr/>
                    <a:lstStyle/>
                    <a:p>
                      <a:pPr indent="0" lvl="0" marL="0" rtl="0" algn="l">
                        <a:lnSpc>
                          <a:spcPct val="115000"/>
                        </a:lnSpc>
                        <a:spcBef>
                          <a:spcPts val="0"/>
                        </a:spcBef>
                        <a:spcAft>
                          <a:spcPts val="0"/>
                        </a:spcAft>
                        <a:buNone/>
                      </a:pPr>
                      <a:r>
                        <a:rPr b="1" lang="en" sz="700"/>
                        <a:t>Platform Foundation — Data Ingestion</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c>
                  <a:txBody>
                    <a:bodyPr/>
                    <a:lstStyle/>
                    <a:p>
                      <a:pPr indent="0" lvl="0" marL="0" rtl="0" algn="l">
                        <a:lnSpc>
                          <a:spcPct val="115000"/>
                        </a:lnSpc>
                        <a:spcBef>
                          <a:spcPts val="0"/>
                        </a:spcBef>
                        <a:spcAft>
                          <a:spcPts val="0"/>
                        </a:spcAft>
                        <a:buNone/>
                      </a:pPr>
                      <a:r>
                        <a:rPr lang="en" sz="700"/>
                        <a:t>- Configure Snowpipe ingestion for 12 specified production source tables</a:t>
                      </a:r>
                      <a:endParaRPr sz="700"/>
                    </a:p>
                    <a:p>
                      <a:pPr indent="0" lvl="0" marL="0" rtl="0" algn="l">
                        <a:lnSpc>
                          <a:spcPct val="115000"/>
                        </a:lnSpc>
                        <a:spcBef>
                          <a:spcPts val="0"/>
                        </a:spcBef>
                        <a:spcAft>
                          <a:spcPts val="0"/>
                        </a:spcAft>
                        <a:buNone/>
                      </a:pPr>
                      <a:r>
                        <a:rPr lang="en" sz="700"/>
                        <a:t>- Validate ingestion pipelines with error handling and monitoring</a:t>
                      </a:r>
                      <a:endParaRPr sz="700"/>
                    </a:p>
                    <a:p>
                      <a:pPr indent="0" lvl="0" marL="0" rtl="0" algn="l">
                        <a:lnSpc>
                          <a:spcPct val="115000"/>
                        </a:lnSpc>
                        <a:spcBef>
                          <a:spcPts val="0"/>
                        </a:spcBef>
                        <a:spcAft>
                          <a:spcPts val="0"/>
                        </a:spcAft>
                        <a:buNone/>
                      </a:pPr>
                      <a:r>
                        <a:rPr lang="en" sz="700"/>
                        <a:t>- Confirm all 12 tables ingesting before Week 5 milestone</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r>
              <a:tr h="120600">
                <a:tc>
                  <a:txBody>
                    <a:bodyPr/>
                    <a:lstStyle/>
                    <a:p>
                      <a:pPr indent="0" lvl="0" marL="0" rtl="0" algn="l">
                        <a:lnSpc>
                          <a:spcPct val="115000"/>
                        </a:lnSpc>
                        <a:spcBef>
                          <a:spcPts val="0"/>
                        </a:spcBef>
                        <a:spcAft>
                          <a:spcPts val="0"/>
                        </a:spcAft>
                        <a:buNone/>
                      </a:pPr>
                      <a:r>
                        <a:rPr b="1" lang="en" sz="700"/>
                        <a:t>ML Productionalization</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c>
                  <a:txBody>
                    <a:bodyPr/>
                    <a:lstStyle/>
                    <a:p>
                      <a:pPr indent="0" lvl="0" marL="0" rtl="0" algn="l">
                        <a:lnSpc>
                          <a:spcPct val="115000"/>
                        </a:lnSpc>
                        <a:spcBef>
                          <a:spcPts val="0"/>
                        </a:spcBef>
                        <a:spcAft>
                          <a:spcPts val="0"/>
                        </a:spcAft>
                        <a:buNone/>
                      </a:pPr>
                      <a:r>
                        <a:rPr lang="en" sz="700"/>
                        <a:t>- Review existing app code in Github </a:t>
                      </a:r>
                      <a:endParaRPr sz="700"/>
                    </a:p>
                    <a:p>
                      <a:pPr indent="0" lvl="0" marL="0" rtl="0" algn="l">
                        <a:lnSpc>
                          <a:spcPct val="115000"/>
                        </a:lnSpc>
                        <a:spcBef>
                          <a:spcPts val="0"/>
                        </a:spcBef>
                        <a:spcAft>
                          <a:spcPts val="0"/>
                        </a:spcAft>
                        <a:buNone/>
                      </a:pPr>
                      <a:r>
                        <a:rPr lang="en" sz="700"/>
                        <a:t>- Use Model Registry</a:t>
                      </a:r>
                      <a:endParaRPr sz="700"/>
                    </a:p>
                    <a:p>
                      <a:pPr indent="0" lvl="0" marL="0" rtl="0" algn="l">
                        <a:lnSpc>
                          <a:spcPct val="115000"/>
                        </a:lnSpc>
                        <a:spcBef>
                          <a:spcPts val="0"/>
                        </a:spcBef>
                        <a:spcAft>
                          <a:spcPts val="0"/>
                        </a:spcAft>
                        <a:buNone/>
                      </a:pPr>
                      <a:r>
                        <a:rPr lang="en" sz="700"/>
                        <a:t>- Provide ML best practices</a:t>
                      </a:r>
                      <a:endParaRPr sz="700"/>
                    </a:p>
                    <a:p>
                      <a:pPr indent="0" lvl="0" marL="0" rtl="0" algn="l">
                        <a:lnSpc>
                          <a:spcPct val="115000"/>
                        </a:lnSpc>
                        <a:spcBef>
                          <a:spcPts val="0"/>
                        </a:spcBef>
                        <a:spcAft>
                          <a:spcPts val="0"/>
                        </a:spcAft>
                        <a:buNone/>
                      </a:pPr>
                      <a:r>
                        <a:rPr lang="en" sz="700"/>
                        <a:t>- 2-week UAT: validate ML outputs against production data with Arkema team</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r>
              <a:tr h="397275">
                <a:tc>
                  <a:txBody>
                    <a:bodyPr/>
                    <a:lstStyle/>
                    <a:p>
                      <a:pPr indent="0" lvl="0" marL="0" rtl="0" algn="l">
                        <a:lnSpc>
                          <a:spcPct val="115000"/>
                        </a:lnSpc>
                        <a:spcBef>
                          <a:spcPts val="0"/>
                        </a:spcBef>
                        <a:spcAft>
                          <a:spcPts val="0"/>
                        </a:spcAft>
                        <a:buNone/>
                      </a:pPr>
                      <a:r>
                        <a:rPr b="1" lang="en" sz="700"/>
                        <a:t>App Productionalization</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c>
                  <a:txBody>
                    <a:bodyPr/>
                    <a:lstStyle/>
                    <a:p>
                      <a:pPr indent="0" lvl="0" marL="0" rtl="0" algn="l">
                        <a:lnSpc>
                          <a:spcPct val="115000"/>
                        </a:lnSpc>
                        <a:spcBef>
                          <a:spcPts val="0"/>
                        </a:spcBef>
                        <a:spcAft>
                          <a:spcPts val="0"/>
                        </a:spcAft>
                        <a:buNone/>
                      </a:pPr>
                      <a:r>
                        <a:rPr lang="en" sz="700"/>
                        <a:t>- Configure pricing simulation app for production environment</a:t>
                      </a:r>
                      <a:endParaRPr sz="700"/>
                    </a:p>
                    <a:p>
                      <a:pPr indent="0" lvl="0" marL="0" rtl="0" algn="l">
                        <a:lnSpc>
                          <a:spcPct val="115000"/>
                        </a:lnSpc>
                        <a:spcBef>
                          <a:spcPts val="0"/>
                        </a:spcBef>
                        <a:spcAft>
                          <a:spcPts val="0"/>
                        </a:spcAft>
                        <a:buNone/>
                      </a:pPr>
                      <a:r>
                        <a:rPr lang="en" sz="700"/>
                        <a:t>- Connect application to production data sources</a:t>
                      </a:r>
                      <a:endParaRPr sz="700"/>
                    </a:p>
                    <a:p>
                      <a:pPr indent="0" lvl="0" marL="0" rtl="0" algn="l">
                        <a:lnSpc>
                          <a:spcPct val="115000"/>
                        </a:lnSpc>
                        <a:spcBef>
                          <a:spcPts val="0"/>
                        </a:spcBef>
                        <a:spcAft>
                          <a:spcPts val="0"/>
                        </a:spcAft>
                        <a:buNone/>
                      </a:pPr>
                      <a:r>
                        <a:rPr lang="en" sz="700"/>
                        <a:t>- Deploy application as-is (no new features, no code modifications, no bug fixes)</a:t>
                      </a:r>
                      <a:endParaRPr sz="700"/>
                    </a:p>
                    <a:p>
                      <a:pPr indent="0" lvl="0" marL="0" rtl="0" algn="l">
                        <a:lnSpc>
                          <a:spcPct val="115000"/>
                        </a:lnSpc>
                        <a:spcBef>
                          <a:spcPts val="0"/>
                        </a:spcBef>
                        <a:spcAft>
                          <a:spcPts val="0"/>
                        </a:spcAft>
                        <a:buNone/>
                      </a:pPr>
                      <a:r>
                        <a:rPr lang="en" sz="700"/>
                        <a:t>- 2-week UAT: validate application functionality with Arkema stakeholders</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r>
              <a:tr h="305050">
                <a:tc>
                  <a:txBody>
                    <a:bodyPr/>
                    <a:lstStyle/>
                    <a:p>
                      <a:pPr indent="0" lvl="0" marL="0" rtl="0" algn="l">
                        <a:lnSpc>
                          <a:spcPct val="115000"/>
                        </a:lnSpc>
                        <a:spcBef>
                          <a:spcPts val="0"/>
                        </a:spcBef>
                        <a:spcAft>
                          <a:spcPts val="0"/>
                        </a:spcAft>
                        <a:buNone/>
                      </a:pPr>
                      <a:r>
                        <a:rPr b="1" lang="en" sz="700"/>
                        <a:t>UAT &amp; Validation</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c>
                  <a:txBody>
                    <a:bodyPr/>
                    <a:lstStyle/>
                    <a:p>
                      <a:pPr indent="0" lvl="0" marL="0" rtl="0" algn="l">
                        <a:lnSpc>
                          <a:spcPct val="115000"/>
                        </a:lnSpc>
                        <a:spcBef>
                          <a:spcPts val="0"/>
                        </a:spcBef>
                        <a:spcAft>
                          <a:spcPts val="0"/>
                        </a:spcAft>
                        <a:buNone/>
                      </a:pPr>
                      <a:r>
                        <a:rPr lang="en" sz="700"/>
                        <a:t>- ML model UAT: 2 weeks, Arkema validates model outputs vs production data</a:t>
                      </a:r>
                      <a:endParaRPr sz="700"/>
                    </a:p>
                    <a:p>
                      <a:pPr indent="0" lvl="0" marL="0" rtl="0" algn="l">
                        <a:lnSpc>
                          <a:spcPct val="115000"/>
                        </a:lnSpc>
                        <a:spcBef>
                          <a:spcPts val="0"/>
                        </a:spcBef>
                        <a:spcAft>
                          <a:spcPts val="0"/>
                        </a:spcAft>
                        <a:buNone/>
                      </a:pPr>
                      <a:r>
                        <a:rPr lang="en" sz="700"/>
                        <a:t>- App UAT: 2 weeks, Arkema validates application functionality end-to-end</a:t>
                      </a:r>
                      <a:endParaRPr sz="700"/>
                    </a:p>
                    <a:p>
                      <a:pPr indent="0" lvl="0" marL="0" rtl="0" algn="l">
                        <a:lnSpc>
                          <a:spcPct val="115000"/>
                        </a:lnSpc>
                        <a:spcBef>
                          <a:spcPts val="0"/>
                        </a:spcBef>
                        <a:spcAft>
                          <a:spcPts val="0"/>
                        </a:spcAft>
                        <a:buNone/>
                      </a:pPr>
                      <a:r>
                        <a:rPr lang="en" sz="700"/>
                        <a:t>- UAT sign-off required from Arkema before workstream closure</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r>
              <a:tr h="305050">
                <a:tc>
                  <a:txBody>
                    <a:bodyPr/>
                    <a:lstStyle/>
                    <a:p>
                      <a:pPr indent="0" lvl="0" marL="0" rtl="0" algn="l">
                        <a:lnSpc>
                          <a:spcPct val="115000"/>
                        </a:lnSpc>
                        <a:spcBef>
                          <a:spcPts val="0"/>
                        </a:spcBef>
                        <a:spcAft>
                          <a:spcPts val="0"/>
                        </a:spcAft>
                        <a:buNone/>
                      </a:pPr>
                      <a:r>
                        <a:rPr b="1" lang="en" sz="700"/>
                        <a:t>Knowledge Transfer &amp; Launch Support </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c>
                  <a:txBody>
                    <a:bodyPr/>
                    <a:lstStyle/>
                    <a:p>
                      <a:pPr indent="0" lvl="0" marL="0" rtl="0" algn="l">
                        <a:lnSpc>
                          <a:spcPct val="115000"/>
                        </a:lnSpc>
                        <a:spcBef>
                          <a:spcPts val="0"/>
                        </a:spcBef>
                        <a:spcAft>
                          <a:spcPts val="0"/>
                        </a:spcAft>
                        <a:buNone/>
                      </a:pPr>
                      <a:r>
                        <a:rPr lang="en" sz="700"/>
                        <a:t>- Conduct KT sessions covering platform, app, and ML architecture</a:t>
                      </a:r>
                      <a:endParaRPr sz="700"/>
                    </a:p>
                    <a:p>
                      <a:pPr indent="0" lvl="0" marL="0" rtl="0" algn="l">
                        <a:lnSpc>
                          <a:spcPct val="115000"/>
                        </a:lnSpc>
                        <a:spcBef>
                          <a:spcPts val="0"/>
                        </a:spcBef>
                        <a:spcAft>
                          <a:spcPts val="0"/>
                        </a:spcAft>
                        <a:buNone/>
                      </a:pPr>
                      <a:r>
                        <a:rPr lang="en" sz="700"/>
                        <a:t>- Deliver admin runbook and user guide for the five personas</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BE5F6"/>
                    </a:solidFill>
                  </a:tcPr>
                </a:tc>
              </a:tr>
              <a:tr h="480500">
                <a:tc>
                  <a:txBody>
                    <a:bodyPr/>
                    <a:lstStyle/>
                    <a:p>
                      <a:pPr indent="0" lvl="0" marL="0" rtl="0" algn="l">
                        <a:lnSpc>
                          <a:spcPct val="115000"/>
                        </a:lnSpc>
                        <a:spcBef>
                          <a:spcPts val="0"/>
                        </a:spcBef>
                        <a:spcAft>
                          <a:spcPts val="0"/>
                        </a:spcAft>
                        <a:buNone/>
                      </a:pPr>
                      <a:r>
                        <a:rPr b="1" lang="en" sz="700"/>
                        <a:t>Engagement Wrap-up</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c>
                  <a:txBody>
                    <a:bodyPr/>
                    <a:lstStyle/>
                    <a:p>
                      <a:pPr indent="0" lvl="0" marL="0" rtl="0" algn="l">
                        <a:lnSpc>
                          <a:spcPct val="115000"/>
                        </a:lnSpc>
                        <a:spcBef>
                          <a:spcPts val="0"/>
                        </a:spcBef>
                        <a:spcAft>
                          <a:spcPts val="0"/>
                        </a:spcAft>
                        <a:buNone/>
                      </a:pPr>
                      <a:r>
                        <a:rPr lang="en" sz="700"/>
                        <a:t>- Final  review and handoff</a:t>
                      </a:r>
                      <a:endParaRPr sz="700"/>
                    </a:p>
                    <a:p>
                      <a:pPr indent="0" lvl="0" marL="0" rtl="0" algn="l">
                        <a:lnSpc>
                          <a:spcPct val="115000"/>
                        </a:lnSpc>
                        <a:spcBef>
                          <a:spcPts val="0"/>
                        </a:spcBef>
                        <a:spcAft>
                          <a:spcPts val="0"/>
                        </a:spcAft>
                        <a:buNone/>
                      </a:pPr>
                      <a:r>
                        <a:rPr lang="en" sz="700"/>
                        <a:t>- Confirm no open action items</a:t>
                      </a:r>
                      <a:endParaRPr sz="700"/>
                    </a:p>
                    <a:p>
                      <a:pPr indent="0" lvl="0" marL="0" rtl="0" algn="l">
                        <a:lnSpc>
                          <a:spcPct val="115000"/>
                        </a:lnSpc>
                        <a:spcBef>
                          <a:spcPts val="0"/>
                        </a:spcBef>
                        <a:spcAft>
                          <a:spcPts val="0"/>
                        </a:spcAft>
                        <a:buNone/>
                      </a:pPr>
                      <a:r>
                        <a:rPr lang="en" sz="700"/>
                        <a:t>- Customer sign-off on all deliverables</a:t>
                      </a:r>
                      <a:endParaRPr sz="700"/>
                    </a:p>
                    <a:p>
                      <a:pPr indent="0" lvl="0" marL="0" rtl="0" algn="l">
                        <a:lnSpc>
                          <a:spcPct val="115000"/>
                        </a:lnSpc>
                        <a:spcBef>
                          <a:spcPts val="0"/>
                        </a:spcBef>
                        <a:spcAft>
                          <a:spcPts val="0"/>
                        </a:spcAft>
                        <a:buNone/>
                      </a:pPr>
                      <a:r>
                        <a:rPr lang="en" sz="700"/>
                        <a:t>- Post-engagement support plan communicated</a:t>
                      </a:r>
                      <a:endParaRPr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F2FB"/>
                    </a:solidFill>
                  </a:tcPr>
                </a:tc>
              </a:tr>
              <a:tr h="100000">
                <a:tc gridSpan="2">
                  <a:txBody>
                    <a:bodyPr/>
                    <a:lstStyle/>
                    <a:p>
                      <a:pPr indent="0" lvl="0" marL="0" rtl="0" algn="r">
                        <a:lnSpc>
                          <a:spcPct val="115000"/>
                        </a:lnSpc>
                        <a:spcBef>
                          <a:spcPts val="0"/>
                        </a:spcBef>
                        <a:spcAft>
                          <a:spcPts val="0"/>
                        </a:spcAft>
                        <a:buNone/>
                      </a:pPr>
                      <a:r>
                        <a:t/>
                      </a:r>
                      <a:endParaRPr b="1" sz="7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71D3DC"/>
                    </a:solidFill>
                  </a:tcPr>
                </a:tc>
                <a:tc h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233"/>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SzPts val="2600"/>
              <a:buNone/>
            </a:pPr>
            <a:r>
              <a:rPr lang="en" sz="2400"/>
              <a:t>Engagement</a:t>
            </a:r>
            <a:r>
              <a:rPr lang="en" sz="2400"/>
              <a:t> Outcomes &amp; Success Criteria</a:t>
            </a:r>
            <a:endParaRPr sz="2400"/>
          </a:p>
        </p:txBody>
      </p:sp>
      <p:sp>
        <p:nvSpPr>
          <p:cNvPr id="2193" name="Google Shape;2193;p233"/>
          <p:cNvSpPr txBox="1"/>
          <p:nvPr/>
        </p:nvSpPr>
        <p:spPr>
          <a:xfrm>
            <a:off x="140100" y="961350"/>
            <a:ext cx="4282800" cy="38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5B5B5B"/>
                </a:solidFill>
              </a:rPr>
              <a:t>OUTCOMES</a:t>
            </a:r>
            <a:endParaRPr sz="1600">
              <a:solidFill>
                <a:srgbClr val="5B5B5B"/>
              </a:solidFill>
            </a:endParaRPr>
          </a:p>
          <a:p>
            <a:pPr indent="0" lvl="0" marL="0" rtl="0" algn="l">
              <a:spcBef>
                <a:spcPts val="0"/>
              </a:spcBef>
              <a:spcAft>
                <a:spcPts val="0"/>
              </a:spcAft>
              <a:buNone/>
            </a:pPr>
            <a:r>
              <a:rPr lang="en" sz="1600">
                <a:solidFill>
                  <a:srgbClr val="5B5B5B"/>
                </a:solidFill>
              </a:rPr>
              <a:t>1.  Production-ready Snowflake environment with enterprise security controls</a:t>
            </a:r>
            <a:endParaRPr sz="1600">
              <a:solidFill>
                <a:srgbClr val="5B5B5B"/>
              </a:solidFill>
            </a:endParaRPr>
          </a:p>
          <a:p>
            <a:pPr indent="0" lvl="0" marL="0" rtl="0" algn="l">
              <a:spcBef>
                <a:spcPts val="0"/>
              </a:spcBef>
              <a:spcAft>
                <a:spcPts val="0"/>
              </a:spcAft>
              <a:buNone/>
            </a:pPr>
            <a:r>
              <a:rPr lang="en" sz="1600">
                <a:solidFill>
                  <a:srgbClr val="5B5B5B"/>
                </a:solidFill>
              </a:rPr>
              <a:t>2.  ML model deployed to production, connected to live Arkema data, validated via 2-week UAT</a:t>
            </a:r>
            <a:endParaRPr sz="1600">
              <a:solidFill>
                <a:srgbClr val="5B5B5B"/>
              </a:solidFill>
            </a:endParaRPr>
          </a:p>
          <a:p>
            <a:pPr indent="0" lvl="0" marL="0" rtl="0" algn="l">
              <a:spcBef>
                <a:spcPts val="0"/>
              </a:spcBef>
              <a:spcAft>
                <a:spcPts val="0"/>
              </a:spcAft>
              <a:buNone/>
            </a:pPr>
            <a:r>
              <a:rPr lang="en" sz="1600">
                <a:solidFill>
                  <a:srgbClr val="5B5B5B"/>
                </a:solidFill>
              </a:rPr>
              <a:t>3.  Pricing simulation application live in production, connected to live data, validated via 2-week UAT</a:t>
            </a:r>
            <a:endParaRPr sz="1600">
              <a:solidFill>
                <a:srgbClr val="5B5B5B"/>
              </a:solidFill>
            </a:endParaRPr>
          </a:p>
          <a:p>
            <a:pPr indent="0" lvl="0" marL="0" rtl="0" algn="l">
              <a:spcBef>
                <a:spcPts val="0"/>
              </a:spcBef>
              <a:spcAft>
                <a:spcPts val="0"/>
              </a:spcAft>
              <a:buNone/>
            </a:pPr>
            <a:r>
              <a:rPr lang="en" sz="1600">
                <a:solidFill>
                  <a:srgbClr val="5B5B5B"/>
                </a:solidFill>
              </a:rPr>
              <a:t>4.  Arkema team enabled to operate the platform independently — documentation and KT complete</a:t>
            </a:r>
            <a:endParaRPr sz="1600">
              <a:solidFill>
                <a:srgbClr val="5B5B5B"/>
              </a:solidFill>
            </a:endParaRPr>
          </a:p>
          <a:p>
            <a:pPr indent="0" lvl="0" marL="0" rtl="0" algn="l">
              <a:spcBef>
                <a:spcPts val="0"/>
              </a:spcBef>
              <a:spcAft>
                <a:spcPts val="0"/>
              </a:spcAft>
              <a:buNone/>
            </a:pPr>
            <a:r>
              <a:t/>
            </a:r>
            <a:endParaRPr sz="1600">
              <a:solidFill>
                <a:srgbClr val="5B5B5B"/>
              </a:solidFill>
            </a:endParaRPr>
          </a:p>
          <a:p>
            <a:pPr indent="0" lvl="0" marL="0" rtl="0" algn="l">
              <a:spcBef>
                <a:spcPts val="0"/>
              </a:spcBef>
              <a:spcAft>
                <a:spcPts val="0"/>
              </a:spcAft>
              <a:buNone/>
            </a:pPr>
            <a:r>
              <a:t/>
            </a:r>
            <a:endParaRPr sz="1600">
              <a:solidFill>
                <a:srgbClr val="5B5B5B"/>
              </a:solidFill>
            </a:endParaRPr>
          </a:p>
        </p:txBody>
      </p:sp>
      <p:sp>
        <p:nvSpPr>
          <p:cNvPr id="2194" name="Google Shape;2194;p233"/>
          <p:cNvSpPr txBox="1"/>
          <p:nvPr/>
        </p:nvSpPr>
        <p:spPr>
          <a:xfrm>
            <a:off x="4701575" y="1086000"/>
            <a:ext cx="4282800" cy="38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5B5B5B"/>
                </a:solidFill>
              </a:rPr>
              <a:t>SUCCESS CRITERIA</a:t>
            </a:r>
            <a:endParaRPr sz="1600">
              <a:solidFill>
                <a:srgbClr val="5B5B5B"/>
              </a:solidFill>
            </a:endParaRPr>
          </a:p>
          <a:p>
            <a:pPr indent="0" lvl="0" marL="0" rtl="0" algn="l">
              <a:spcBef>
                <a:spcPts val="0"/>
              </a:spcBef>
              <a:spcAft>
                <a:spcPts val="0"/>
              </a:spcAft>
              <a:buNone/>
            </a:pPr>
            <a:r>
              <a:rPr lang="en" sz="1600">
                <a:solidFill>
                  <a:srgbClr val="5B5B5B"/>
                </a:solidFill>
              </a:rPr>
              <a:t>1.  </a:t>
            </a:r>
            <a:r>
              <a:rPr lang="en" sz="1600">
                <a:solidFill>
                  <a:srgbClr val="5B5B5B"/>
                </a:solidFill>
              </a:rPr>
              <a:t>4 RBAC</a:t>
            </a:r>
            <a:r>
              <a:rPr lang="en" sz="1600">
                <a:solidFill>
                  <a:srgbClr val="5B5B5B"/>
                </a:solidFill>
              </a:rPr>
              <a:t> roles </a:t>
            </a:r>
            <a:r>
              <a:rPr lang="en" sz="1600">
                <a:solidFill>
                  <a:srgbClr val="5B5B5B"/>
                </a:solidFill>
              </a:rPr>
              <a:t>deployed</a:t>
            </a:r>
            <a:r>
              <a:rPr lang="en" sz="1600">
                <a:solidFill>
                  <a:srgbClr val="5B5B5B"/>
                </a:solidFill>
              </a:rPr>
              <a:t>; </a:t>
            </a:r>
            <a:r>
              <a:rPr lang="en" sz="1600">
                <a:solidFill>
                  <a:srgbClr val="5B5B5B"/>
                </a:solidFill>
              </a:rPr>
              <a:t>SSO and SCIM active; </a:t>
            </a:r>
            <a:r>
              <a:rPr lang="en" sz="1600">
                <a:solidFill>
                  <a:srgbClr val="5B5B5B"/>
                </a:solidFill>
              </a:rPr>
              <a:t>all </a:t>
            </a:r>
            <a:r>
              <a:rPr lang="en" sz="1600">
                <a:solidFill>
                  <a:srgbClr val="5B5B5B"/>
                </a:solidFill>
              </a:rPr>
              <a:t>12 </a:t>
            </a:r>
            <a:r>
              <a:rPr lang="en" sz="1600">
                <a:solidFill>
                  <a:srgbClr val="5B5B5B"/>
                </a:solidFill>
              </a:rPr>
              <a:t>Snowpipe tables ingesting and validated</a:t>
            </a:r>
            <a:endParaRPr sz="1600">
              <a:solidFill>
                <a:srgbClr val="5B5B5B"/>
              </a:solidFill>
            </a:endParaRPr>
          </a:p>
          <a:p>
            <a:pPr indent="0" lvl="0" marL="0" rtl="0" algn="l">
              <a:spcBef>
                <a:spcPts val="0"/>
              </a:spcBef>
              <a:spcAft>
                <a:spcPts val="0"/>
              </a:spcAft>
              <a:buNone/>
            </a:pPr>
            <a:r>
              <a:rPr lang="en" sz="1600">
                <a:solidFill>
                  <a:srgbClr val="5B5B5B"/>
                </a:solidFill>
              </a:rPr>
              <a:t>2.  ML model outputs validated by Arkema team against production data; UAT sign-off received</a:t>
            </a:r>
            <a:endParaRPr sz="1600">
              <a:solidFill>
                <a:srgbClr val="5B5B5B"/>
              </a:solidFill>
            </a:endParaRPr>
          </a:p>
          <a:p>
            <a:pPr indent="0" lvl="0" marL="0" rtl="0" algn="l">
              <a:spcBef>
                <a:spcPts val="0"/>
              </a:spcBef>
              <a:spcAft>
                <a:spcPts val="0"/>
              </a:spcAft>
              <a:buNone/>
            </a:pPr>
            <a:r>
              <a:rPr lang="en" sz="1600">
                <a:solidFill>
                  <a:srgbClr val="5B5B5B"/>
                </a:solidFill>
              </a:rPr>
              <a:t>3.  Application connected to production data, functional end-to-end; UAT sign-off received</a:t>
            </a:r>
            <a:endParaRPr sz="1600">
              <a:solidFill>
                <a:srgbClr val="5B5B5B"/>
              </a:solidFill>
            </a:endParaRPr>
          </a:p>
          <a:p>
            <a:pPr indent="0" lvl="0" marL="0" rtl="0" algn="l">
              <a:spcBef>
                <a:spcPts val="0"/>
              </a:spcBef>
              <a:spcAft>
                <a:spcPts val="0"/>
              </a:spcAft>
              <a:buNone/>
            </a:pPr>
            <a:r>
              <a:rPr lang="en" sz="1600">
                <a:solidFill>
                  <a:srgbClr val="5B5B5B"/>
                </a:solidFill>
              </a:rPr>
              <a:t>4.  Knowledge transfer complete; documentation delivered; no open PS action items</a:t>
            </a:r>
            <a:endParaRPr sz="1600">
              <a:solidFill>
                <a:srgbClr val="5B5B5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sp>
        <p:nvSpPr>
          <p:cNvPr id="2199" name="Google Shape;2199;p234"/>
          <p:cNvSpPr/>
          <p:nvPr/>
        </p:nvSpPr>
        <p:spPr>
          <a:xfrm>
            <a:off x="0" y="343500"/>
            <a:ext cx="137100" cy="365700"/>
          </a:xfrm>
          <a:prstGeom prst="rect">
            <a:avLst/>
          </a:prstGeom>
          <a:solidFill>
            <a:srgbClr val="0AB7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234"/>
          <p:cNvSpPr txBox="1"/>
          <p:nvPr/>
        </p:nvSpPr>
        <p:spPr>
          <a:xfrm>
            <a:off x="406725" y="251992"/>
            <a:ext cx="8730000" cy="1584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b="1" lang="en" sz="2400">
                <a:solidFill>
                  <a:srgbClr val="262626"/>
                </a:solidFill>
              </a:rPr>
              <a:t>Milestones &amp; Deliverables</a:t>
            </a:r>
            <a:endParaRPr b="1" sz="2400">
              <a:solidFill>
                <a:srgbClr val="262626"/>
              </a:solidFill>
            </a:endParaRPr>
          </a:p>
        </p:txBody>
      </p:sp>
      <p:sp>
        <p:nvSpPr>
          <p:cNvPr id="2201" name="Google Shape;2201;p234"/>
          <p:cNvSpPr txBox="1"/>
          <p:nvPr/>
        </p:nvSpPr>
        <p:spPr>
          <a:xfrm>
            <a:off x="460000" y="1100000"/>
            <a:ext cx="8199900" cy="38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DELIVERABLE 1 — Platform Foundation Complete (Week 5)</a:t>
            </a:r>
            <a:endParaRPr>
              <a:solidFill>
                <a:schemeClr val="dk1"/>
              </a:solidFill>
            </a:endParaRPr>
          </a:p>
          <a:p>
            <a:pPr indent="0" lvl="0" marL="0" rtl="0" algn="l">
              <a:spcBef>
                <a:spcPts val="0"/>
              </a:spcBef>
              <a:spcAft>
                <a:spcPts val="0"/>
              </a:spcAft>
              <a:buNone/>
            </a:pPr>
            <a:r>
              <a:rPr lang="en">
                <a:solidFill>
                  <a:schemeClr val="dk1"/>
                </a:solidFill>
              </a:rPr>
              <a:t>Deliverables: </a:t>
            </a:r>
            <a:r>
              <a:rPr lang="en">
                <a:solidFill>
                  <a:schemeClr val="dk1"/>
                </a:solidFill>
              </a:rPr>
              <a:t>4 RBAC roles configured</a:t>
            </a:r>
            <a:r>
              <a:rPr lang="en">
                <a:solidFill>
                  <a:schemeClr val="dk1"/>
                </a:solidFill>
              </a:rPr>
              <a:t>; </a:t>
            </a:r>
            <a:r>
              <a:rPr lang="en">
                <a:solidFill>
                  <a:schemeClr val="dk1"/>
                </a:solidFill>
              </a:rPr>
              <a:t>SSO/SCIM active and tested; </a:t>
            </a:r>
            <a:r>
              <a:rPr lang="en">
                <a:solidFill>
                  <a:schemeClr val="dk1"/>
                </a:solidFill>
              </a:rPr>
              <a:t>all </a:t>
            </a:r>
            <a:r>
              <a:rPr lang="en">
                <a:solidFill>
                  <a:schemeClr val="dk1"/>
                </a:solidFill>
              </a:rPr>
              <a:t>12 </a:t>
            </a:r>
            <a:r>
              <a:rPr lang="en">
                <a:solidFill>
                  <a:schemeClr val="dk1"/>
                </a:solidFill>
              </a:rPr>
              <a:t>Snowpipe tables ingesting data; environment validated</a:t>
            </a:r>
            <a:endParaRPr>
              <a:solidFill>
                <a:schemeClr val="dk1"/>
              </a:solidFill>
            </a:endParaRPr>
          </a:p>
          <a:p>
            <a:pPr indent="0" lvl="0" marL="0" rtl="0" algn="l">
              <a:spcBef>
                <a:spcPts val="0"/>
              </a:spcBef>
              <a:spcAft>
                <a:spcPts val="0"/>
              </a:spcAft>
              <a:buNone/>
            </a:pPr>
            <a:r>
              <a:rPr lang="en">
                <a:solidFill>
                  <a:schemeClr val="dk1"/>
                </a:solidFill>
              </a:rPr>
              <a:t>Acceptance: RBAC verified by Arkema team; </a:t>
            </a:r>
            <a:r>
              <a:rPr lang="en">
                <a:solidFill>
                  <a:schemeClr val="dk1"/>
                </a:solidFill>
              </a:rPr>
              <a:t>SSO/SCIM tested with at least one user; </a:t>
            </a:r>
            <a:r>
              <a:rPr lang="en">
                <a:solidFill>
                  <a:schemeClr val="dk1"/>
                </a:solidFill>
              </a:rPr>
              <a:t>all </a:t>
            </a:r>
            <a:r>
              <a:rPr lang="en">
                <a:solidFill>
                  <a:schemeClr val="dk1"/>
                </a:solidFill>
              </a:rPr>
              <a:t>12 </a:t>
            </a:r>
            <a:r>
              <a:rPr lang="en">
                <a:solidFill>
                  <a:schemeClr val="dk1"/>
                </a:solidFill>
              </a:rPr>
              <a:t>tables confirmed ingesting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DELIVERABLE 2 — ML Model Live in Production (Week 8)</a:t>
            </a:r>
            <a:endParaRPr>
              <a:solidFill>
                <a:schemeClr val="dk1"/>
              </a:solidFill>
            </a:endParaRPr>
          </a:p>
          <a:p>
            <a:pPr indent="0" lvl="0" marL="0" rtl="0" algn="l">
              <a:spcBef>
                <a:spcPts val="0"/>
              </a:spcBef>
              <a:spcAft>
                <a:spcPts val="0"/>
              </a:spcAft>
              <a:buNone/>
            </a:pPr>
            <a:r>
              <a:rPr lang="en">
                <a:solidFill>
                  <a:schemeClr val="dk1"/>
                </a:solidFill>
              </a:rPr>
              <a:t>Deliverables: ML model deployed, connected to production data, 2-week UAT completed</a:t>
            </a:r>
            <a:endParaRPr>
              <a:solidFill>
                <a:schemeClr val="dk1"/>
              </a:solidFill>
            </a:endParaRPr>
          </a:p>
          <a:p>
            <a:pPr indent="0" lvl="0" marL="0" rtl="0" algn="l">
              <a:spcBef>
                <a:spcPts val="0"/>
              </a:spcBef>
              <a:spcAft>
                <a:spcPts val="0"/>
              </a:spcAft>
              <a:buNone/>
            </a:pPr>
            <a:r>
              <a:rPr lang="en">
                <a:solidFill>
                  <a:schemeClr val="dk1"/>
                </a:solidFill>
              </a:rPr>
              <a:t>Acceptance: ML model outputs validated by Arkema against production data; UAT sign-off received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DELIVERABLE 3 — Application Live in Production (Week 8)</a:t>
            </a:r>
            <a:endParaRPr>
              <a:solidFill>
                <a:schemeClr val="dk1"/>
              </a:solidFill>
            </a:endParaRPr>
          </a:p>
          <a:p>
            <a:pPr indent="0" lvl="0" marL="0" rtl="0" algn="l">
              <a:spcBef>
                <a:spcPts val="0"/>
              </a:spcBef>
              <a:spcAft>
                <a:spcPts val="0"/>
              </a:spcAft>
              <a:buNone/>
            </a:pPr>
            <a:r>
              <a:rPr lang="en">
                <a:solidFill>
                  <a:schemeClr val="dk1"/>
                </a:solidFill>
              </a:rPr>
              <a:t>Deliverables: App deployed as-is, connected to production data, 2-week UAT completed; documentation + KT delivered</a:t>
            </a:r>
            <a:endParaRPr>
              <a:solidFill>
                <a:schemeClr val="dk1"/>
              </a:solidFill>
            </a:endParaRPr>
          </a:p>
          <a:p>
            <a:pPr indent="0" lvl="0" marL="0" rtl="0" algn="l">
              <a:spcBef>
                <a:spcPts val="0"/>
              </a:spcBef>
              <a:spcAft>
                <a:spcPts val="0"/>
              </a:spcAft>
              <a:buNone/>
            </a:pPr>
            <a:r>
              <a:rPr lang="en">
                <a:solidFill>
                  <a:schemeClr val="dk1"/>
                </a:solidFill>
              </a:rPr>
              <a:t>Acceptance: Application validated by Arkema team; UAT sign-off received; documentation reviewed and accepted</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235"/>
          <p:cNvSpPr txBox="1"/>
          <p:nvPr>
            <p:ph type="title"/>
          </p:nvPr>
        </p:nvSpPr>
        <p:spPr>
          <a:xfrm>
            <a:off x="296525" y="84375"/>
            <a:ext cx="5445300" cy="548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3300"/>
              <a:buNone/>
            </a:pPr>
            <a:r>
              <a:rPr lang="en" sz="2400"/>
              <a:t>8-Week Delivery Timeline</a:t>
            </a:r>
            <a:endParaRPr b="1" sz="2400"/>
          </a:p>
        </p:txBody>
      </p:sp>
      <p:sp>
        <p:nvSpPr>
          <p:cNvPr id="2207" name="Google Shape;2207;p235"/>
          <p:cNvSpPr txBox="1"/>
          <p:nvPr/>
        </p:nvSpPr>
        <p:spPr>
          <a:xfrm>
            <a:off x="406725" y="677769"/>
            <a:ext cx="8701500" cy="365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t/>
            </a:r>
            <a:endParaRPr sz="1100"/>
          </a:p>
        </p:txBody>
      </p:sp>
      <p:sp>
        <p:nvSpPr>
          <p:cNvPr id="2208" name="Google Shape;2208;p23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0AB7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209" name="Google Shape;2209;p235"/>
          <p:cNvSpPr/>
          <p:nvPr/>
        </p:nvSpPr>
        <p:spPr>
          <a:xfrm>
            <a:off x="0" y="343500"/>
            <a:ext cx="137100" cy="365700"/>
          </a:xfrm>
          <a:prstGeom prst="rect">
            <a:avLst/>
          </a:prstGeom>
          <a:solidFill>
            <a:srgbClr val="0AB7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210" name="Google Shape;2210;p235"/>
          <p:cNvGraphicFramePr/>
          <p:nvPr/>
        </p:nvGraphicFramePr>
        <p:xfrm>
          <a:off x="1552545" y="692210"/>
          <a:ext cx="3000000" cy="3000000"/>
        </p:xfrm>
        <a:graphic>
          <a:graphicData uri="http://schemas.openxmlformats.org/drawingml/2006/table">
            <a:tbl>
              <a:tblPr bandRow="1" firstRow="1">
                <a:noFill/>
                <a:tableStyleId>{ACE5F5D1-73BC-40FD-909B-8320CB539B64}</a:tableStyleId>
              </a:tblPr>
              <a:tblGrid>
                <a:gridCol w="1331325"/>
                <a:gridCol w="607125"/>
                <a:gridCol w="607125"/>
                <a:gridCol w="607125"/>
                <a:gridCol w="607125"/>
                <a:gridCol w="607125"/>
                <a:gridCol w="607125"/>
                <a:gridCol w="607125"/>
                <a:gridCol w="607125"/>
                <a:gridCol w="607125"/>
              </a:tblGrid>
              <a:tr h="292975">
                <a:tc>
                  <a:txBody>
                    <a:bodyPr/>
                    <a:lstStyle/>
                    <a:p>
                      <a:pPr indent="0" lvl="0" marL="0" marR="0" rtl="0" algn="ctr">
                        <a:lnSpc>
                          <a:spcPct val="100000"/>
                        </a:lnSpc>
                        <a:spcBef>
                          <a:spcPts val="0"/>
                        </a:spcBef>
                        <a:spcAft>
                          <a:spcPts val="0"/>
                        </a:spcAft>
                        <a:buNone/>
                      </a:pPr>
                      <a:r>
                        <a:rPr lang="en" sz="600">
                          <a:solidFill>
                            <a:schemeClr val="dk1"/>
                          </a:solidFill>
                          <a:latin typeface="Arial"/>
                          <a:ea typeface="Arial"/>
                          <a:cs typeface="Arial"/>
                          <a:sym typeface="Arial"/>
                        </a:rPr>
                        <a:t>Milestone</a:t>
                      </a:r>
                      <a:endParaRPr sz="600">
                        <a:solidFill>
                          <a:schemeClr val="dk1"/>
                        </a:solidFill>
                        <a:latin typeface="Arial"/>
                        <a:ea typeface="Arial"/>
                        <a:cs typeface="Arial"/>
                        <a:sym typeface="Arial"/>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rgbClr val="E8E8E8"/>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700">
                          <a:latin typeface="Arial"/>
                          <a:ea typeface="Arial"/>
                          <a:cs typeface="Arial"/>
                          <a:sym typeface="Arial"/>
                        </a:rPr>
                        <a:t>1</a:t>
                      </a:r>
                      <a:endParaRPr sz="700" u="none" cap="none" strike="noStrike">
                        <a:latin typeface="Arial"/>
                        <a:ea typeface="Arial"/>
                        <a:cs typeface="Arial"/>
                        <a:sym typeface="Arial"/>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2</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3</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4</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5</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6</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7</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8</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dk1"/>
                          </a:solidFill>
                        </a:rPr>
                        <a:t>9</a:t>
                      </a:r>
                      <a:endParaRPr sz="700">
                        <a:solidFill>
                          <a:schemeClr val="dk1"/>
                        </a:solidFill>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rgbClr val="D9EAD3"/>
                    </a:solidFill>
                  </a:tcPr>
                </a:tc>
              </a:tr>
              <a:tr h="319775">
                <a:tc>
                  <a:txBody>
                    <a:bodyPr/>
                    <a:lstStyle/>
                    <a:p>
                      <a:pPr indent="0" lvl="0" marL="0" rtl="0" algn="l">
                        <a:lnSpc>
                          <a:spcPct val="105000"/>
                        </a:lnSpc>
                        <a:spcBef>
                          <a:spcPts val="0"/>
                        </a:spcBef>
                        <a:spcAft>
                          <a:spcPts val="1000"/>
                        </a:spcAft>
                        <a:buNone/>
                      </a:pPr>
                      <a:r>
                        <a:rPr b="1" lang="en" sz="800">
                          <a:solidFill>
                            <a:schemeClr val="lt1"/>
                          </a:solidFill>
                        </a:rPr>
                        <a:t>Platform Foundation</a:t>
                      </a:r>
                      <a:endParaRPr sz="800">
                        <a:solidFill>
                          <a:schemeClr val="lt1"/>
                        </a:solidFill>
                      </a:endParaRPr>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r h="319775">
                <a:tc>
                  <a:txBody>
                    <a:bodyPr/>
                    <a:lstStyle/>
                    <a:p>
                      <a:pPr indent="0" lvl="0" marL="0" rtl="0" algn="l">
                        <a:spcBef>
                          <a:spcPts val="0"/>
                        </a:spcBef>
                        <a:spcAft>
                          <a:spcPts val="0"/>
                        </a:spcAft>
                        <a:buNone/>
                      </a:pPr>
                      <a:r>
                        <a:rPr b="1" lang="en" sz="800">
                          <a:solidFill>
                            <a:schemeClr val="lt1"/>
                          </a:solidFill>
                          <a:latin typeface="Arial"/>
                          <a:ea typeface="Arial"/>
                          <a:cs typeface="Arial"/>
                          <a:sym typeface="Arial"/>
                        </a:rPr>
                        <a:t>ML Productionalization</a:t>
                      </a:r>
                      <a:endParaRPr b="1" sz="800">
                        <a:solidFill>
                          <a:schemeClr val="lt1"/>
                        </a:solidFill>
                        <a:latin typeface="Arial"/>
                        <a:ea typeface="Arial"/>
                        <a:cs typeface="Arial"/>
                        <a:sym typeface="Arial"/>
                      </a:endParaRPr>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r h="319775">
                <a:tc>
                  <a:txBody>
                    <a:bodyPr/>
                    <a:lstStyle/>
                    <a:p>
                      <a:pPr indent="0" lvl="0" marL="0" rtl="0" algn="l">
                        <a:spcBef>
                          <a:spcPts val="0"/>
                        </a:spcBef>
                        <a:spcAft>
                          <a:spcPts val="0"/>
                        </a:spcAft>
                        <a:buNone/>
                      </a:pPr>
                      <a:r>
                        <a:rPr b="1" lang="en" sz="800">
                          <a:solidFill>
                            <a:schemeClr val="lt1"/>
                          </a:solidFill>
                        </a:rPr>
                        <a:t>App Productionalization</a:t>
                      </a:r>
                      <a:endParaRPr b="1" sz="800">
                        <a:solidFill>
                          <a:schemeClr val="lt1"/>
                        </a:solidFill>
                        <a:latin typeface="Metropolis"/>
                        <a:ea typeface="Metropolis"/>
                        <a:cs typeface="Metropolis"/>
                        <a:sym typeface="Metropolis"/>
                      </a:endParaRPr>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6"/>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r h="319775">
                <a:tc>
                  <a:txBody>
                    <a:bodyPr/>
                    <a:lstStyle/>
                    <a:p>
                      <a:pPr indent="0" lvl="0" marL="0" rtl="0" algn="l">
                        <a:spcBef>
                          <a:spcPts val="0"/>
                        </a:spcBef>
                        <a:spcAft>
                          <a:spcPts val="0"/>
                        </a:spcAft>
                        <a:buNone/>
                      </a:pPr>
                      <a:r>
                        <a:rPr b="1" lang="en" sz="800"/>
                        <a:t>Launch Support</a:t>
                      </a:r>
                      <a:endParaRPr b="1" sz="800"/>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rgbClr val="D9EAD3"/>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bl>
          </a:graphicData>
        </a:graphic>
      </p:graphicFrame>
      <p:sp>
        <p:nvSpPr>
          <p:cNvPr id="2211" name="Google Shape;2211;p235"/>
          <p:cNvSpPr/>
          <p:nvPr/>
        </p:nvSpPr>
        <p:spPr>
          <a:xfrm>
            <a:off x="2945650" y="1063750"/>
            <a:ext cx="2833500" cy="1320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sp>
        <p:nvSpPr>
          <p:cNvPr id="2212" name="Google Shape;2212;p235"/>
          <p:cNvSpPr/>
          <p:nvPr/>
        </p:nvSpPr>
        <p:spPr>
          <a:xfrm>
            <a:off x="3542600" y="1704950"/>
            <a:ext cx="4187100" cy="128700"/>
          </a:xfrm>
          <a:prstGeom prst="rightArrow">
            <a:avLst>
              <a:gd fmla="val 56799"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sp>
        <p:nvSpPr>
          <p:cNvPr id="2213" name="Google Shape;2213;p235"/>
          <p:cNvSpPr/>
          <p:nvPr/>
        </p:nvSpPr>
        <p:spPr>
          <a:xfrm>
            <a:off x="3614700" y="1402075"/>
            <a:ext cx="4115100" cy="152700"/>
          </a:xfrm>
          <a:prstGeom prst="rightArrow">
            <a:avLst>
              <a:gd fmla="val 3916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sp>
        <p:nvSpPr>
          <p:cNvPr id="2214" name="Google Shape;2214;p235"/>
          <p:cNvSpPr/>
          <p:nvPr/>
        </p:nvSpPr>
        <p:spPr>
          <a:xfrm>
            <a:off x="7745705" y="2039075"/>
            <a:ext cx="565500" cy="128700"/>
          </a:xfrm>
          <a:prstGeom prst="rightArrow">
            <a:avLst>
              <a:gd fmla="val 56799" name="adj1"/>
              <a:gd fmla="val 50000" name="adj2"/>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cxnSp>
        <p:nvCxnSpPr>
          <p:cNvPr id="2215" name="Google Shape;2215;p235"/>
          <p:cNvCxnSpPr>
            <a:stCxn id="2214" idx="1"/>
          </p:cNvCxnSpPr>
          <p:nvPr/>
        </p:nvCxnSpPr>
        <p:spPr>
          <a:xfrm rot="10800000">
            <a:off x="7743005" y="316025"/>
            <a:ext cx="2700" cy="1787400"/>
          </a:xfrm>
          <a:prstGeom prst="straightConnector1">
            <a:avLst/>
          </a:prstGeom>
          <a:noFill/>
          <a:ln cap="flat" cmpd="sng" w="9525">
            <a:solidFill>
              <a:schemeClr val="dk2"/>
            </a:solidFill>
            <a:prstDash val="solid"/>
            <a:round/>
            <a:headEnd len="med" w="med" type="none"/>
            <a:tailEnd len="med" w="med" type="none"/>
          </a:ln>
        </p:spPr>
      </p:cxnSp>
      <p:sp>
        <p:nvSpPr>
          <p:cNvPr id="2216" name="Google Shape;2216;p235"/>
          <p:cNvSpPr txBox="1"/>
          <p:nvPr/>
        </p:nvSpPr>
        <p:spPr>
          <a:xfrm>
            <a:off x="7740101" y="100177"/>
            <a:ext cx="132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5B5B5B"/>
                </a:solidFill>
              </a:rPr>
              <a:t>Target Go Live:</a:t>
            </a:r>
            <a:br>
              <a:rPr lang="en" sz="1100">
                <a:solidFill>
                  <a:srgbClr val="5B5B5B"/>
                </a:solidFill>
              </a:rPr>
            </a:br>
            <a:r>
              <a:rPr lang="en" sz="1100">
                <a:solidFill>
                  <a:srgbClr val="5B5B5B"/>
                </a:solidFill>
              </a:rPr>
              <a:t> 8 weeks</a:t>
            </a:r>
            <a:endParaRPr sz="1100">
              <a:solidFill>
                <a:srgbClr val="5B5B5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236"/>
          <p:cNvSpPr txBox="1"/>
          <p:nvPr>
            <p:ph type="title"/>
          </p:nvPr>
        </p:nvSpPr>
        <p:spPr>
          <a:xfrm>
            <a:off x="296525" y="84375"/>
            <a:ext cx="5445300" cy="548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3300"/>
              <a:buNone/>
            </a:pPr>
            <a:r>
              <a:rPr lang="en" sz="2400"/>
              <a:t>8-Week Delivery Timeline</a:t>
            </a:r>
            <a:endParaRPr b="1" sz="2400"/>
          </a:p>
        </p:txBody>
      </p:sp>
      <p:sp>
        <p:nvSpPr>
          <p:cNvPr id="2222" name="Google Shape;2222;p236"/>
          <p:cNvSpPr txBox="1"/>
          <p:nvPr/>
        </p:nvSpPr>
        <p:spPr>
          <a:xfrm>
            <a:off x="406725" y="677769"/>
            <a:ext cx="8701500" cy="365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t/>
            </a:r>
            <a:endParaRPr sz="1100"/>
          </a:p>
        </p:txBody>
      </p:sp>
      <p:sp>
        <p:nvSpPr>
          <p:cNvPr id="2223" name="Google Shape;2223;p23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0AB7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224" name="Google Shape;2224;p236"/>
          <p:cNvSpPr/>
          <p:nvPr/>
        </p:nvSpPr>
        <p:spPr>
          <a:xfrm>
            <a:off x="0" y="343500"/>
            <a:ext cx="137100" cy="365700"/>
          </a:xfrm>
          <a:prstGeom prst="rect">
            <a:avLst/>
          </a:prstGeom>
          <a:solidFill>
            <a:srgbClr val="0AB7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225" name="Google Shape;2225;p236"/>
          <p:cNvGraphicFramePr/>
          <p:nvPr/>
        </p:nvGraphicFramePr>
        <p:xfrm>
          <a:off x="1552545" y="692210"/>
          <a:ext cx="3000000" cy="3000000"/>
        </p:xfrm>
        <a:graphic>
          <a:graphicData uri="http://schemas.openxmlformats.org/drawingml/2006/table">
            <a:tbl>
              <a:tblPr bandRow="1" firstRow="1">
                <a:noFill/>
                <a:tableStyleId>{ACE5F5D1-73BC-40FD-909B-8320CB539B64}</a:tableStyleId>
              </a:tblPr>
              <a:tblGrid>
                <a:gridCol w="1331325"/>
                <a:gridCol w="607125"/>
                <a:gridCol w="607125"/>
                <a:gridCol w="607125"/>
                <a:gridCol w="607125"/>
                <a:gridCol w="607125"/>
                <a:gridCol w="607125"/>
                <a:gridCol w="607125"/>
                <a:gridCol w="607125"/>
                <a:gridCol w="607125"/>
              </a:tblGrid>
              <a:tr h="292975">
                <a:tc>
                  <a:txBody>
                    <a:bodyPr/>
                    <a:lstStyle/>
                    <a:p>
                      <a:pPr indent="0" lvl="0" marL="0" marR="0" rtl="0" algn="ctr">
                        <a:lnSpc>
                          <a:spcPct val="100000"/>
                        </a:lnSpc>
                        <a:spcBef>
                          <a:spcPts val="0"/>
                        </a:spcBef>
                        <a:spcAft>
                          <a:spcPts val="0"/>
                        </a:spcAft>
                        <a:buNone/>
                      </a:pPr>
                      <a:r>
                        <a:rPr lang="en" sz="600">
                          <a:solidFill>
                            <a:schemeClr val="dk1"/>
                          </a:solidFill>
                          <a:latin typeface="Arial"/>
                          <a:ea typeface="Arial"/>
                          <a:cs typeface="Arial"/>
                          <a:sym typeface="Arial"/>
                        </a:rPr>
                        <a:t>Milestone</a:t>
                      </a:r>
                      <a:endParaRPr sz="600">
                        <a:solidFill>
                          <a:schemeClr val="dk1"/>
                        </a:solidFill>
                        <a:latin typeface="Arial"/>
                        <a:ea typeface="Arial"/>
                        <a:cs typeface="Arial"/>
                        <a:sym typeface="Arial"/>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rgbClr val="E8E8E8"/>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lang="en" sz="700">
                          <a:latin typeface="Arial"/>
                          <a:ea typeface="Arial"/>
                          <a:cs typeface="Arial"/>
                          <a:sym typeface="Arial"/>
                        </a:rPr>
                        <a:t>1</a:t>
                      </a:r>
                      <a:endParaRPr sz="700" u="none" cap="none" strike="noStrike">
                        <a:latin typeface="Arial"/>
                        <a:ea typeface="Arial"/>
                        <a:cs typeface="Arial"/>
                        <a:sym typeface="Arial"/>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2</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3</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4</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5</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6</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7</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t>8</a:t>
                      </a:r>
                      <a:endParaRPr sz="700"/>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700">
                          <a:solidFill>
                            <a:schemeClr val="dk1"/>
                          </a:solidFill>
                        </a:rPr>
                        <a:t>9</a:t>
                      </a:r>
                      <a:endParaRPr sz="700">
                        <a:solidFill>
                          <a:schemeClr val="dk1"/>
                        </a:solidFill>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rgbClr val="F3F3F3"/>
                      </a:solidFill>
                      <a:prstDash val="solid"/>
                      <a:round/>
                      <a:headEnd len="sm" w="sm" type="none"/>
                      <a:tailEnd len="sm" w="sm" type="none"/>
                    </a:lnB>
                    <a:solidFill>
                      <a:srgbClr val="D9EAD3"/>
                    </a:solidFill>
                  </a:tcPr>
                </a:tc>
              </a:tr>
              <a:tr h="319775">
                <a:tc>
                  <a:txBody>
                    <a:bodyPr/>
                    <a:lstStyle/>
                    <a:p>
                      <a:pPr indent="0" lvl="0" marL="0" rtl="0" algn="l">
                        <a:lnSpc>
                          <a:spcPct val="105000"/>
                        </a:lnSpc>
                        <a:spcBef>
                          <a:spcPts val="0"/>
                        </a:spcBef>
                        <a:spcAft>
                          <a:spcPts val="1000"/>
                        </a:spcAft>
                        <a:buNone/>
                      </a:pPr>
                      <a:r>
                        <a:rPr b="1" lang="en" sz="800">
                          <a:solidFill>
                            <a:schemeClr val="lt1"/>
                          </a:solidFill>
                        </a:rPr>
                        <a:t>Platform Foundation</a:t>
                      </a:r>
                      <a:endParaRPr sz="800">
                        <a:solidFill>
                          <a:schemeClr val="lt1"/>
                        </a:solidFill>
                      </a:endParaRPr>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r h="319775">
                <a:tc>
                  <a:txBody>
                    <a:bodyPr/>
                    <a:lstStyle/>
                    <a:p>
                      <a:pPr indent="0" lvl="0" marL="0" rtl="0" algn="l">
                        <a:spcBef>
                          <a:spcPts val="0"/>
                        </a:spcBef>
                        <a:spcAft>
                          <a:spcPts val="0"/>
                        </a:spcAft>
                        <a:buNone/>
                      </a:pPr>
                      <a:r>
                        <a:rPr b="1" lang="en" sz="800">
                          <a:solidFill>
                            <a:schemeClr val="lt1"/>
                          </a:solidFill>
                          <a:latin typeface="Arial"/>
                          <a:ea typeface="Arial"/>
                          <a:cs typeface="Arial"/>
                          <a:sym typeface="Arial"/>
                        </a:rPr>
                        <a:t>ML Productionalization</a:t>
                      </a:r>
                      <a:endParaRPr b="1" sz="800">
                        <a:solidFill>
                          <a:schemeClr val="lt1"/>
                        </a:solidFill>
                        <a:latin typeface="Arial"/>
                        <a:ea typeface="Arial"/>
                        <a:cs typeface="Arial"/>
                        <a:sym typeface="Arial"/>
                      </a:endParaRPr>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r h="319775">
                <a:tc>
                  <a:txBody>
                    <a:bodyPr/>
                    <a:lstStyle/>
                    <a:p>
                      <a:pPr indent="0" lvl="0" marL="0" rtl="0" algn="l">
                        <a:spcBef>
                          <a:spcPts val="0"/>
                        </a:spcBef>
                        <a:spcAft>
                          <a:spcPts val="0"/>
                        </a:spcAft>
                        <a:buNone/>
                      </a:pPr>
                      <a:r>
                        <a:rPr b="1" lang="en" sz="800">
                          <a:solidFill>
                            <a:schemeClr val="lt1"/>
                          </a:solidFill>
                        </a:rPr>
                        <a:t>App Productionalization</a:t>
                      </a:r>
                      <a:endParaRPr b="1" sz="800">
                        <a:solidFill>
                          <a:schemeClr val="lt1"/>
                        </a:solidFill>
                        <a:latin typeface="Metropolis"/>
                        <a:ea typeface="Metropolis"/>
                        <a:cs typeface="Metropolis"/>
                        <a:sym typeface="Metropolis"/>
                      </a:endParaRPr>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accent6"/>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r h="319775">
                <a:tc>
                  <a:txBody>
                    <a:bodyPr/>
                    <a:lstStyle/>
                    <a:p>
                      <a:pPr indent="0" lvl="0" marL="0" rtl="0" algn="l">
                        <a:spcBef>
                          <a:spcPts val="0"/>
                        </a:spcBef>
                        <a:spcAft>
                          <a:spcPts val="0"/>
                        </a:spcAft>
                        <a:buNone/>
                      </a:pPr>
                      <a:r>
                        <a:rPr b="1" lang="en" sz="800"/>
                        <a:t>Launch Support</a:t>
                      </a:r>
                      <a:endParaRPr b="1" sz="800"/>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rgbClr val="D9EAD3"/>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None/>
                      </a:pPr>
                      <a:r>
                        <a:t/>
                      </a:r>
                      <a:endParaRPr sz="1400" u="none" cap="none" strike="noStrike"/>
                    </a:p>
                  </a:txBody>
                  <a:tcPr marT="34300" marB="34300" marR="68600" marL="686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38100">
                      <a:solidFill>
                        <a:srgbClr val="F3F3F3"/>
                      </a:solidFill>
                      <a:prstDash val="solid"/>
                      <a:round/>
                      <a:headEnd len="sm" w="sm" type="none"/>
                      <a:tailEnd len="sm" w="sm" type="none"/>
                    </a:lnT>
                    <a:lnB cap="flat" cmpd="sng" w="38100">
                      <a:solidFill>
                        <a:srgbClr val="F3F3F3"/>
                      </a:solidFill>
                      <a:prstDash val="solid"/>
                      <a:round/>
                      <a:headEnd len="sm" w="sm" type="none"/>
                      <a:tailEnd len="sm" w="sm" type="none"/>
                    </a:lnB>
                    <a:solidFill>
                      <a:schemeClr val="lt2"/>
                    </a:solidFill>
                  </a:tcPr>
                </a:tc>
              </a:tr>
            </a:tbl>
          </a:graphicData>
        </a:graphic>
      </p:graphicFrame>
      <p:sp>
        <p:nvSpPr>
          <p:cNvPr id="2226" name="Google Shape;2226;p236"/>
          <p:cNvSpPr/>
          <p:nvPr/>
        </p:nvSpPr>
        <p:spPr>
          <a:xfrm>
            <a:off x="2945650" y="1063750"/>
            <a:ext cx="2833500" cy="1320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sp>
        <p:nvSpPr>
          <p:cNvPr id="2227" name="Google Shape;2227;p236"/>
          <p:cNvSpPr/>
          <p:nvPr/>
        </p:nvSpPr>
        <p:spPr>
          <a:xfrm>
            <a:off x="3542600" y="1704950"/>
            <a:ext cx="4187100" cy="128700"/>
          </a:xfrm>
          <a:prstGeom prst="rightArrow">
            <a:avLst>
              <a:gd fmla="val 56799"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sp>
        <p:nvSpPr>
          <p:cNvPr id="2228" name="Google Shape;2228;p236"/>
          <p:cNvSpPr/>
          <p:nvPr/>
        </p:nvSpPr>
        <p:spPr>
          <a:xfrm>
            <a:off x="3614700" y="1402075"/>
            <a:ext cx="4115100" cy="152700"/>
          </a:xfrm>
          <a:prstGeom prst="rightArrow">
            <a:avLst>
              <a:gd fmla="val 39162"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graphicFrame>
        <p:nvGraphicFramePr>
          <p:cNvPr id="2229" name="Google Shape;2229;p236"/>
          <p:cNvGraphicFramePr/>
          <p:nvPr/>
        </p:nvGraphicFramePr>
        <p:xfrm>
          <a:off x="869675" y="2571738"/>
          <a:ext cx="3000000" cy="3000000"/>
        </p:xfrm>
        <a:graphic>
          <a:graphicData uri="http://schemas.openxmlformats.org/drawingml/2006/table">
            <a:tbl>
              <a:tblPr>
                <a:noFill/>
                <a:tableStyleId>{E57F787C-4879-46B9-9B3C-02D91DE5175E}</a:tableStyleId>
              </a:tblPr>
              <a:tblGrid>
                <a:gridCol w="673150"/>
                <a:gridCol w="673150"/>
                <a:gridCol w="673150"/>
                <a:gridCol w="673150"/>
                <a:gridCol w="673150"/>
                <a:gridCol w="673150"/>
                <a:gridCol w="673150"/>
                <a:gridCol w="673150"/>
                <a:gridCol w="673150"/>
                <a:gridCol w="673150"/>
                <a:gridCol w="673150"/>
              </a:tblGrid>
              <a:tr h="200025">
                <a:tc>
                  <a:txBody>
                    <a:bodyPr/>
                    <a:lstStyle/>
                    <a:p>
                      <a:pPr indent="0" lvl="0" marL="0" rtl="0" algn="l">
                        <a:lnSpc>
                          <a:spcPct val="115000"/>
                        </a:lnSpc>
                        <a:spcBef>
                          <a:spcPts val="0"/>
                        </a:spcBef>
                        <a:spcAft>
                          <a:spcPts val="0"/>
                        </a:spcAft>
                        <a:buNone/>
                      </a:pPr>
                      <a:r>
                        <a:rPr lang="en" sz="1000"/>
                        <a:t>Resource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Week9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Total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Platform SA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93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ML SA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140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App SA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140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SDM</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230" name="Google Shape;2230;p236"/>
          <p:cNvSpPr/>
          <p:nvPr/>
        </p:nvSpPr>
        <p:spPr>
          <a:xfrm>
            <a:off x="7745705" y="2039075"/>
            <a:ext cx="565500" cy="128700"/>
          </a:xfrm>
          <a:prstGeom prst="rightArrow">
            <a:avLst>
              <a:gd fmla="val 56799" name="adj1"/>
              <a:gd fmla="val 50000" name="adj2"/>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FFFFF"/>
              </a:solidFill>
            </a:endParaRPr>
          </a:p>
        </p:txBody>
      </p:sp>
      <p:cxnSp>
        <p:nvCxnSpPr>
          <p:cNvPr id="2231" name="Google Shape;2231;p236"/>
          <p:cNvCxnSpPr>
            <a:stCxn id="2230" idx="1"/>
          </p:cNvCxnSpPr>
          <p:nvPr/>
        </p:nvCxnSpPr>
        <p:spPr>
          <a:xfrm rot="10800000">
            <a:off x="7743005" y="316025"/>
            <a:ext cx="2700" cy="1787400"/>
          </a:xfrm>
          <a:prstGeom prst="straightConnector1">
            <a:avLst/>
          </a:prstGeom>
          <a:noFill/>
          <a:ln cap="flat" cmpd="sng" w="9525">
            <a:solidFill>
              <a:schemeClr val="dk2"/>
            </a:solidFill>
            <a:prstDash val="solid"/>
            <a:round/>
            <a:headEnd len="med" w="med" type="none"/>
            <a:tailEnd len="med" w="med" type="none"/>
          </a:ln>
        </p:spPr>
      </p:cxnSp>
      <p:sp>
        <p:nvSpPr>
          <p:cNvPr id="2232" name="Google Shape;2232;p236"/>
          <p:cNvSpPr txBox="1"/>
          <p:nvPr/>
        </p:nvSpPr>
        <p:spPr>
          <a:xfrm>
            <a:off x="7740101" y="100177"/>
            <a:ext cx="132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5B5B5B"/>
                </a:solidFill>
              </a:rPr>
              <a:t>Target Go Live:</a:t>
            </a:r>
            <a:br>
              <a:rPr lang="en" sz="1100">
                <a:solidFill>
                  <a:srgbClr val="5B5B5B"/>
                </a:solidFill>
              </a:rPr>
            </a:br>
            <a:r>
              <a:rPr lang="en" sz="1100">
                <a:solidFill>
                  <a:srgbClr val="5B5B5B"/>
                </a:solidFill>
              </a:rPr>
              <a:t> 8 weeks</a:t>
            </a:r>
            <a:endParaRPr sz="1100">
              <a:solidFill>
                <a:srgbClr val="5B5B5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6" name="Shape 2236"/>
        <p:cNvGrpSpPr/>
        <p:nvPr/>
      </p:nvGrpSpPr>
      <p:grpSpPr>
        <a:xfrm>
          <a:off x="0" y="0"/>
          <a:ext cx="0" cy="0"/>
          <a:chOff x="0" y="0"/>
          <a:chExt cx="0" cy="0"/>
        </a:xfrm>
      </p:grpSpPr>
      <p:sp>
        <p:nvSpPr>
          <p:cNvPr id="2237" name="Google Shape;2237;p237"/>
          <p:cNvSpPr/>
          <p:nvPr/>
        </p:nvSpPr>
        <p:spPr>
          <a:xfrm>
            <a:off x="0" y="347472"/>
            <a:ext cx="137100" cy="365700"/>
          </a:xfrm>
          <a:prstGeom prst="rect">
            <a:avLst/>
          </a:prstGeom>
          <a:solidFill>
            <a:srgbClr val="29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8" name="Google Shape;2238;p237"/>
          <p:cNvSpPr txBox="1"/>
          <p:nvPr/>
        </p:nvSpPr>
        <p:spPr>
          <a:xfrm>
            <a:off x="365760" y="274320"/>
            <a:ext cx="82296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 sz="2000" u="none" cap="none" strike="noStrike">
                <a:solidFill>
                  <a:srgbClr val="11567F"/>
                </a:solidFill>
                <a:latin typeface="Arial"/>
                <a:ea typeface="Arial"/>
                <a:cs typeface="Arial"/>
                <a:sym typeface="Arial"/>
              </a:rPr>
              <a:t>Delivery Assumptions </a:t>
            </a:r>
            <a:endParaRPr/>
          </a:p>
        </p:txBody>
      </p:sp>
      <p:sp>
        <p:nvSpPr>
          <p:cNvPr id="2239" name="Google Shape;2239;p237"/>
          <p:cNvSpPr/>
          <p:nvPr/>
        </p:nvSpPr>
        <p:spPr>
          <a:xfrm>
            <a:off x="320050" y="914400"/>
            <a:ext cx="4206300" cy="1719000"/>
          </a:xfrm>
          <a:prstGeom prst="roundRect">
            <a:avLst>
              <a:gd fmla="val 16667" name="adj"/>
            </a:avLst>
          </a:prstGeom>
          <a:solidFill>
            <a:srgbClr val="1156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0" name="Google Shape;2240;p237"/>
          <p:cNvSpPr txBox="1"/>
          <p:nvPr/>
        </p:nvSpPr>
        <p:spPr>
          <a:xfrm>
            <a:off x="457200" y="987552"/>
            <a:ext cx="39318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000" u="none" cap="none" strike="noStrike">
                <a:solidFill>
                  <a:srgbClr val="FFFFFF"/>
                </a:solidFill>
                <a:latin typeface="Arial"/>
                <a:ea typeface="Arial"/>
                <a:cs typeface="Arial"/>
                <a:sym typeface="Arial"/>
              </a:rPr>
              <a:t>Project Assumptions</a:t>
            </a:r>
            <a:endParaRPr/>
          </a:p>
        </p:txBody>
      </p:sp>
      <p:sp>
        <p:nvSpPr>
          <p:cNvPr id="2241" name="Google Shape;2241;p237"/>
          <p:cNvSpPr txBox="1"/>
          <p:nvPr/>
        </p:nvSpPr>
        <p:spPr>
          <a:xfrm>
            <a:off x="502920" y="1261872"/>
            <a:ext cx="38406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b="0" i="0" lang="en" sz="800" u="none" cap="none" strike="noStrike">
                <a:solidFill>
                  <a:srgbClr val="FFFFFF"/>
                </a:solidFill>
                <a:latin typeface="Arial"/>
                <a:ea typeface="Arial"/>
                <a:cs typeface="Arial"/>
                <a:sym typeface="Arial"/>
              </a:rPr>
              <a:t>•  </a:t>
            </a:r>
            <a:r>
              <a:rPr lang="en" sz="800">
                <a:solidFill>
                  <a:srgbClr val="FFFFFF"/>
                </a:solidFill>
              </a:rPr>
              <a:t>Arkema provides dedicated technical resources available for the 8-week engagement</a:t>
            </a:r>
            <a:br>
              <a:rPr lang="en" sz="800">
                <a:solidFill>
                  <a:srgbClr val="FFFFFF"/>
                </a:solidFill>
              </a:rPr>
            </a:br>
            <a:r>
              <a:rPr lang="en" sz="800">
                <a:solidFill>
                  <a:srgbClr val="FFFFFF"/>
                </a:solidFill>
              </a:rPr>
              <a:t>•  Arkema team available for weekly working sessions and timely feedback</a:t>
            </a:r>
            <a:br>
              <a:rPr lang="en" sz="800">
                <a:solidFill>
                  <a:srgbClr val="FFFFFF"/>
                </a:solidFill>
              </a:rPr>
            </a:br>
            <a:r>
              <a:rPr lang="en" sz="800">
                <a:solidFill>
                  <a:srgbClr val="FFFFFF"/>
                </a:solidFill>
              </a:rPr>
              <a:t>•  All system credentials and GitHub access provided before Week 1 kickoff</a:t>
            </a:r>
            <a:br>
              <a:rPr lang="en" sz="800">
                <a:solidFill>
                  <a:srgbClr val="FFFFFF"/>
                </a:solidFill>
              </a:rPr>
            </a:br>
            <a:r>
              <a:rPr lang="en" sz="800">
                <a:solidFill>
                  <a:srgbClr val="FFFFFF"/>
                </a:solidFill>
              </a:rPr>
              <a:t>•  Snowflake account provisioned; customer owns ACCOUNTADMIN access</a:t>
            </a:r>
            <a:endParaRPr sz="800">
              <a:solidFill>
                <a:srgbClr val="FFFFFF"/>
              </a:solidFill>
            </a:endParaRPr>
          </a:p>
          <a:p>
            <a:pPr indent="0" lvl="0" marL="0" marR="0" rtl="0" algn="l">
              <a:lnSpc>
                <a:spcPct val="130000"/>
              </a:lnSpc>
              <a:spcBef>
                <a:spcPts val="0"/>
              </a:spcBef>
              <a:spcAft>
                <a:spcPts val="0"/>
              </a:spcAft>
              <a:buNone/>
            </a:pPr>
            <a:r>
              <a:rPr lang="en" sz="800">
                <a:solidFill>
                  <a:srgbClr val="FFFFFF"/>
                </a:solidFill>
              </a:rPr>
              <a:t>•  </a:t>
            </a:r>
            <a:r>
              <a:rPr lang="en" sz="800">
                <a:solidFill>
                  <a:srgbClr val="FFFFFF"/>
                </a:solidFill>
              </a:rPr>
              <a:t>Arkema is responsible for delivering source data to the agreed S3 staging location. SD configures Snowpipe; data availability at the agreed location is Arkema's responsibility. </a:t>
            </a:r>
            <a:endParaRPr sz="800">
              <a:solidFill>
                <a:srgbClr val="FFFFFF"/>
              </a:solidFill>
            </a:endParaRPr>
          </a:p>
          <a:p>
            <a:pPr indent="0" lvl="0" marL="0" marR="0" rtl="0" algn="l">
              <a:lnSpc>
                <a:spcPct val="130000"/>
              </a:lnSpc>
              <a:spcBef>
                <a:spcPts val="0"/>
              </a:spcBef>
              <a:spcAft>
                <a:spcPts val="0"/>
              </a:spcAft>
              <a:buNone/>
            </a:pPr>
            <a:r>
              <a:t/>
            </a:r>
            <a:endParaRPr sz="800">
              <a:solidFill>
                <a:srgbClr val="FFFFFF"/>
              </a:solidFill>
            </a:endParaRPr>
          </a:p>
        </p:txBody>
      </p:sp>
      <p:sp>
        <p:nvSpPr>
          <p:cNvPr id="2242" name="Google Shape;2242;p237"/>
          <p:cNvSpPr/>
          <p:nvPr/>
        </p:nvSpPr>
        <p:spPr>
          <a:xfrm>
            <a:off x="4617720" y="914400"/>
            <a:ext cx="4206300" cy="1783200"/>
          </a:xfrm>
          <a:prstGeom prst="roundRect">
            <a:avLst>
              <a:gd fmla="val 16667" name="adj"/>
            </a:avLst>
          </a:prstGeom>
          <a:solidFill>
            <a:srgbClr val="FFFFFF"/>
          </a:solidFill>
          <a:ln cap="flat" cmpd="sng" w="9525">
            <a:solidFill>
              <a:srgbClr val="D0D0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3" name="Google Shape;2243;p237"/>
          <p:cNvSpPr txBox="1"/>
          <p:nvPr/>
        </p:nvSpPr>
        <p:spPr>
          <a:xfrm>
            <a:off x="4754880" y="987552"/>
            <a:ext cx="39318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1000">
                <a:solidFill>
                  <a:srgbClr val="262626"/>
                </a:solidFill>
              </a:rPr>
              <a:t>Platform Foundation</a:t>
            </a:r>
            <a:r>
              <a:rPr b="1" i="0" lang="en" sz="1000" u="none" cap="none" strike="noStrike">
                <a:solidFill>
                  <a:srgbClr val="262626"/>
                </a:solidFill>
                <a:latin typeface="Arial"/>
                <a:ea typeface="Arial"/>
                <a:cs typeface="Arial"/>
                <a:sym typeface="Arial"/>
              </a:rPr>
              <a:t> Assumptions</a:t>
            </a:r>
            <a:endParaRPr/>
          </a:p>
        </p:txBody>
      </p:sp>
      <p:sp>
        <p:nvSpPr>
          <p:cNvPr id="2244" name="Google Shape;2244;p237"/>
          <p:cNvSpPr txBox="1"/>
          <p:nvPr/>
        </p:nvSpPr>
        <p:spPr>
          <a:xfrm>
            <a:off x="4800600" y="1261875"/>
            <a:ext cx="41130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b="0" i="0" lang="en" sz="800" u="none" cap="none" strike="noStrike">
                <a:solidFill>
                  <a:srgbClr val="262626"/>
                </a:solidFill>
                <a:latin typeface="Arial"/>
                <a:ea typeface="Arial"/>
                <a:cs typeface="Arial"/>
                <a:sym typeface="Arial"/>
              </a:rPr>
              <a:t>•  </a:t>
            </a:r>
            <a:r>
              <a:rPr lang="en" sz="800">
                <a:solidFill>
                  <a:srgbClr val="262626"/>
                </a:solidFill>
              </a:rPr>
              <a:t>SSO/SCIM configured with Arkema’s IdP; IT team provides access during configuration</a:t>
            </a:r>
            <a:br>
              <a:rPr b="0" i="0" lang="en" sz="800" u="none" cap="none" strike="noStrike">
                <a:solidFill>
                  <a:srgbClr val="262626"/>
                </a:solidFill>
                <a:latin typeface="Arial"/>
                <a:ea typeface="Arial"/>
                <a:cs typeface="Arial"/>
                <a:sym typeface="Arial"/>
              </a:rPr>
            </a:br>
            <a:r>
              <a:rPr b="0" i="0" lang="en" sz="800" u="none" cap="none" strike="noStrike">
                <a:solidFill>
                  <a:srgbClr val="262626"/>
                </a:solidFill>
                <a:latin typeface="Arial"/>
                <a:ea typeface="Arial"/>
                <a:cs typeface="Arial"/>
                <a:sym typeface="Arial"/>
              </a:rPr>
              <a:t>•  </a:t>
            </a:r>
            <a:r>
              <a:rPr lang="en" sz="800">
                <a:solidFill>
                  <a:srgbClr val="262626"/>
                </a:solidFill>
              </a:rPr>
              <a:t>4 RBAC</a:t>
            </a:r>
            <a:r>
              <a:rPr lang="en" sz="800">
                <a:solidFill>
                  <a:srgbClr val="262626"/>
                </a:solidFill>
              </a:rPr>
              <a:t> roles defined</a:t>
            </a:r>
            <a:r>
              <a:rPr lang="en" sz="800">
                <a:solidFill>
                  <a:srgbClr val="262626"/>
                </a:solidFill>
              </a:rPr>
              <a:t>; additional roles require a change order</a:t>
            </a:r>
            <a:br>
              <a:rPr b="0" i="0" lang="en" sz="800" u="none" cap="none" strike="noStrike">
                <a:solidFill>
                  <a:srgbClr val="262626"/>
                </a:solidFill>
                <a:latin typeface="Arial"/>
                <a:ea typeface="Arial"/>
                <a:cs typeface="Arial"/>
                <a:sym typeface="Arial"/>
              </a:rPr>
            </a:br>
            <a:r>
              <a:rPr b="0" i="0" lang="en" sz="800" u="none" cap="none" strike="noStrike">
                <a:solidFill>
                  <a:srgbClr val="262626"/>
                </a:solidFill>
                <a:latin typeface="Arial"/>
                <a:ea typeface="Arial"/>
                <a:cs typeface="Arial"/>
                <a:sym typeface="Arial"/>
              </a:rPr>
              <a:t>•  </a:t>
            </a:r>
            <a:r>
              <a:rPr lang="en" sz="800">
                <a:solidFill>
                  <a:srgbClr val="262626"/>
                </a:solidFill>
              </a:rPr>
              <a:t>No network policy customization beyond standard; Private Link support not needed</a:t>
            </a:r>
            <a:endParaRPr sz="800">
              <a:solidFill>
                <a:srgbClr val="262626"/>
              </a:solidFill>
            </a:endParaRPr>
          </a:p>
          <a:p>
            <a:pPr indent="0" lvl="0" marL="0" marR="0" rtl="0" algn="l">
              <a:lnSpc>
                <a:spcPct val="130000"/>
              </a:lnSpc>
              <a:spcBef>
                <a:spcPts val="0"/>
              </a:spcBef>
              <a:spcAft>
                <a:spcPts val="0"/>
              </a:spcAft>
              <a:buNone/>
            </a:pPr>
            <a:r>
              <a:rPr lang="en" sz="800">
                <a:solidFill>
                  <a:schemeClr val="dk1"/>
                </a:solidFill>
              </a:rPr>
              <a:t>• </a:t>
            </a:r>
            <a:r>
              <a:rPr lang="en" sz="800">
                <a:solidFill>
                  <a:schemeClr val="dk1"/>
                </a:solidFill>
              </a:rPr>
              <a:t> Limited to Snowpipe Configuration for 12 tables </a:t>
            </a:r>
            <a:endParaRPr sz="800">
              <a:solidFill>
                <a:schemeClr val="dk1"/>
              </a:solidFill>
            </a:endParaRPr>
          </a:p>
          <a:p>
            <a:pPr indent="0" lvl="0" marL="0" marR="0" rtl="0" algn="l">
              <a:lnSpc>
                <a:spcPct val="130000"/>
              </a:lnSpc>
              <a:spcBef>
                <a:spcPts val="0"/>
              </a:spcBef>
              <a:spcAft>
                <a:spcPts val="0"/>
              </a:spcAft>
              <a:buNone/>
            </a:pPr>
            <a:r>
              <a:rPr lang="en" sz="800">
                <a:solidFill>
                  <a:schemeClr val="dk1"/>
                </a:solidFill>
              </a:rPr>
              <a:t>No data governance work in scope for MVP</a:t>
            </a:r>
            <a:br>
              <a:rPr b="0" i="0" lang="en" sz="800" u="none" cap="none" strike="noStrike">
                <a:solidFill>
                  <a:srgbClr val="262626"/>
                </a:solidFill>
                <a:latin typeface="Arial"/>
                <a:ea typeface="Arial"/>
                <a:cs typeface="Arial"/>
                <a:sym typeface="Arial"/>
              </a:rPr>
            </a:br>
            <a:r>
              <a:rPr b="0" i="0" lang="en" sz="800" u="none" cap="none" strike="noStrike">
                <a:solidFill>
                  <a:srgbClr val="262626"/>
                </a:solidFill>
                <a:latin typeface="Arial"/>
                <a:ea typeface="Arial"/>
                <a:cs typeface="Arial"/>
                <a:sym typeface="Arial"/>
              </a:rPr>
              <a:t>•  </a:t>
            </a:r>
            <a:r>
              <a:rPr lang="en" sz="800">
                <a:solidFill>
                  <a:srgbClr val="262626"/>
                </a:solidFill>
              </a:rPr>
              <a:t>App and ML deployed as-is; no new features, integrations, or rearchitecture in scope</a:t>
            </a:r>
            <a:endParaRPr/>
          </a:p>
        </p:txBody>
      </p:sp>
      <p:sp>
        <p:nvSpPr>
          <p:cNvPr id="2245" name="Google Shape;2245;p237"/>
          <p:cNvSpPr/>
          <p:nvPr/>
        </p:nvSpPr>
        <p:spPr>
          <a:xfrm>
            <a:off x="320075" y="2697601"/>
            <a:ext cx="4206300" cy="2045100"/>
          </a:xfrm>
          <a:prstGeom prst="roundRect">
            <a:avLst>
              <a:gd fmla="val 16667" name="adj"/>
            </a:avLst>
          </a:prstGeom>
          <a:solidFill>
            <a:srgbClr val="FFFFFF"/>
          </a:solidFill>
          <a:ln cap="flat" cmpd="sng" w="9525">
            <a:solidFill>
              <a:srgbClr val="D0D0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6" name="Google Shape;2246;p237"/>
          <p:cNvSpPr txBox="1"/>
          <p:nvPr/>
        </p:nvSpPr>
        <p:spPr>
          <a:xfrm>
            <a:off x="457225" y="2770747"/>
            <a:ext cx="39318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1000">
                <a:solidFill>
                  <a:srgbClr val="262626"/>
                </a:solidFill>
              </a:rPr>
              <a:t>ML Productionalization Assumptions</a:t>
            </a:r>
            <a:endParaRPr/>
          </a:p>
        </p:txBody>
      </p:sp>
      <p:sp>
        <p:nvSpPr>
          <p:cNvPr id="2247" name="Google Shape;2247;p237"/>
          <p:cNvSpPr txBox="1"/>
          <p:nvPr/>
        </p:nvSpPr>
        <p:spPr>
          <a:xfrm>
            <a:off x="502950" y="3045075"/>
            <a:ext cx="3840600" cy="14967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b="0" i="0" lang="en" sz="800" u="none" cap="none" strike="noStrike">
                <a:solidFill>
                  <a:srgbClr val="262626"/>
                </a:solidFill>
                <a:latin typeface="Arial"/>
                <a:ea typeface="Arial"/>
                <a:cs typeface="Arial"/>
                <a:sym typeface="Arial"/>
              </a:rPr>
              <a:t>•  </a:t>
            </a:r>
            <a:r>
              <a:rPr lang="en" sz="800">
                <a:solidFill>
                  <a:srgbClr val="262626"/>
                </a:solidFill>
              </a:rPr>
              <a:t>ML model and app code accessible via GitHub before engagement start</a:t>
            </a:r>
            <a:br>
              <a:rPr b="0" i="0" lang="en" sz="800" u="none" cap="none" strike="noStrike">
                <a:solidFill>
                  <a:srgbClr val="262626"/>
                </a:solidFill>
                <a:latin typeface="Arial"/>
                <a:ea typeface="Arial"/>
                <a:cs typeface="Arial"/>
                <a:sym typeface="Arial"/>
              </a:rPr>
            </a:br>
            <a:r>
              <a:rPr b="0" i="0" lang="en" sz="800" u="none" cap="none" strike="noStrike">
                <a:solidFill>
                  <a:srgbClr val="262626"/>
                </a:solidFill>
                <a:latin typeface="Arial"/>
                <a:ea typeface="Arial"/>
                <a:cs typeface="Arial"/>
                <a:sym typeface="Arial"/>
              </a:rPr>
              <a:t>•  </a:t>
            </a:r>
            <a:r>
              <a:rPr lang="en" sz="800">
                <a:solidFill>
                  <a:srgbClr val="262626"/>
                </a:solidFill>
              </a:rPr>
              <a:t>12 </a:t>
            </a:r>
            <a:r>
              <a:rPr lang="en" sz="800">
                <a:solidFill>
                  <a:srgbClr val="262626"/>
                </a:solidFill>
              </a:rPr>
              <a:t>source tables confirmed before engagement; Snowpipe connections per agreed specifications</a:t>
            </a:r>
            <a:br>
              <a:rPr b="0" i="0" lang="en" sz="800" u="none" cap="none" strike="noStrike">
                <a:solidFill>
                  <a:srgbClr val="262626"/>
                </a:solidFill>
                <a:latin typeface="Arial"/>
                <a:ea typeface="Arial"/>
                <a:cs typeface="Arial"/>
                <a:sym typeface="Arial"/>
              </a:rPr>
            </a:br>
            <a:r>
              <a:rPr b="0" i="0" lang="en" sz="800" u="none" cap="none" strike="noStrike">
                <a:solidFill>
                  <a:srgbClr val="262626"/>
                </a:solidFill>
                <a:latin typeface="Arial"/>
                <a:ea typeface="Arial"/>
                <a:cs typeface="Arial"/>
                <a:sym typeface="Arial"/>
              </a:rPr>
              <a:t>•  </a:t>
            </a:r>
            <a:r>
              <a:rPr lang="en" sz="800">
                <a:solidFill>
                  <a:srgbClr val="262626"/>
                </a:solidFill>
              </a:rPr>
              <a:t>Schema changes or additional tables handled via change order</a:t>
            </a:r>
            <a:endParaRPr sz="800">
              <a:solidFill>
                <a:srgbClr val="262626"/>
              </a:solidFill>
            </a:endParaRPr>
          </a:p>
          <a:p>
            <a:pPr indent="0" lvl="0" marL="0" marR="0" rtl="0" algn="l">
              <a:lnSpc>
                <a:spcPct val="130000"/>
              </a:lnSpc>
              <a:spcBef>
                <a:spcPts val="0"/>
              </a:spcBef>
              <a:spcAft>
                <a:spcPts val="0"/>
              </a:spcAft>
              <a:buNone/>
            </a:pPr>
            <a:r>
              <a:rPr lang="en" sz="800">
                <a:solidFill>
                  <a:schemeClr val="dk1"/>
                </a:solidFill>
              </a:rPr>
              <a:t>•  ML model</a:t>
            </a:r>
            <a:r>
              <a:rPr lang="en" sz="800">
                <a:solidFill>
                  <a:schemeClr val="dk1"/>
                </a:solidFill>
              </a:rPr>
              <a:t> and app code provided as-is; Snowflake PS does not modify the source code</a:t>
            </a:r>
            <a:endParaRPr sz="800">
              <a:solidFill>
                <a:schemeClr val="dk1"/>
              </a:solidFill>
            </a:endParaRPr>
          </a:p>
          <a:p>
            <a:pPr indent="0" lvl="0" marL="0" marR="0" rtl="0" algn="l">
              <a:lnSpc>
                <a:spcPct val="130000"/>
              </a:lnSpc>
              <a:spcBef>
                <a:spcPts val="0"/>
              </a:spcBef>
              <a:spcAft>
                <a:spcPts val="0"/>
              </a:spcAft>
              <a:buNone/>
            </a:pPr>
            <a:r>
              <a:rPr lang="en" sz="800">
                <a:solidFill>
                  <a:schemeClr val="dk1"/>
                </a:solidFill>
              </a:rPr>
              <a:t>•  ML model developed on mock data assumed to match production schemas exactly; schema drift or type mismatches discovered post-kickoff are a change order.</a:t>
            </a:r>
            <a:br>
              <a:rPr lang="en" sz="800">
                <a:solidFill>
                  <a:schemeClr val="dk1"/>
                </a:solidFill>
              </a:rPr>
            </a:br>
            <a:r>
              <a:rPr lang="en" sz="800">
                <a:solidFill>
                  <a:schemeClr val="dk1"/>
                </a:solidFill>
              </a:rPr>
              <a:t>• Snowflake will leverage its know-how and resources to best support the Use Case but cannot commit to specific AI/ML metrics such as accuracy, precision, recall, etc., or Generative AI metrics such as groundedness, relevancy, cohesiveness, etc. Ultimate evaluation and approval of model performance is left to the Customer.</a:t>
            </a:r>
            <a:endParaRPr sz="800">
              <a:solidFill>
                <a:schemeClr val="dk1"/>
              </a:solidFill>
            </a:endParaRPr>
          </a:p>
        </p:txBody>
      </p:sp>
      <p:sp>
        <p:nvSpPr>
          <p:cNvPr id="2248" name="Google Shape;2248;p237"/>
          <p:cNvSpPr/>
          <p:nvPr/>
        </p:nvSpPr>
        <p:spPr>
          <a:xfrm>
            <a:off x="4617720" y="2788920"/>
            <a:ext cx="4206300" cy="1783200"/>
          </a:xfrm>
          <a:prstGeom prst="roundRect">
            <a:avLst>
              <a:gd fmla="val 16667" name="adj"/>
            </a:avLst>
          </a:prstGeom>
          <a:solidFill>
            <a:srgbClr val="1156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9" name="Google Shape;2249;p237"/>
          <p:cNvSpPr txBox="1"/>
          <p:nvPr/>
        </p:nvSpPr>
        <p:spPr>
          <a:xfrm>
            <a:off x="4754880" y="2862072"/>
            <a:ext cx="39318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1000">
                <a:solidFill>
                  <a:srgbClr val="FFFFFF"/>
                </a:solidFill>
              </a:rPr>
              <a:t>ML &amp; App Productionalization Assumptions</a:t>
            </a:r>
            <a:endParaRPr/>
          </a:p>
        </p:txBody>
      </p:sp>
      <p:sp>
        <p:nvSpPr>
          <p:cNvPr id="2250" name="Google Shape;2250;p237"/>
          <p:cNvSpPr txBox="1"/>
          <p:nvPr/>
        </p:nvSpPr>
        <p:spPr>
          <a:xfrm>
            <a:off x="4800600" y="3136392"/>
            <a:ext cx="38406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b="0" i="0" lang="en" sz="800" u="none" cap="none" strike="noStrike">
                <a:solidFill>
                  <a:srgbClr val="FFFFFF"/>
                </a:solidFill>
                <a:latin typeface="Arial"/>
                <a:ea typeface="Arial"/>
                <a:cs typeface="Arial"/>
                <a:sym typeface="Arial"/>
              </a:rPr>
              <a:t>•  </a:t>
            </a:r>
            <a:r>
              <a:rPr lang="en" sz="800">
                <a:solidFill>
                  <a:srgbClr val="FFFFFF"/>
                </a:solidFill>
              </a:rPr>
              <a:t>2-week UAT window applies to both ML model and application workstreams</a:t>
            </a:r>
            <a:br>
              <a:rPr b="0" i="0" lang="en" sz="800" u="none" cap="none" strike="noStrike">
                <a:solidFill>
                  <a:srgbClr val="FFFFFF"/>
                </a:solidFill>
                <a:latin typeface="Arial"/>
                <a:ea typeface="Arial"/>
                <a:cs typeface="Arial"/>
                <a:sym typeface="Arial"/>
              </a:rPr>
            </a:br>
            <a:r>
              <a:rPr b="0" i="0" lang="en" sz="800" u="none" cap="none" strike="noStrike">
                <a:solidFill>
                  <a:srgbClr val="FFFFFF"/>
                </a:solidFill>
                <a:latin typeface="Arial"/>
                <a:ea typeface="Arial"/>
                <a:cs typeface="Arial"/>
                <a:sym typeface="Arial"/>
              </a:rPr>
              <a:t>•</a:t>
            </a:r>
            <a:r>
              <a:rPr b="0" i="0" lang="en" sz="800" u="none" cap="none" strike="noStrike">
                <a:solidFill>
                  <a:srgbClr val="FFFFFF"/>
                </a:solidFill>
                <a:latin typeface="Arial"/>
                <a:ea typeface="Arial"/>
                <a:cs typeface="Arial"/>
                <a:sym typeface="Arial"/>
              </a:rPr>
              <a:t>  </a:t>
            </a:r>
            <a:r>
              <a:rPr lang="en" sz="800">
                <a:solidFill>
                  <a:srgbClr val="FFFFFF"/>
                </a:solidFill>
              </a:rPr>
              <a:t>Customer completes UAT within the agreed 2-week window per workstream</a:t>
            </a:r>
            <a:endParaRPr sz="800">
              <a:solidFill>
                <a:srgbClr val="FFFFFF"/>
              </a:solidFill>
            </a:endParaRPr>
          </a:p>
          <a:p>
            <a:pPr indent="0" lvl="0" marL="0" marR="0" rtl="0" algn="l">
              <a:lnSpc>
                <a:spcPct val="130000"/>
              </a:lnSpc>
              <a:spcBef>
                <a:spcPts val="0"/>
              </a:spcBef>
              <a:spcAft>
                <a:spcPts val="0"/>
              </a:spcAft>
              <a:buNone/>
            </a:pPr>
            <a:r>
              <a:rPr lang="en" sz="800">
                <a:solidFill>
                  <a:srgbClr val="FFFFFF"/>
                </a:solidFill>
              </a:rPr>
              <a:t>UAT Success criteria determined upon project kickoff</a:t>
            </a:r>
            <a:br>
              <a:rPr b="0" i="0" lang="en" sz="800" u="none" cap="none" strike="noStrike">
                <a:solidFill>
                  <a:srgbClr val="FFFFFF"/>
                </a:solidFill>
                <a:latin typeface="Arial"/>
                <a:ea typeface="Arial"/>
                <a:cs typeface="Arial"/>
                <a:sym typeface="Arial"/>
              </a:rPr>
            </a:br>
            <a:r>
              <a:rPr b="0" i="0" lang="en" sz="800" u="none" cap="none" strike="noStrike">
                <a:solidFill>
                  <a:srgbClr val="FFFFFF"/>
                </a:solidFill>
                <a:latin typeface="Arial"/>
                <a:ea typeface="Arial"/>
                <a:cs typeface="Arial"/>
                <a:sym typeface="Arial"/>
              </a:rPr>
              <a:t>•  </a:t>
            </a:r>
            <a:r>
              <a:rPr lang="en" sz="800">
                <a:solidFill>
                  <a:srgbClr val="FFFFFF"/>
                </a:solidFill>
              </a:rPr>
              <a:t>ML model validation criteria defined by Arkema before UAT begins</a:t>
            </a:r>
            <a:br>
              <a:rPr b="0" i="0" lang="en" sz="800" u="none" cap="none" strike="noStrike">
                <a:solidFill>
                  <a:srgbClr val="FFFFFF"/>
                </a:solidFill>
                <a:latin typeface="Arial"/>
                <a:ea typeface="Arial"/>
                <a:cs typeface="Arial"/>
                <a:sym typeface="Arial"/>
              </a:rPr>
            </a:br>
            <a:r>
              <a:rPr b="0" i="0" lang="en" sz="800" u="none" cap="none" strike="noStrike">
                <a:solidFill>
                  <a:srgbClr val="FFFFFF"/>
                </a:solidFill>
                <a:latin typeface="Arial"/>
                <a:ea typeface="Arial"/>
                <a:cs typeface="Arial"/>
                <a:sym typeface="Arial"/>
              </a:rPr>
              <a:t>•  </a:t>
            </a:r>
            <a:r>
              <a:rPr lang="en" sz="800">
                <a:solidFill>
                  <a:srgbClr val="FFFFFF"/>
                </a:solidFill>
              </a:rPr>
              <a:t>Arkema team participates in weekly working sessions to ensure knowledge transfer throughout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4" name="Shape 2254"/>
        <p:cNvGrpSpPr/>
        <p:nvPr/>
      </p:nvGrpSpPr>
      <p:grpSpPr>
        <a:xfrm>
          <a:off x="0" y="0"/>
          <a:ext cx="0" cy="0"/>
          <a:chOff x="0" y="0"/>
          <a:chExt cx="0" cy="0"/>
        </a:xfrm>
      </p:grpSpPr>
      <p:sp>
        <p:nvSpPr>
          <p:cNvPr id="2255" name="Google Shape;2255;p238"/>
          <p:cNvSpPr txBox="1"/>
          <p:nvPr>
            <p:ph type="title"/>
          </p:nvPr>
        </p:nvSpPr>
        <p:spPr>
          <a:xfrm>
            <a:off x="367900" y="274323"/>
            <a:ext cx="8344800" cy="365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 sz="2400"/>
              <a:t>Operational Assumptions / Dependencies</a:t>
            </a:r>
            <a:r>
              <a:rPr lang="en" sz="2400"/>
              <a:t> </a:t>
            </a:r>
            <a:endParaRPr b="1" sz="2400"/>
          </a:p>
        </p:txBody>
      </p:sp>
      <p:sp>
        <p:nvSpPr>
          <p:cNvPr id="2256" name="Google Shape;2256;p238"/>
          <p:cNvSpPr/>
          <p:nvPr/>
        </p:nvSpPr>
        <p:spPr>
          <a:xfrm>
            <a:off x="0" y="343500"/>
            <a:ext cx="137100" cy="365700"/>
          </a:xfrm>
          <a:prstGeom prst="rect">
            <a:avLst/>
          </a:prstGeom>
          <a:solidFill>
            <a:srgbClr val="0AB7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238"/>
          <p:cNvSpPr txBox="1"/>
          <p:nvPr>
            <p:ph idx="1" type="subTitle"/>
          </p:nvPr>
        </p:nvSpPr>
        <p:spPr>
          <a:xfrm>
            <a:off x="399600" y="709200"/>
            <a:ext cx="8344800" cy="4167600"/>
          </a:xfrm>
          <a:prstGeom prst="rect">
            <a:avLst/>
          </a:prstGeom>
        </p:spPr>
        <p:txBody>
          <a:bodyPr anchorCtr="0" anchor="t" bIns="91425" lIns="91425" spcFirstLastPara="1" rIns="91425" wrap="square" tIns="91425">
            <a:noAutofit/>
          </a:bodyPr>
          <a:lstStyle/>
          <a:p>
            <a:pPr indent="0" lvl="0" marL="0" rtl="0" algn="l">
              <a:lnSpc>
                <a:spcPct val="125416"/>
              </a:lnSpc>
              <a:spcBef>
                <a:spcPts val="800"/>
              </a:spcBef>
              <a:spcAft>
                <a:spcPts val="0"/>
              </a:spcAft>
              <a:buNone/>
            </a:pPr>
            <a:r>
              <a:rPr b="1" lang="en" sz="1000">
                <a:solidFill>
                  <a:srgbClr val="000000"/>
                </a:solidFill>
              </a:rPr>
              <a:t>Assumptions:</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Arkema provides dedicated technical resources available for the 8-week engagement</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All system credentials and GitHub access provided before Week 1 kickoff</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Customer owns ACCOUNTADMIN access; Snowflake account is provisioned</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12 source tables and connection details confirmed before engagement start</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ML model and app code provided via GitHub as-is; PS will not modify the codebase</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Customer IdP admin available for SSO/SCIM sessions (Weeks 1–3)</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2-week UAT window per workstream; extensions require change order</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Schema changes or additional tables handled via change order</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Arkema team available for weekly working sessions (minimum 2 hrs/week)</a:t>
            </a:r>
            <a:endParaRPr b="1" sz="1000">
              <a:solidFill>
                <a:srgbClr val="000000"/>
              </a:solidFill>
            </a:endParaRPr>
          </a:p>
          <a:p>
            <a:pPr indent="0" lvl="0" marL="0" rtl="0" algn="l">
              <a:lnSpc>
                <a:spcPct val="125416"/>
              </a:lnSpc>
              <a:spcBef>
                <a:spcPts val="1000"/>
              </a:spcBef>
              <a:spcAft>
                <a:spcPts val="0"/>
              </a:spcAft>
              <a:buNone/>
            </a:pPr>
            <a:r>
              <a:rPr b="1" lang="en" sz="1000">
                <a:solidFill>
                  <a:srgbClr val="000000"/>
                </a:solidFill>
              </a:rPr>
              <a:t>• No SAP BW migration or platform architecture work is in scope</a:t>
            </a:r>
            <a:endParaRPr b="1" sz="1000">
              <a:solidFill>
                <a:srgbClr val="000000"/>
              </a:solidFill>
            </a:endParaRPr>
          </a:p>
          <a:p>
            <a:pPr indent="0" lvl="0" marL="0" rtl="0" algn="l">
              <a:lnSpc>
                <a:spcPct val="125416"/>
              </a:lnSpc>
              <a:spcBef>
                <a:spcPts val="1000"/>
              </a:spcBef>
              <a:spcAft>
                <a:spcPts val="1000"/>
              </a:spcAft>
              <a:buNone/>
            </a:pPr>
            <a:r>
              <a:rPr b="1" lang="en" sz="1000">
                <a:solidFill>
                  <a:srgbClr val="000000"/>
                </a:solidFill>
              </a:rPr>
              <a:t>• </a:t>
            </a:r>
            <a:r>
              <a:rPr b="1" lang="en" sz="1000">
                <a:solidFill>
                  <a:srgbClr val="000000"/>
                </a:solidFill>
              </a:rPr>
              <a:t>No metrics will be guaranteed as per slide 9 and that UAT period will only be there to ensure ML productionalization based on the code thats provided as-is (No new features, no bug fixes, no code modifications are in scope)</a:t>
            </a:r>
            <a:endParaRPr b="1" sz="10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1" name="Shape 2261"/>
        <p:cNvGrpSpPr/>
        <p:nvPr/>
      </p:nvGrpSpPr>
      <p:grpSpPr>
        <a:xfrm>
          <a:off x="0" y="0"/>
          <a:ext cx="0" cy="0"/>
          <a:chOff x="0" y="0"/>
          <a:chExt cx="0" cy="0"/>
        </a:xfrm>
      </p:grpSpPr>
      <p:graphicFrame>
        <p:nvGraphicFramePr>
          <p:cNvPr id="2262" name="Google Shape;2262;p239"/>
          <p:cNvGraphicFramePr/>
          <p:nvPr/>
        </p:nvGraphicFramePr>
        <p:xfrm>
          <a:off x="391000" y="225800"/>
          <a:ext cx="3000000" cy="3000000"/>
        </p:xfrm>
        <a:graphic>
          <a:graphicData uri="http://schemas.openxmlformats.org/drawingml/2006/table">
            <a:tbl>
              <a:tblPr>
                <a:noFill/>
                <a:tableStyleId>{E57F787C-4879-46B9-9B3C-02D91DE5175E}</a:tableStyleId>
              </a:tblPr>
              <a:tblGrid>
                <a:gridCol w="3816700"/>
                <a:gridCol w="1122550"/>
                <a:gridCol w="3513600"/>
              </a:tblGrid>
              <a:tr h="162050">
                <a:tc>
                  <a:txBody>
                    <a:bodyPr/>
                    <a:lstStyle/>
                    <a:p>
                      <a:pPr indent="0" lvl="0" marL="0" rtl="0" algn="l">
                        <a:lnSpc>
                          <a:spcPct val="115000"/>
                        </a:lnSpc>
                        <a:spcBef>
                          <a:spcPts val="0"/>
                        </a:spcBef>
                        <a:spcAft>
                          <a:spcPts val="0"/>
                        </a:spcAft>
                        <a:buNone/>
                      </a:pPr>
                      <a:r>
                        <a:rPr lang="en" sz="1200">
                          <a:solidFill>
                            <a:srgbClr val="5B5B5B"/>
                          </a:solidFill>
                        </a:rPr>
                        <a:t>Risk</a:t>
                      </a:r>
                      <a:endParaRPr sz="12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5B5B5B"/>
                          </a:solidFill>
                        </a:rPr>
                        <a:t>Impact</a:t>
                      </a:r>
                      <a:endParaRPr sz="12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5B5B5B"/>
                          </a:solidFill>
                        </a:rPr>
                        <a:t>Mitigation</a:t>
                      </a:r>
                      <a:endParaRPr sz="12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58200">
                <a:tc>
                  <a:txBody>
                    <a:bodyPr/>
                    <a:lstStyle/>
                    <a:p>
                      <a:pPr indent="0" lvl="0" marL="0" rtl="0" algn="l">
                        <a:lnSpc>
                          <a:spcPct val="115000"/>
                        </a:lnSpc>
                        <a:spcBef>
                          <a:spcPts val="0"/>
                        </a:spcBef>
                        <a:spcAft>
                          <a:spcPts val="0"/>
                        </a:spcAft>
                        <a:buNone/>
                      </a:pPr>
                      <a:r>
                        <a:rPr lang="en" sz="900">
                          <a:solidFill>
                            <a:srgbClr val="5B5B5B"/>
                          </a:solidFill>
                        </a:rPr>
                        <a:t>Existing codebase may have undiscovered issues</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Med</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Scope = productionalization only; bugs/features require change order. Thorough Wk 1 code review before any deployment.</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58200">
                <a:tc>
                  <a:txBody>
                    <a:bodyPr/>
                    <a:lstStyle/>
                    <a:p>
                      <a:pPr indent="0" lvl="0" marL="0" rtl="0" algn="l">
                        <a:lnSpc>
                          <a:spcPct val="115000"/>
                        </a:lnSpc>
                        <a:spcBef>
                          <a:spcPts val="0"/>
                        </a:spcBef>
                        <a:spcAft>
                          <a:spcPts val="0"/>
                        </a:spcAft>
                        <a:buNone/>
                      </a:pPr>
                      <a:r>
                        <a:rPr lang="en" sz="900">
                          <a:solidFill>
                            <a:srgbClr val="5B5B5B"/>
                          </a:solidFill>
                        </a:rPr>
                        <a:t>Source data access or schema issues delay Snowpipe Med </a:t>
                      </a:r>
                      <a:r>
                        <a:rPr lang="en" sz="900">
                          <a:solidFill>
                            <a:srgbClr val="5B5B5B"/>
                          </a:solidFill>
                        </a:rPr>
                        <a:t>12 </a:t>
                      </a:r>
                      <a:r>
                        <a:rPr lang="en" sz="900">
                          <a:solidFill>
                            <a:srgbClr val="5B5B5B"/>
                          </a:solidFill>
                        </a:rPr>
                        <a:t>tables confirmed before kickoff; additional tables handled via change order.</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Med</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12 </a:t>
                      </a:r>
                      <a:r>
                        <a:rPr lang="en" sz="900">
                          <a:solidFill>
                            <a:srgbClr val="5B5B5B"/>
                          </a:solidFill>
                        </a:rPr>
                        <a:t>tables confirmed before kickoff; additional tables handled via change order.</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58200">
                <a:tc>
                  <a:txBody>
                    <a:bodyPr/>
                    <a:lstStyle/>
                    <a:p>
                      <a:pPr indent="0" lvl="0" marL="0" rtl="0" algn="l">
                        <a:lnSpc>
                          <a:spcPct val="115000"/>
                        </a:lnSpc>
                        <a:spcBef>
                          <a:spcPts val="0"/>
                        </a:spcBef>
                        <a:spcAft>
                          <a:spcPts val="0"/>
                        </a:spcAft>
                        <a:buNone/>
                      </a:pPr>
                      <a:r>
                        <a:rPr lang="en" sz="900">
                          <a:solidFill>
                            <a:srgbClr val="5B5B5B"/>
                          </a:solidFill>
                        </a:rPr>
                        <a:t>Customer IdP admin availability for SSO/SCIM sessions Med Sessions pre-scheduled; IdP admin confirmed before kickoff; target completion Weeks 1–3.</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Med</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Sessions pre-scheduled; IdP admin confirmed before kickoff; target completion Weeks 1–3.</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58200">
                <a:tc>
                  <a:txBody>
                    <a:bodyPr/>
                    <a:lstStyle/>
                    <a:p>
                      <a:pPr indent="0" lvl="0" marL="0" rtl="0" algn="l">
                        <a:lnSpc>
                          <a:spcPct val="115000"/>
                        </a:lnSpc>
                        <a:spcBef>
                          <a:spcPts val="0"/>
                        </a:spcBef>
                        <a:spcAft>
                          <a:spcPts val="0"/>
                        </a:spcAft>
                        <a:buNone/>
                      </a:pPr>
                      <a:r>
                        <a:rPr lang="en" sz="900">
                          <a:solidFill>
                            <a:srgbClr val="5B5B5B"/>
                          </a:solidFill>
                        </a:rPr>
                        <a:t>Customer UAT extends beyond 2-week window Med 2-week UAT window fixed in scope; extensions via change order. UAT criteria defined by Arkema before UAT begins.</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Med</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2-week UAT window fixed in scope; extensions via change order. UAT criteria defined by Arkema before UAT begins.</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1100">
                <a:tc>
                  <a:txBody>
                    <a:bodyPr/>
                    <a:lstStyle/>
                    <a:p>
                      <a:pPr indent="0" lvl="0" marL="0" rtl="0" algn="l">
                        <a:lnSpc>
                          <a:spcPct val="115000"/>
                        </a:lnSpc>
                        <a:spcBef>
                          <a:spcPts val="0"/>
                        </a:spcBef>
                        <a:spcAft>
                          <a:spcPts val="0"/>
                        </a:spcAft>
                        <a:buNone/>
                      </a:pPr>
                      <a:r>
                        <a:rPr lang="en" sz="900">
                          <a:solidFill>
                            <a:srgbClr val="5B5B5B"/>
                          </a:solidFill>
                        </a:rPr>
                        <a:t>Customer stakeholder unavailability causing delays Med Parallel workstreams; weekly check-ins to catch delays early.</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Med</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Parallel workstreams; weekly check-ins to catch delays early.</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1100">
                <a:tc>
                  <a:txBody>
                    <a:bodyPr/>
                    <a:lstStyle/>
                    <a:p>
                      <a:pPr indent="0" lvl="0" marL="0" rtl="0" algn="l">
                        <a:lnSpc>
                          <a:spcPct val="115000"/>
                        </a:lnSpc>
                        <a:spcBef>
                          <a:spcPts val="0"/>
                        </a:spcBef>
                        <a:spcAft>
                          <a:spcPts val="0"/>
                        </a:spcAft>
                        <a:buNone/>
                      </a:pPr>
                      <a:r>
                        <a:rPr lang="en" sz="900">
                          <a:solidFill>
                            <a:srgbClr val="5B5B5B"/>
                          </a:solidFill>
                        </a:rPr>
                        <a:t>Production data schemas deviate from mock data schemas</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High</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solidFill>
                            <a:srgbClr val="5B5B5B"/>
                          </a:solidFill>
                        </a:rPr>
                        <a:t>Pre-kickoff schema validation required; Arkema confirms production table schemas match development schemas before engagement start; any deviation is a change order.</a:t>
                      </a:r>
                      <a:endParaRPr sz="900">
                        <a:solidFill>
                          <a:srgbClr val="5B5B5B"/>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6" name="Shape 2266"/>
        <p:cNvGrpSpPr/>
        <p:nvPr/>
      </p:nvGrpSpPr>
      <p:grpSpPr>
        <a:xfrm>
          <a:off x="0" y="0"/>
          <a:ext cx="0" cy="0"/>
          <a:chOff x="0" y="0"/>
          <a:chExt cx="0" cy="0"/>
        </a:xfrm>
      </p:grpSpPr>
      <p:graphicFrame>
        <p:nvGraphicFramePr>
          <p:cNvPr id="2267" name="Google Shape;2267;p240"/>
          <p:cNvGraphicFramePr/>
          <p:nvPr/>
        </p:nvGraphicFramePr>
        <p:xfrm>
          <a:off x="415025" y="1160775"/>
          <a:ext cx="3000000" cy="3000000"/>
        </p:xfrm>
        <a:graphic>
          <a:graphicData uri="http://schemas.openxmlformats.org/drawingml/2006/table">
            <a:tbl>
              <a:tblPr>
                <a:noFill/>
                <a:tableStyleId>{690D2558-C8AA-441E-AE1E-6B0D38F6712E}</a:tableStyleId>
              </a:tblPr>
              <a:tblGrid>
                <a:gridCol w="1232050"/>
              </a:tblGrid>
              <a:tr h="510650">
                <a:tc>
                  <a:txBody>
                    <a:bodyPr/>
                    <a:lstStyle/>
                    <a:p>
                      <a:pPr indent="0" lvl="0" marL="0" rtl="0" algn="l">
                        <a:lnSpc>
                          <a:spcPct val="137500"/>
                        </a:lnSpc>
                        <a:spcBef>
                          <a:spcPts val="800"/>
                        </a:spcBef>
                        <a:spcAft>
                          <a:spcPts val="2100"/>
                        </a:spcAft>
                        <a:buNone/>
                      </a:pPr>
                      <a:r>
                        <a:rPr b="1" lang="en" sz="700">
                          <a:solidFill>
                            <a:srgbClr val="001D35"/>
                          </a:solidFill>
                        </a:rPr>
                        <a:t>Responsible (R):</a:t>
                      </a:r>
                      <a:r>
                        <a:rPr lang="en" sz="700">
                          <a:solidFill>
                            <a:srgbClr val="001D35"/>
                          </a:solidFill>
                        </a:rPr>
                        <a:t> The group who does the work. </a:t>
                      </a:r>
                      <a:endParaRPr b="1" sz="400">
                        <a:solidFill>
                          <a:srgbClr val="262626"/>
                        </a:solidFill>
                      </a:endParaRPr>
                    </a:p>
                  </a:txBody>
                  <a:tcPr marT="91425" marB="91425" marR="91425" marL="91425"/>
                </a:tc>
              </a:tr>
              <a:tr h="886525">
                <a:tc>
                  <a:txBody>
                    <a:bodyPr/>
                    <a:lstStyle/>
                    <a:p>
                      <a:pPr indent="0" lvl="0" marL="0" rtl="0" algn="l">
                        <a:lnSpc>
                          <a:spcPct val="137500"/>
                        </a:lnSpc>
                        <a:spcBef>
                          <a:spcPts val="800"/>
                        </a:spcBef>
                        <a:spcAft>
                          <a:spcPts val="2100"/>
                        </a:spcAft>
                        <a:buNone/>
                      </a:pPr>
                      <a:r>
                        <a:rPr b="1" lang="en" sz="700">
                          <a:solidFill>
                            <a:srgbClr val="001D35"/>
                          </a:solidFill>
                        </a:rPr>
                        <a:t>Accountable (A):</a:t>
                      </a:r>
                      <a:r>
                        <a:rPr lang="en" sz="700">
                          <a:solidFill>
                            <a:srgbClr val="001D35"/>
                          </a:solidFill>
                        </a:rPr>
                        <a:t> The group ultimately answerable for the task completion. </a:t>
                      </a:r>
                      <a:endParaRPr b="1" sz="400">
                        <a:solidFill>
                          <a:srgbClr val="262626"/>
                        </a:solidFill>
                      </a:endParaRPr>
                    </a:p>
                  </a:txBody>
                  <a:tcPr marT="91425" marB="91425" marR="91425" marL="91425"/>
                </a:tc>
              </a:tr>
              <a:tr h="682375">
                <a:tc>
                  <a:txBody>
                    <a:bodyPr/>
                    <a:lstStyle/>
                    <a:p>
                      <a:pPr indent="0" lvl="0" marL="0" rtl="0" algn="l">
                        <a:lnSpc>
                          <a:spcPct val="137500"/>
                        </a:lnSpc>
                        <a:spcBef>
                          <a:spcPts val="800"/>
                        </a:spcBef>
                        <a:spcAft>
                          <a:spcPts val="2100"/>
                        </a:spcAft>
                        <a:buNone/>
                      </a:pPr>
                      <a:r>
                        <a:rPr b="1" lang="en" sz="700">
                          <a:solidFill>
                            <a:srgbClr val="001D35"/>
                          </a:solidFill>
                        </a:rPr>
                        <a:t>Consulted (C):</a:t>
                      </a:r>
                      <a:r>
                        <a:rPr lang="en" sz="700">
                          <a:solidFill>
                            <a:srgbClr val="001D35"/>
                          </a:solidFill>
                        </a:rPr>
                        <a:t> The group whose opinion is sought before a decision is made. </a:t>
                      </a:r>
                      <a:endParaRPr b="1" sz="400">
                        <a:solidFill>
                          <a:srgbClr val="262626"/>
                        </a:solidFill>
                      </a:endParaRPr>
                    </a:p>
                  </a:txBody>
                  <a:tcPr marT="91425" marB="91425" marR="91425" marL="91425"/>
                </a:tc>
              </a:tr>
              <a:tr h="857650">
                <a:tc>
                  <a:txBody>
                    <a:bodyPr/>
                    <a:lstStyle/>
                    <a:p>
                      <a:pPr indent="0" lvl="0" marL="0" rtl="0" algn="l">
                        <a:lnSpc>
                          <a:spcPct val="137500"/>
                        </a:lnSpc>
                        <a:spcBef>
                          <a:spcPts val="1600"/>
                        </a:spcBef>
                        <a:spcAft>
                          <a:spcPts val="3600"/>
                        </a:spcAft>
                        <a:buNone/>
                      </a:pPr>
                      <a:r>
                        <a:rPr b="1" lang="en" sz="700">
                          <a:solidFill>
                            <a:srgbClr val="001D35"/>
                          </a:solidFill>
                        </a:rPr>
                        <a:t>Inform (I):</a:t>
                      </a:r>
                      <a:r>
                        <a:rPr lang="en" sz="700">
                          <a:solidFill>
                            <a:srgbClr val="001D35"/>
                          </a:solidFill>
                        </a:rPr>
                        <a:t> Group who need to be kept up-to-date on the progress of the task or project.</a:t>
                      </a:r>
                      <a:endParaRPr b="1" sz="400">
                        <a:solidFill>
                          <a:srgbClr val="262626"/>
                        </a:solidFill>
                      </a:endParaRPr>
                    </a:p>
                  </a:txBody>
                  <a:tcPr marT="91425" marB="91425" marR="91425" marL="91425"/>
                </a:tc>
              </a:tr>
            </a:tbl>
          </a:graphicData>
        </a:graphic>
      </p:graphicFrame>
      <p:sp>
        <p:nvSpPr>
          <p:cNvPr id="2268" name="Google Shape;2268;p240"/>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269" name="Google Shape;2269;p240"/>
          <p:cNvSpPr txBox="1"/>
          <p:nvPr>
            <p:ph type="title"/>
          </p:nvPr>
        </p:nvSpPr>
        <p:spPr>
          <a:xfrm>
            <a:off x="367900" y="2743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RACI</a:t>
            </a:r>
            <a:r>
              <a:rPr lang="en"/>
              <a:t> </a:t>
            </a:r>
            <a:endParaRPr/>
          </a:p>
        </p:txBody>
      </p:sp>
      <p:graphicFrame>
        <p:nvGraphicFramePr>
          <p:cNvPr id="2270" name="Google Shape;2270;p240"/>
          <p:cNvGraphicFramePr/>
          <p:nvPr/>
        </p:nvGraphicFramePr>
        <p:xfrm>
          <a:off x="2037208" y="364959"/>
          <a:ext cx="3000000" cy="3000000"/>
        </p:xfrm>
        <a:graphic>
          <a:graphicData uri="http://schemas.openxmlformats.org/drawingml/2006/table">
            <a:tbl>
              <a:tblPr bandRow="1" firstRow="1">
                <a:noFill/>
                <a:tableStyleId>{3623F501-EBCD-486F-83DC-98073B6BD6EA}</a:tableStyleId>
              </a:tblPr>
              <a:tblGrid>
                <a:gridCol w="2282350"/>
                <a:gridCol w="1511975"/>
                <a:gridCol w="1164775"/>
                <a:gridCol w="1351800"/>
              </a:tblGrid>
              <a:tr h="115725">
                <a:tc gridSpan="2">
                  <a:txBody>
                    <a:bodyPr/>
                    <a:lstStyle/>
                    <a:p>
                      <a:pPr indent="0" lvl="0" marL="0" rtl="0" algn="ctr">
                        <a:spcBef>
                          <a:spcPts val="0"/>
                        </a:spcBef>
                        <a:spcAft>
                          <a:spcPts val="0"/>
                        </a:spcAft>
                        <a:buNone/>
                      </a:pPr>
                      <a:r>
                        <a:rPr b="1" lang="en" sz="900">
                          <a:solidFill>
                            <a:srgbClr val="FFFFFF"/>
                          </a:solidFill>
                        </a:rPr>
                        <a:t>Key Activity / Dependency</a:t>
                      </a:r>
                      <a:endParaRPr b="1" sz="900">
                        <a:solidFill>
                          <a:srgbClr val="FFFFFF"/>
                        </a:solidFill>
                      </a:endParaRPr>
                    </a:p>
                  </a:txBody>
                  <a:tcPr marT="45725" marB="45725" marR="91450" marL="9145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tcPr>
                </a:tc>
                <a:tc hMerge="1"/>
                <a:tc>
                  <a:txBody>
                    <a:bodyPr/>
                    <a:lstStyle/>
                    <a:p>
                      <a:pPr indent="0" lvl="0" marL="0" rtl="0" algn="ctr">
                        <a:spcBef>
                          <a:spcPts val="0"/>
                        </a:spcBef>
                        <a:spcAft>
                          <a:spcPts val="0"/>
                        </a:spcAft>
                        <a:buClr>
                          <a:srgbClr val="000000"/>
                        </a:buClr>
                        <a:buSzPts val="900"/>
                        <a:buFont typeface="Arial"/>
                        <a:buNone/>
                      </a:pPr>
                      <a:r>
                        <a:rPr lang="en" sz="900">
                          <a:solidFill>
                            <a:schemeClr val="lt1"/>
                          </a:solidFill>
                        </a:rPr>
                        <a:t>Snowflake</a:t>
                      </a:r>
                      <a:endParaRPr sz="900">
                        <a:solidFill>
                          <a:schemeClr val="lt1"/>
                        </a:solidFill>
                      </a:endParaRPr>
                    </a:p>
                  </a:txBody>
                  <a:tcPr marT="45725" marB="45725" marR="91450" marL="9145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rPr>
                        <a:t>Arkema</a:t>
                      </a:r>
                      <a:endParaRPr sz="900">
                        <a:solidFill>
                          <a:schemeClr val="lt1"/>
                        </a:solidFill>
                      </a:endParaRPr>
                    </a:p>
                  </a:txBody>
                  <a:tcPr marT="45725" marB="45725" marR="91450" marL="9145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tcPr>
                </a:tc>
              </a:tr>
              <a:tr h="88725">
                <a:tc gridSpan="2">
                  <a:txBody>
                    <a:bodyPr/>
                    <a:lstStyle/>
                    <a:p>
                      <a:pPr indent="0" lvl="0" marL="0" rtl="0" algn="ctr">
                        <a:lnSpc>
                          <a:spcPct val="115000"/>
                        </a:lnSpc>
                        <a:spcBef>
                          <a:spcPts val="0"/>
                        </a:spcBef>
                        <a:spcAft>
                          <a:spcPts val="0"/>
                        </a:spcAft>
                        <a:buNone/>
                      </a:pPr>
                      <a:r>
                        <a:rPr b="1" lang="en" sz="800"/>
                        <a:t>System Access &amp; Platform Readiness</a:t>
                      </a:r>
                      <a:br>
                        <a:rPr b="1" lang="en" sz="800"/>
                      </a:br>
                      <a:r>
                        <a:rPr lang="en" sz="800"/>
                        <a:t>(Snowflake account, S3 bucket, GitLab, IdP)</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0"/>
                        </a:spcBef>
                        <a:spcAft>
                          <a:spcPts val="0"/>
                        </a:spcAft>
                        <a:buNone/>
                      </a:pPr>
                      <a:r>
                        <a:rPr b="1" lang="en" sz="800"/>
                        <a:t>Discovery / Planning</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c gridSpan="2">
                  <a:txBody>
                    <a:bodyPr/>
                    <a:lstStyle/>
                    <a:p>
                      <a:pPr indent="0" lvl="0" marL="0" rtl="0" algn="l">
                        <a:spcBef>
                          <a:spcPts val="0"/>
                        </a:spcBef>
                        <a:spcAft>
                          <a:spcPts val="0"/>
                        </a:spcAft>
                        <a:buNone/>
                      </a:pPr>
                      <a:r>
                        <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r>
              <a:tr h="88725">
                <a:tc gridSpan="2">
                  <a:txBody>
                    <a:bodyPr/>
                    <a:lstStyle/>
                    <a:p>
                      <a:pPr indent="0" lvl="0" marL="0" rtl="0" algn="ctr">
                        <a:lnSpc>
                          <a:spcPct val="115000"/>
                        </a:lnSpc>
                        <a:spcBef>
                          <a:spcPts val="0"/>
                        </a:spcBef>
                        <a:spcAft>
                          <a:spcPts val="0"/>
                        </a:spcAft>
                        <a:buNone/>
                      </a:pPr>
                      <a:r>
                        <a:rPr lang="en" sz="800"/>
                        <a:t>Key stakeholders, UAT participants, &amp; acceptance criteria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Prototype walkthrough, UAT plan, &amp; delivery sequencing</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Scope baseline sign-off (as-is prototype, no new features)</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0"/>
                        </a:spcBef>
                        <a:spcAft>
                          <a:spcPts val="0"/>
                        </a:spcAft>
                        <a:buNone/>
                      </a:pPr>
                      <a:r>
                        <a:rPr b="1" lang="en" sz="800"/>
                        <a:t>Platform Setup + Data Engineering</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c gridSpan="2">
                  <a:txBody>
                    <a:bodyPr/>
                    <a:lstStyle/>
                    <a:p>
                      <a:pPr indent="0" lvl="0" marL="0" rtl="0" algn="l">
                        <a:spcBef>
                          <a:spcPts val="0"/>
                        </a:spcBef>
                        <a:spcAft>
                          <a:spcPts val="0"/>
                        </a:spcAft>
                        <a:buNone/>
                      </a:pPr>
                      <a:r>
                        <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r>
              <a:tr h="127300">
                <a:tc gridSpan="2">
                  <a:txBody>
                    <a:bodyPr/>
                    <a:lstStyle/>
                    <a:p>
                      <a:pPr indent="0" lvl="0" marL="0" rtl="0" algn="ctr">
                        <a:lnSpc>
                          <a:spcPct val="115000"/>
                        </a:lnSpc>
                        <a:spcBef>
                          <a:spcPts val="1200"/>
                        </a:spcBef>
                        <a:spcAft>
                          <a:spcPts val="1200"/>
                        </a:spcAft>
                        <a:buNone/>
                      </a:pPr>
                      <a:r>
                        <a:rPr lang="en" sz="800">
                          <a:solidFill>
                            <a:schemeClr val="dk1"/>
                          </a:solidFill>
                        </a:rPr>
                        <a:t>RBAC Setup</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0"/>
                        </a:spcBef>
                        <a:spcAft>
                          <a:spcPts val="0"/>
                        </a:spcAft>
                        <a:buNone/>
                      </a:pPr>
                      <a:r>
                        <a:rPr lang="en" sz="800"/>
                        <a:t>Source data delivery + S3 access + agreed refresh cadence</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0"/>
                        </a:spcBef>
                        <a:spcAft>
                          <a:spcPts val="0"/>
                        </a:spcAft>
                        <a:buNone/>
                      </a:pPr>
                      <a:r>
                        <a:rPr lang="en" sz="800"/>
                        <a:t>Snowpipe Data Ingestion for 12 Tables</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R,A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C,I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1200"/>
                        </a:spcBef>
                        <a:spcAft>
                          <a:spcPts val="1200"/>
                        </a:spcAft>
                        <a:buNone/>
                      </a:pPr>
                      <a:r>
                        <a:rPr lang="en" sz="800"/>
                        <a:t>Bronze/silver/mart build, scheduled refresh</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1200"/>
                        </a:spcBef>
                        <a:spcAft>
                          <a:spcPts val="1200"/>
                        </a:spcAft>
                        <a:buNone/>
                      </a:pPr>
                      <a:r>
                        <a:rPr lang="en" sz="800"/>
                        <a:t>Business-logic / output validation &amp; sign-off</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0"/>
                        </a:spcBef>
                        <a:spcAft>
                          <a:spcPts val="0"/>
                        </a:spcAft>
                        <a:buNone/>
                      </a:pPr>
                      <a:r>
                        <a:rPr b="1" lang="en" sz="800">
                          <a:solidFill>
                            <a:schemeClr val="dk1"/>
                          </a:solidFill>
                        </a:rPr>
                        <a:t>ML Productionalization</a:t>
                      </a:r>
                      <a:r>
                        <a:rPr b="1" lang="en" sz="800">
                          <a:solidFill>
                            <a:schemeClr val="dk1"/>
                          </a:solidFill>
                        </a:rPr>
                        <a:t> </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c gridSpan="2">
                  <a:txBody>
                    <a:bodyPr/>
                    <a:lstStyle/>
                    <a:p>
                      <a:pPr indent="0" lvl="0" marL="0" rtl="0" algn="l">
                        <a:spcBef>
                          <a:spcPts val="0"/>
                        </a:spcBef>
                        <a:spcAft>
                          <a:spcPts val="0"/>
                        </a:spcAft>
                        <a:buNone/>
                      </a:pPr>
                      <a:r>
                        <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r>
              <a:tr h="88725">
                <a:tc gridSpan="2">
                  <a:txBody>
                    <a:bodyPr/>
                    <a:lstStyle/>
                    <a:p>
                      <a:pPr indent="0" lvl="0" marL="0" rtl="0" algn="ctr">
                        <a:lnSpc>
                          <a:spcPct val="115000"/>
                        </a:lnSpc>
                        <a:spcBef>
                          <a:spcPts val="0"/>
                        </a:spcBef>
                        <a:spcAft>
                          <a:spcPts val="0"/>
                        </a:spcAft>
                        <a:buNone/>
                      </a:pPr>
                      <a:r>
                        <a:rPr lang="en" sz="800"/>
                        <a:t>Model validation criteria &amp; business rules</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 </a:t>
                      </a:r>
                      <a:r>
                        <a:rPr lang="en" sz="800"/>
                        <a:t>Data exploration &amp; feature pipeline build</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 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 C</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Model migration, registry deployment, &amp; inference</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32150">
                <a:tc gridSpan="2">
                  <a:txBody>
                    <a:bodyPr/>
                    <a:lstStyle/>
                    <a:p>
                      <a:pPr indent="0" lvl="0" marL="0" rtl="0" algn="ctr">
                        <a:lnSpc>
                          <a:spcPct val="115000"/>
                        </a:lnSpc>
                        <a:spcBef>
                          <a:spcPts val="0"/>
                        </a:spcBef>
                        <a:spcAft>
                          <a:spcPts val="0"/>
                        </a:spcAft>
                        <a:buNone/>
                      </a:pPr>
                      <a:r>
                        <a:rPr b="1" lang="en" sz="800"/>
                        <a:t>App Productionalization</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c gridSpan="2">
                  <a:txBody>
                    <a:bodyPr/>
                    <a:lstStyle/>
                    <a:p>
                      <a:pPr indent="0" lvl="0" marL="0" rtl="0" algn="l">
                        <a:spcBef>
                          <a:spcPts val="0"/>
                        </a:spcBef>
                        <a:spcAft>
                          <a:spcPts val="0"/>
                        </a:spcAft>
                        <a:buNone/>
                      </a:pPr>
                      <a:r>
                        <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r>
              <a:tr h="132150">
                <a:tc gridSpan="2">
                  <a:txBody>
                    <a:bodyPr/>
                    <a:lstStyle/>
                    <a:p>
                      <a:pPr indent="0" lvl="0" marL="0" rtl="0" algn="ctr">
                        <a:lnSpc>
                          <a:spcPct val="115000"/>
                        </a:lnSpc>
                        <a:spcBef>
                          <a:spcPts val="0"/>
                        </a:spcBef>
                        <a:spcAft>
                          <a:spcPts val="0"/>
                        </a:spcAft>
                        <a:buNone/>
                      </a:pPr>
                      <a:r>
                        <a:rPr lang="en" sz="800"/>
                        <a:t>Implementation of existing prototype (deployed to SPCS)</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1000">
                <a:tc gridSpan="2">
                  <a:txBody>
                    <a:bodyPr/>
                    <a:lstStyle/>
                    <a:p>
                      <a:pPr indent="0" lvl="0" marL="0" rtl="0" algn="ctr">
                        <a:lnSpc>
                          <a:spcPct val="115000"/>
                        </a:lnSpc>
                        <a:spcBef>
                          <a:spcPts val="0"/>
                        </a:spcBef>
                        <a:spcAft>
                          <a:spcPts val="0"/>
                        </a:spcAft>
                        <a:buNone/>
                      </a:pPr>
                      <a:r>
                        <a:rPr lang="en" sz="800"/>
                        <a:t>New featuresets, rearchitecture, &amp; major code changes (not in prototype)</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32150">
                <a:tc gridSpan="2">
                  <a:txBody>
                    <a:bodyPr/>
                    <a:lstStyle/>
                    <a:p>
                      <a:pPr indent="0" lvl="0" marL="0" rtl="0" algn="ctr">
                        <a:lnSpc>
                          <a:spcPct val="115000"/>
                        </a:lnSpc>
                        <a:spcBef>
                          <a:spcPts val="0"/>
                        </a:spcBef>
                        <a:spcAft>
                          <a:spcPts val="0"/>
                        </a:spcAft>
                        <a:buNone/>
                      </a:pPr>
                      <a:r>
                        <a:rPr b="1" lang="en" sz="800"/>
                        <a:t>Validation &amp; Testing</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c gridSpan="2">
                  <a:txBody>
                    <a:bodyPr/>
                    <a:lstStyle/>
                    <a:p>
                      <a:pPr indent="0" lvl="0" marL="0" rtl="0" algn="l">
                        <a:spcBef>
                          <a:spcPts val="0"/>
                        </a:spcBef>
                        <a:spcAft>
                          <a:spcPts val="0"/>
                        </a:spcAft>
                        <a:buNone/>
                      </a:pPr>
                      <a:r>
                        <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r>
              <a:tr h="88725">
                <a:tc gridSpan="2">
                  <a:txBody>
                    <a:bodyPr/>
                    <a:lstStyle/>
                    <a:p>
                      <a:pPr indent="0" lvl="0" marL="0" rtl="0" algn="ctr">
                        <a:lnSpc>
                          <a:spcPct val="115000"/>
                        </a:lnSpc>
                        <a:spcBef>
                          <a:spcPts val="0"/>
                        </a:spcBef>
                        <a:spcAft>
                          <a:spcPts val="0"/>
                        </a:spcAft>
                        <a:buNone/>
                      </a:pPr>
                      <a:r>
                        <a:rPr lang="en" sz="800"/>
                        <a:t>End-to-end testing &amp; fixes</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UAT</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App Approval</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127300">
                <a:tc gridSpan="2">
                  <a:txBody>
                    <a:bodyPr/>
                    <a:lstStyle/>
                    <a:p>
                      <a:pPr indent="0" lvl="0" marL="0" rtl="0" algn="ctr">
                        <a:lnSpc>
                          <a:spcPct val="115000"/>
                        </a:lnSpc>
                        <a:spcBef>
                          <a:spcPts val="0"/>
                        </a:spcBef>
                        <a:spcAft>
                          <a:spcPts val="0"/>
                        </a:spcAft>
                        <a:buNone/>
                      </a:pPr>
                      <a:r>
                        <a:rPr b="1" lang="en" sz="800"/>
                        <a:t>Go-Live &amp; Launch Support</a:t>
                      </a:r>
                      <a:endParaRPr b="1"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c gridSpan="2">
                  <a:txBody>
                    <a:bodyPr/>
                    <a:lstStyle/>
                    <a:p>
                      <a:pPr indent="0" lvl="0" marL="0" rtl="0" algn="l">
                        <a:spcBef>
                          <a:spcPts val="0"/>
                        </a:spcBef>
                        <a:spcAft>
                          <a:spcPts val="0"/>
                        </a:spcAft>
                        <a:buNone/>
                      </a:pPr>
                      <a:r>
                        <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CBE5F6"/>
                    </a:solidFill>
                  </a:tcPr>
                </a:tc>
                <a:tc hMerge="1"/>
              </a:tr>
              <a:tr h="88725">
                <a:tc gridSpan="2">
                  <a:txBody>
                    <a:bodyPr/>
                    <a:lstStyle/>
                    <a:p>
                      <a:pPr indent="0" lvl="0" marL="0" rtl="0" algn="ctr">
                        <a:lnSpc>
                          <a:spcPct val="115000"/>
                        </a:lnSpc>
                        <a:spcBef>
                          <a:spcPts val="0"/>
                        </a:spcBef>
                        <a:spcAft>
                          <a:spcPts val="0"/>
                        </a:spcAft>
                        <a:buNone/>
                      </a:pPr>
                      <a:r>
                        <a:rPr lang="en" sz="800"/>
                        <a:t>Production cutover support &amp; issue triage</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Production cutover execution</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r h="88725">
                <a:tc gridSpan="2">
                  <a:txBody>
                    <a:bodyPr/>
                    <a:lstStyle/>
                    <a:p>
                      <a:pPr indent="0" lvl="0" marL="0" rtl="0" algn="ctr">
                        <a:lnSpc>
                          <a:spcPct val="115000"/>
                        </a:lnSpc>
                        <a:spcBef>
                          <a:spcPts val="0"/>
                        </a:spcBef>
                        <a:spcAft>
                          <a:spcPts val="0"/>
                        </a:spcAft>
                        <a:buNone/>
                      </a:pPr>
                      <a:r>
                        <a:rPr lang="en" sz="800"/>
                        <a:t>Knowledge Transfer &amp; Enablement</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hMerge="1"/>
                <a:tc>
                  <a:txBody>
                    <a:bodyPr/>
                    <a:lstStyle/>
                    <a:p>
                      <a:pPr indent="0" lvl="0" marL="0" rtl="0" algn="ctr">
                        <a:lnSpc>
                          <a:spcPct val="115000"/>
                        </a:lnSpc>
                        <a:spcBef>
                          <a:spcPts val="0"/>
                        </a:spcBef>
                        <a:spcAft>
                          <a:spcPts val="0"/>
                        </a:spcAft>
                        <a:buNone/>
                      </a:pPr>
                      <a:r>
                        <a:rPr lang="en" sz="800"/>
                        <a:t>R, A</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c>
                  <a:txBody>
                    <a:bodyPr/>
                    <a:lstStyle/>
                    <a:p>
                      <a:pPr indent="0" lvl="0" marL="0" rtl="0" algn="ctr">
                        <a:lnSpc>
                          <a:spcPct val="115000"/>
                        </a:lnSpc>
                        <a:spcBef>
                          <a:spcPts val="0"/>
                        </a:spcBef>
                        <a:spcAft>
                          <a:spcPts val="0"/>
                        </a:spcAft>
                        <a:buNone/>
                      </a:pPr>
                      <a:r>
                        <a:rPr lang="en" sz="800"/>
                        <a:t>C, I</a:t>
                      </a:r>
                      <a:endParaRPr sz="800"/>
                    </a:p>
                  </a:txBody>
                  <a:tcPr marT="19050" marB="19050" marR="28575" marL="28575"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E7F2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4" name="Shape 2274"/>
        <p:cNvGrpSpPr/>
        <p:nvPr/>
      </p:nvGrpSpPr>
      <p:grpSpPr>
        <a:xfrm>
          <a:off x="0" y="0"/>
          <a:ext cx="0" cy="0"/>
          <a:chOff x="0" y="0"/>
          <a:chExt cx="0" cy="0"/>
        </a:xfrm>
      </p:grpSpPr>
      <p:sp>
        <p:nvSpPr>
          <p:cNvPr id="2275" name="Google Shape;2275;p241"/>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276" name="Google Shape;2276;p241"/>
          <p:cNvSpPr txBox="1"/>
          <p:nvPr>
            <p:ph type="title"/>
          </p:nvPr>
        </p:nvSpPr>
        <p:spPr>
          <a:xfrm>
            <a:off x="367900" y="2743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LOE Breakdown M1 </a:t>
            </a:r>
            <a:endParaRPr/>
          </a:p>
        </p:txBody>
      </p:sp>
      <p:graphicFrame>
        <p:nvGraphicFramePr>
          <p:cNvPr id="2277" name="Google Shape;2277;p241"/>
          <p:cNvGraphicFramePr/>
          <p:nvPr/>
        </p:nvGraphicFramePr>
        <p:xfrm>
          <a:off x="138225" y="1442475"/>
          <a:ext cx="3000000" cy="3000000"/>
        </p:xfrm>
        <a:graphic>
          <a:graphicData uri="http://schemas.openxmlformats.org/drawingml/2006/table">
            <a:tbl>
              <a:tblPr>
                <a:noFill/>
                <a:tableStyleId>{E57F787C-4879-46B9-9B3C-02D91DE5175E}</a:tableStyleId>
              </a:tblPr>
              <a:tblGrid>
                <a:gridCol w="523875"/>
                <a:gridCol w="1885950"/>
                <a:gridCol w="4267200"/>
                <a:gridCol w="819150"/>
                <a:gridCol w="819150"/>
                <a:gridCol w="819150"/>
              </a:tblGrid>
              <a:tr h="200025">
                <a:tc>
                  <a:txBody>
                    <a:bodyPr/>
                    <a:lstStyle/>
                    <a:p>
                      <a:pPr indent="0" lvl="0" marL="0" rtl="0" algn="ctr">
                        <a:lnSpc>
                          <a:spcPct val="115000"/>
                        </a:lnSpc>
                        <a:spcBef>
                          <a:spcPts val="0"/>
                        </a:spcBef>
                        <a:spcAft>
                          <a:spcPts val="0"/>
                        </a:spcAft>
                        <a:buNone/>
                      </a:pPr>
                      <a:r>
                        <a:rPr b="1" lang="en" sz="1000">
                          <a:solidFill>
                            <a:srgbClr val="FFFFFF"/>
                          </a:solidFill>
                        </a:rPr>
                        <a:t>#</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Activity</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Description</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Platform</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App</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ML</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r>
              <a:tr h="495300">
                <a:tc>
                  <a:txBody>
                    <a:bodyPr/>
                    <a:lstStyle/>
                    <a:p>
                      <a:pPr indent="0" lvl="0" marL="0" rtl="0" algn="l">
                        <a:lnSpc>
                          <a:spcPct val="115000"/>
                        </a:lnSpc>
                        <a:spcBef>
                          <a:spcPts val="0"/>
                        </a:spcBef>
                        <a:spcAft>
                          <a:spcPts val="0"/>
                        </a:spcAft>
                        <a:buNone/>
                      </a:pPr>
                      <a:r>
                        <a:rPr lang="en" sz="1000"/>
                        <a:t>M1-01</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Project Kickoff</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Joint session, all three streams. Confirm target account, region, and SPCS enablement. Architecture walkthrough and signoff. Comms cadence and standup rhythm. Confirm the definition of success in writing.</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95300">
                <a:tc>
                  <a:txBody>
                    <a:bodyPr/>
                    <a:lstStyle/>
                    <a:p>
                      <a:pPr indent="0" lvl="0" marL="0" rtl="0" algn="l">
                        <a:lnSpc>
                          <a:spcPct val="115000"/>
                        </a:lnSpc>
                        <a:spcBef>
                          <a:spcPts val="0"/>
                        </a:spcBef>
                        <a:spcAft>
                          <a:spcPts val="0"/>
                        </a:spcAft>
                        <a:buNone/>
                      </a:pPr>
                      <a:r>
                        <a:rPr lang="en" sz="1000"/>
                        <a:t>M1-02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Platform Discovery</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Object inventory and naming standards. Roles, warehouses, and network access. Confirm the 12 datasets and how the customer lands them. S3 bucket and folder layout. Dev environment and credentials.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495300">
                <a:tc>
                  <a:txBody>
                    <a:bodyPr/>
                    <a:lstStyle/>
                    <a:p>
                      <a:pPr indent="0" lvl="0" marL="0" rtl="0" algn="l">
                        <a:lnSpc>
                          <a:spcPct val="115000"/>
                        </a:lnSpc>
                        <a:spcBef>
                          <a:spcPts val="0"/>
                        </a:spcBef>
                        <a:spcAft>
                          <a:spcPts val="0"/>
                        </a:spcAft>
                        <a:buNone/>
                      </a:pPr>
                      <a:r>
                        <a:rPr lang="en" sz="1000"/>
                        <a:t>M1-03</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App Discovery</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Pin the baseline commit and stand up a local dev environment. Walk the 12 screens and confirm the 5 personas. Map the app's queries to the planned consumption layer. Confirm the write paths and the export column set.</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95300">
                <a:tc>
                  <a:txBody>
                    <a:bodyPr/>
                    <a:lstStyle/>
                    <a:p>
                      <a:pPr indent="0" lvl="0" marL="0" rtl="0" algn="l">
                        <a:lnSpc>
                          <a:spcPct val="115000"/>
                        </a:lnSpc>
                        <a:spcBef>
                          <a:spcPts val="0"/>
                        </a:spcBef>
                        <a:spcAft>
                          <a:spcPts val="0"/>
                        </a:spcAft>
                        <a:buNone/>
                      </a:pPr>
                      <a:r>
                        <a:rPr lang="en" sz="1000"/>
                        <a:t>M1-04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ML Discovery</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Current ML stack, libraries, deployment target. Gap analysis. Target state: warehouse inference vs SPCS. Scope agreement on 3 models. Model Registry decisions.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r>
              <a:tr h="200025">
                <a:tc>
                  <a:txBody>
                    <a:bodyPr/>
                    <a:lstStyle/>
                    <a:p>
                      <a:pPr indent="0" lvl="0" marL="0" rtl="0" algn="l">
                        <a:lnSpc>
                          <a:spcPct val="115000"/>
                        </a:lnSpc>
                        <a:spcBef>
                          <a:spcPts val="0"/>
                        </a:spcBef>
                        <a:spcAft>
                          <a:spcPts val="0"/>
                        </a:spcAft>
                        <a:buNone/>
                      </a:pPr>
                      <a:r>
                        <a:rPr b="1" lang="en" sz="1000"/>
                        <a:t>TOTAL</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16</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16</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16</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242"/>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283" name="Google Shape;2283;p242"/>
          <p:cNvSpPr txBox="1"/>
          <p:nvPr>
            <p:ph type="title"/>
          </p:nvPr>
        </p:nvSpPr>
        <p:spPr>
          <a:xfrm>
            <a:off x="367900" y="2743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LOE Breakdown M2 </a:t>
            </a:r>
            <a:endParaRPr/>
          </a:p>
        </p:txBody>
      </p:sp>
      <p:graphicFrame>
        <p:nvGraphicFramePr>
          <p:cNvPr id="2284" name="Google Shape;2284;p242"/>
          <p:cNvGraphicFramePr/>
          <p:nvPr/>
        </p:nvGraphicFramePr>
        <p:xfrm>
          <a:off x="152400" y="1201475"/>
          <a:ext cx="3000000" cy="3000000"/>
        </p:xfrm>
        <a:graphic>
          <a:graphicData uri="http://schemas.openxmlformats.org/drawingml/2006/table">
            <a:tbl>
              <a:tblPr>
                <a:noFill/>
                <a:tableStyleId>{E57F787C-4879-46B9-9B3C-02D91DE5175E}</a:tableStyleId>
              </a:tblPr>
              <a:tblGrid>
                <a:gridCol w="609600"/>
                <a:gridCol w="2190750"/>
                <a:gridCol w="4953000"/>
                <a:gridCol w="952500"/>
              </a:tblGrid>
              <a:tr h="200025">
                <a:tc>
                  <a:txBody>
                    <a:bodyPr/>
                    <a:lstStyle/>
                    <a:p>
                      <a:pPr indent="0" lvl="0" marL="0" rtl="0" algn="ctr">
                        <a:lnSpc>
                          <a:spcPct val="115000"/>
                        </a:lnSpc>
                        <a:spcBef>
                          <a:spcPts val="0"/>
                        </a:spcBef>
                        <a:spcAft>
                          <a:spcPts val="0"/>
                        </a:spcAft>
                        <a:buNone/>
                      </a:pPr>
                      <a:r>
                        <a:rPr b="1" lang="en" sz="1000">
                          <a:solidFill>
                            <a:srgbClr val="FFFFFF"/>
                          </a:solidFill>
                        </a:rPr>
                        <a:t>#</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Activity</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Description</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Platform</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r>
              <a:tr h="342900">
                <a:tc>
                  <a:txBody>
                    <a:bodyPr/>
                    <a:lstStyle/>
                    <a:p>
                      <a:pPr indent="0" lvl="0" marL="0" rtl="0" algn="l">
                        <a:lnSpc>
                          <a:spcPct val="115000"/>
                        </a:lnSpc>
                        <a:spcBef>
                          <a:spcPts val="0"/>
                        </a:spcBef>
                        <a:spcAft>
                          <a:spcPts val="0"/>
                        </a:spcAft>
                        <a:buNone/>
                      </a:pPr>
                      <a:r>
                        <a:rPr lang="en" sz="1000"/>
                        <a:t>M2-01</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Account Foundation</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Databases, schemas, warehouses. Resource monitors. Least-privilege roles and grants.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 sz="1000"/>
                        <a:t>M2-02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SSO &amp; User Provisioning</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SSO or standalone login for MVP. 5 roles. Provision users.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13</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200025">
                <a:tc>
                  <a:txBody>
                    <a:bodyPr/>
                    <a:lstStyle/>
                    <a:p>
                      <a:pPr indent="0" lvl="0" marL="0" rtl="0" algn="l">
                        <a:lnSpc>
                          <a:spcPct val="115000"/>
                        </a:lnSpc>
                        <a:spcBef>
                          <a:spcPts val="0"/>
                        </a:spcBef>
                        <a:spcAft>
                          <a:spcPts val="0"/>
                        </a:spcAft>
                        <a:buNone/>
                      </a:pPr>
                      <a:r>
                        <a:rPr lang="en" sz="1000"/>
                        <a:t>M2-03</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S3 Ingestion Setup</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Storage integration and external stages. File formats. Customer lands the files.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 sz="1000"/>
                        <a:t>M2-04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Bronze Landing</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Load 12 datasets to bronze. Load audit. Rejected records. Idempotent reload.</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17</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342900">
                <a:tc>
                  <a:txBody>
                    <a:bodyPr/>
                    <a:lstStyle/>
                    <a:p>
                      <a:pPr indent="0" lvl="0" marL="0" rtl="0" algn="l">
                        <a:lnSpc>
                          <a:spcPct val="115000"/>
                        </a:lnSpc>
                        <a:spcBef>
                          <a:spcPts val="0"/>
                        </a:spcBef>
                        <a:spcAft>
                          <a:spcPts val="0"/>
                        </a:spcAft>
                        <a:buNone/>
                      </a:pPr>
                      <a:r>
                        <a:rPr lang="en" sz="1000"/>
                        <a:t>M2-05</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Consumption Layer Modeling</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Silver and mart models the app reads. BOM, materials, customers, sales, prices, FG WAC. UOM conversions.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 sz="1000"/>
                        <a:t>M2-06</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Scheduled Refresh</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Daily batch refresh. Per-step status. Resumable failures. Failure alerting.</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342900">
                <a:tc>
                  <a:txBody>
                    <a:bodyPr/>
                    <a:lstStyle/>
                    <a:p>
                      <a:pPr indent="0" lvl="0" marL="0" rtl="0" algn="l">
                        <a:lnSpc>
                          <a:spcPct val="115000"/>
                        </a:lnSpc>
                        <a:spcBef>
                          <a:spcPts val="0"/>
                        </a:spcBef>
                        <a:spcAft>
                          <a:spcPts val="0"/>
                        </a:spcAft>
                        <a:buNone/>
                      </a:pPr>
                      <a:r>
                        <a:rPr lang="en" sz="1000"/>
                        <a:t>M2-07</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Pipeline Testing &amp; Handoff</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Row counts and reconciliation against source. Refresh failure and resume test. Per-role read checks. Sign off the consumption layer to the app and ML streams.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b="1" lang="en" sz="1000"/>
                        <a:t>TOTAL</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84</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8" name="Shape 2288"/>
        <p:cNvGrpSpPr/>
        <p:nvPr/>
      </p:nvGrpSpPr>
      <p:grpSpPr>
        <a:xfrm>
          <a:off x="0" y="0"/>
          <a:ext cx="0" cy="0"/>
          <a:chOff x="0" y="0"/>
          <a:chExt cx="0" cy="0"/>
        </a:xfrm>
      </p:grpSpPr>
      <p:sp>
        <p:nvSpPr>
          <p:cNvPr id="2289" name="Google Shape;2289;p243"/>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290" name="Google Shape;2290;p243"/>
          <p:cNvSpPr txBox="1"/>
          <p:nvPr>
            <p:ph type="title"/>
          </p:nvPr>
        </p:nvSpPr>
        <p:spPr>
          <a:xfrm>
            <a:off x="367900" y="2743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LOE Breakdown M3 </a:t>
            </a:r>
            <a:endParaRPr/>
          </a:p>
        </p:txBody>
      </p:sp>
      <p:graphicFrame>
        <p:nvGraphicFramePr>
          <p:cNvPr id="2291" name="Google Shape;2291;p243"/>
          <p:cNvGraphicFramePr/>
          <p:nvPr/>
        </p:nvGraphicFramePr>
        <p:xfrm>
          <a:off x="235000" y="1364525"/>
          <a:ext cx="3000000" cy="3000000"/>
        </p:xfrm>
        <a:graphic>
          <a:graphicData uri="http://schemas.openxmlformats.org/drawingml/2006/table">
            <a:tbl>
              <a:tblPr>
                <a:noFill/>
                <a:tableStyleId>{E57F787C-4879-46B9-9B3C-02D91DE5175E}</a:tableStyleId>
              </a:tblPr>
              <a:tblGrid>
                <a:gridCol w="609600"/>
                <a:gridCol w="2190750"/>
                <a:gridCol w="4857750"/>
                <a:gridCol w="952500"/>
              </a:tblGrid>
              <a:tr h="200025">
                <a:tc>
                  <a:txBody>
                    <a:bodyPr/>
                    <a:lstStyle/>
                    <a:p>
                      <a:pPr indent="0" lvl="0" marL="0" rtl="0" algn="ctr">
                        <a:lnSpc>
                          <a:spcPct val="115000"/>
                        </a:lnSpc>
                        <a:spcBef>
                          <a:spcPts val="0"/>
                        </a:spcBef>
                        <a:spcAft>
                          <a:spcPts val="0"/>
                        </a:spcAft>
                        <a:buNone/>
                      </a:pPr>
                      <a:r>
                        <a:rPr b="1" lang="en" sz="1000">
                          <a:solidFill>
                            <a:srgbClr val="FFFFFF"/>
                          </a:solidFill>
                        </a:rPr>
                        <a:t>#</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Activity</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Description</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App</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r>
              <a:tr h="342900">
                <a:tc>
                  <a:txBody>
                    <a:bodyPr/>
                    <a:lstStyle/>
                    <a:p>
                      <a:pPr indent="0" lvl="0" marL="0" rtl="0" algn="l">
                        <a:lnSpc>
                          <a:spcPct val="115000"/>
                        </a:lnSpc>
                        <a:spcBef>
                          <a:spcPts val="0"/>
                        </a:spcBef>
                        <a:spcAft>
                          <a:spcPts val="0"/>
                        </a:spcAft>
                        <a:buNone/>
                      </a:pPr>
                      <a:r>
                        <a:rPr lang="en" sz="1000"/>
                        <a:t>M3-01</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000"/>
                        <a:t>SPCS Setup &amp; Deploy</a:t>
                      </a:r>
                      <a:endParaRPr b="1"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Image repo, compute pool, service spec. Pinned image. Repeatable deploy and rollback.</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8</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2900">
                <a:tc>
                  <a:txBody>
                    <a:bodyPr/>
                    <a:lstStyle/>
                    <a:p>
                      <a:pPr indent="0" lvl="0" marL="0" rtl="0" algn="l">
                        <a:lnSpc>
                          <a:spcPct val="115000"/>
                        </a:lnSpc>
                        <a:spcBef>
                          <a:spcPts val="0"/>
                        </a:spcBef>
                        <a:spcAft>
                          <a:spcPts val="0"/>
                        </a:spcAft>
                        <a:buNone/>
                      </a:pPr>
                      <a:r>
                        <a:rPr lang="en" sz="1000"/>
                        <a:t>M3-02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b="1" lang="en" sz="1000"/>
                        <a:t>RBAC Wiring</a:t>
                      </a:r>
                      <a:endParaRPr b="1"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Bind 5 roles to server-side authorization. Role drives screen access. Remove browser-claimed persona. Audit events.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342900">
                <a:tc>
                  <a:txBody>
                    <a:bodyPr/>
                    <a:lstStyle/>
                    <a:p>
                      <a:pPr indent="0" lvl="0" marL="0" rtl="0" algn="l">
                        <a:lnSpc>
                          <a:spcPct val="115000"/>
                        </a:lnSpc>
                        <a:spcBef>
                          <a:spcPts val="0"/>
                        </a:spcBef>
                        <a:spcAft>
                          <a:spcPts val="0"/>
                        </a:spcAft>
                        <a:buNone/>
                      </a:pPr>
                      <a:r>
                        <a:rPr lang="en" sz="1000"/>
                        <a:t>M3-04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000"/>
                        <a:t>Write Path Hardening</a:t>
                      </a:r>
                      <a:endParaRPr b="1"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Saved scenarios. Price increase assumptions. Operational flags. Transaction boundaries. Idempotent re-runs.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16</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2900">
                <a:tc>
                  <a:txBody>
                    <a:bodyPr/>
                    <a:lstStyle/>
                    <a:p>
                      <a:pPr indent="0" lvl="0" marL="0" rtl="0" algn="l">
                        <a:lnSpc>
                          <a:spcPct val="115000"/>
                        </a:lnSpc>
                        <a:spcBef>
                          <a:spcPts val="0"/>
                        </a:spcBef>
                        <a:spcAft>
                          <a:spcPts val="0"/>
                        </a:spcAft>
                        <a:buNone/>
                      </a:pPr>
                      <a:r>
                        <a:rPr lang="en" sz="1000"/>
                        <a:t>M3-05</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b="1" lang="en" sz="1000"/>
                        <a:t>Error Handling &amp; Observability</a:t>
                      </a:r>
                      <a:endParaRPr b="1"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Loading, empty, error, and unauthorized states. Stop returning empty results on failed queries. Parameterize SQL.</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200025">
                <a:tc>
                  <a:txBody>
                    <a:bodyPr/>
                    <a:lstStyle/>
                    <a:p>
                      <a:pPr indent="0" lvl="0" marL="0" rtl="0" algn="l">
                        <a:spcBef>
                          <a:spcPts val="0"/>
                        </a:spcBef>
                        <a:spcAft>
                          <a:spcPts val="0"/>
                        </a:spcAft>
                        <a:buNone/>
                      </a:pPr>
                      <a:r>
                        <a:t/>
                      </a:r>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000"/>
                        <a:t>Misc. Fixes</a:t>
                      </a:r>
                      <a:endParaRPr b="1"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Miscellaneous tweaks / bug fixes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28</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b="1" lang="en" sz="1000"/>
                        <a:t>TOTAL</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64</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5" name="Shape 2295"/>
        <p:cNvGrpSpPr/>
        <p:nvPr/>
      </p:nvGrpSpPr>
      <p:grpSpPr>
        <a:xfrm>
          <a:off x="0" y="0"/>
          <a:ext cx="0" cy="0"/>
          <a:chOff x="0" y="0"/>
          <a:chExt cx="0" cy="0"/>
        </a:xfrm>
      </p:grpSpPr>
      <p:sp>
        <p:nvSpPr>
          <p:cNvPr id="2296" name="Google Shape;2296;p244"/>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297" name="Google Shape;2297;p244"/>
          <p:cNvSpPr txBox="1"/>
          <p:nvPr>
            <p:ph type="title"/>
          </p:nvPr>
        </p:nvSpPr>
        <p:spPr>
          <a:xfrm>
            <a:off x="367900" y="971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LOE Breakdown M4 </a:t>
            </a:r>
            <a:endParaRPr/>
          </a:p>
        </p:txBody>
      </p:sp>
      <p:graphicFrame>
        <p:nvGraphicFramePr>
          <p:cNvPr id="2298" name="Google Shape;2298;p244"/>
          <p:cNvGraphicFramePr/>
          <p:nvPr/>
        </p:nvGraphicFramePr>
        <p:xfrm>
          <a:off x="124050" y="548650"/>
          <a:ext cx="3000000" cy="3000000"/>
        </p:xfrm>
        <a:graphic>
          <a:graphicData uri="http://schemas.openxmlformats.org/drawingml/2006/table">
            <a:tbl>
              <a:tblPr>
                <a:noFill/>
                <a:tableStyleId>{E57F787C-4879-46B9-9B3C-02D91DE5175E}</a:tableStyleId>
              </a:tblPr>
              <a:tblGrid>
                <a:gridCol w="581025"/>
                <a:gridCol w="2076450"/>
                <a:gridCol w="4686300"/>
                <a:gridCol w="904875"/>
                <a:gridCol w="904875"/>
              </a:tblGrid>
              <a:tr h="200025">
                <a:tc>
                  <a:txBody>
                    <a:bodyPr/>
                    <a:lstStyle/>
                    <a:p>
                      <a:pPr indent="0" lvl="0" marL="0" rtl="0" algn="ctr">
                        <a:lnSpc>
                          <a:spcPct val="115000"/>
                        </a:lnSpc>
                        <a:spcBef>
                          <a:spcPts val="0"/>
                        </a:spcBef>
                        <a:spcAft>
                          <a:spcPts val="0"/>
                        </a:spcAft>
                        <a:buNone/>
                      </a:pPr>
                      <a:r>
                        <a:rPr b="1" lang="en" sz="1000">
                          <a:solidFill>
                            <a:srgbClr val="FFFFFF"/>
                          </a:solidFill>
                        </a:rPr>
                        <a:t>#</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Activity</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Description</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ML</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l">
                        <a:lnSpc>
                          <a:spcPct val="115000"/>
                        </a:lnSpc>
                        <a:spcBef>
                          <a:spcPts val="0"/>
                        </a:spcBef>
                        <a:spcAft>
                          <a:spcPts val="0"/>
                        </a:spcAft>
                        <a:buNone/>
                      </a:pPr>
                      <a:r>
                        <a:rPr b="1" lang="en" sz="1000"/>
                        <a:t>Notes</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95300">
                <a:tc>
                  <a:txBody>
                    <a:bodyPr/>
                    <a:lstStyle/>
                    <a:p>
                      <a:pPr indent="0" lvl="0" marL="0" rtl="0" algn="l">
                        <a:lnSpc>
                          <a:spcPct val="115000"/>
                        </a:lnSpc>
                        <a:spcBef>
                          <a:spcPts val="0"/>
                        </a:spcBef>
                        <a:spcAft>
                          <a:spcPts val="0"/>
                        </a:spcAft>
                        <a:buNone/>
                      </a:pPr>
                      <a:r>
                        <a:rPr lang="en" sz="1000"/>
                        <a:t>M4-01</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Discovery &amp; Planning</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Current ML stack, libraries, deployment target. Gap analysis. Target state: warehouse inference vs SPCS. Scope agreement on 3 models. Model Registry decisions.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*15 hours in Discovery Milestone</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1085850">
                <a:tc>
                  <a:txBody>
                    <a:bodyPr/>
                    <a:lstStyle/>
                    <a:p>
                      <a:pPr indent="0" lvl="0" marL="0" rtl="0" algn="l">
                        <a:lnSpc>
                          <a:spcPct val="115000"/>
                        </a:lnSpc>
                        <a:spcBef>
                          <a:spcPts val="0"/>
                        </a:spcBef>
                        <a:spcAft>
                          <a:spcPts val="0"/>
                        </a:spcAft>
                        <a:buNone/>
                      </a:pPr>
                      <a:r>
                        <a:rPr lang="en" sz="1000"/>
                        <a:t>M4-02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Data/Model Exploration</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EDA on real Arkema extracts. Review the existing feature pipelines, conduct data quality assessment (No new features, no bug fixes, no code modifications are in scope.). Feature set documented and signed off. Verify that scheduled batch updates meet the required data latency.</a:t>
                      </a:r>
                      <a:endParaRPr sz="1000"/>
                    </a:p>
                    <a:p>
                      <a:pPr indent="0" lvl="0" marL="0" rtl="0" algn="l">
                        <a:lnSpc>
                          <a:spcPct val="115000"/>
                        </a:lnSpc>
                        <a:spcBef>
                          <a:spcPts val="0"/>
                        </a:spcBef>
                        <a:spcAft>
                          <a:spcPts val="0"/>
                        </a:spcAft>
                        <a:buNone/>
                      </a:pPr>
                      <a:r>
                        <a:rPr lang="en" sz="1000"/>
                        <a:t>CONSTRAINTS: ≤50 features from ≤12 source tables; ≤3 existing pipelines evaluated (additional pipelines are a change order); customer must provide data access and existing notebooks/code within 5 days of kickoff.</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25</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1228725">
                <a:tc>
                  <a:txBody>
                    <a:bodyPr/>
                    <a:lstStyle/>
                    <a:p>
                      <a:pPr indent="0" lvl="0" marL="0" rtl="0" algn="l">
                        <a:lnSpc>
                          <a:spcPct val="115000"/>
                        </a:lnSpc>
                        <a:spcBef>
                          <a:spcPts val="0"/>
                        </a:spcBef>
                        <a:spcAft>
                          <a:spcPts val="0"/>
                        </a:spcAft>
                        <a:buNone/>
                      </a:pPr>
                      <a:r>
                        <a:rPr lang="en" sz="1000"/>
                        <a:t>M4-03</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Model Development / Migration</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Port 3 models to Model Registry: Elasticity, cross-elasticity, volume risk. Real train and test splits. Fix sampling applied before window functions. Add the customer fixed effects the code claims but does not implement. Replace the hardcoded 0.34 baseline. Safe artifact loading. No new features, no bug fixes, no code modifications are in scope</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n" sz="1000"/>
                        <a:t>CONSTRAINTS: 3 models maximum; additional models are a change order; standard ML only (no deep learning or LLM fine-tuning); models must fit within 15GB artifact limit for warehouse deployment; 1 round of iterations per model.</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50</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95300">
                <a:tc>
                  <a:txBody>
                    <a:bodyPr/>
                    <a:lstStyle/>
                    <a:p>
                      <a:pPr indent="0" lvl="0" marL="0" rtl="0" algn="l">
                        <a:lnSpc>
                          <a:spcPct val="115000"/>
                        </a:lnSpc>
                        <a:spcBef>
                          <a:spcPts val="0"/>
                        </a:spcBef>
                        <a:spcAft>
                          <a:spcPts val="0"/>
                        </a:spcAft>
                        <a:buNone/>
                      </a:pPr>
                      <a:r>
                        <a:rPr lang="en" sz="1000"/>
                        <a:t>M4-04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CI/CD &amp; Production Support</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Not in Scope</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0*</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 30 hours in Testing &amp; UAT phase</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r h="342900">
                <a:tc>
                  <a:txBody>
                    <a:bodyPr/>
                    <a:lstStyle/>
                    <a:p>
                      <a:pPr indent="0" lvl="0" marL="0" rtl="0" algn="l">
                        <a:lnSpc>
                          <a:spcPct val="115000"/>
                        </a:lnSpc>
                        <a:spcBef>
                          <a:spcPts val="0"/>
                        </a:spcBef>
                        <a:spcAft>
                          <a:spcPts val="0"/>
                        </a:spcAft>
                        <a:buNone/>
                      </a:pPr>
                      <a:r>
                        <a:rPr lang="en" sz="1000"/>
                        <a:t>M4-05</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Documentation &amp; Knowledge Transfer</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Architecture diagram. Feature catalog. Model cards. Runbook. 3 KT sessions: architecture, CI/CD, self-service workflow.</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19</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b="1" lang="en" sz="1000"/>
                        <a:t>TOTAL</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94</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5F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2" name="Shape 2302"/>
        <p:cNvGrpSpPr/>
        <p:nvPr/>
      </p:nvGrpSpPr>
      <p:grpSpPr>
        <a:xfrm>
          <a:off x="0" y="0"/>
          <a:ext cx="0" cy="0"/>
          <a:chOff x="0" y="0"/>
          <a:chExt cx="0" cy="0"/>
        </a:xfrm>
      </p:grpSpPr>
      <p:sp>
        <p:nvSpPr>
          <p:cNvPr id="2303" name="Google Shape;2303;p245"/>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304" name="Google Shape;2304;p245"/>
          <p:cNvSpPr txBox="1"/>
          <p:nvPr>
            <p:ph type="title"/>
          </p:nvPr>
        </p:nvSpPr>
        <p:spPr>
          <a:xfrm>
            <a:off x="367900" y="2743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LOE Breakdown M5 </a:t>
            </a:r>
            <a:endParaRPr/>
          </a:p>
        </p:txBody>
      </p:sp>
      <p:graphicFrame>
        <p:nvGraphicFramePr>
          <p:cNvPr id="2305" name="Google Shape;2305;p245"/>
          <p:cNvGraphicFramePr/>
          <p:nvPr/>
        </p:nvGraphicFramePr>
        <p:xfrm>
          <a:off x="38975" y="1265250"/>
          <a:ext cx="3000000" cy="3000000"/>
        </p:xfrm>
        <a:graphic>
          <a:graphicData uri="http://schemas.openxmlformats.org/drawingml/2006/table">
            <a:tbl>
              <a:tblPr>
                <a:noFill/>
                <a:tableStyleId>{E57F787C-4879-46B9-9B3C-02D91DE5175E}</a:tableStyleId>
              </a:tblPr>
              <a:tblGrid>
                <a:gridCol w="581025"/>
                <a:gridCol w="2105025"/>
                <a:gridCol w="4752975"/>
                <a:gridCol w="914400"/>
                <a:gridCol w="790575"/>
              </a:tblGrid>
              <a:tr h="200025">
                <a:tc>
                  <a:txBody>
                    <a:bodyPr/>
                    <a:lstStyle/>
                    <a:p>
                      <a:pPr indent="0" lvl="0" marL="0" rtl="0" algn="ctr">
                        <a:lnSpc>
                          <a:spcPct val="115000"/>
                        </a:lnSpc>
                        <a:spcBef>
                          <a:spcPts val="0"/>
                        </a:spcBef>
                        <a:spcAft>
                          <a:spcPts val="0"/>
                        </a:spcAft>
                        <a:buNone/>
                      </a:pPr>
                      <a:r>
                        <a:rPr b="1" lang="en" sz="1000">
                          <a:solidFill>
                            <a:srgbClr val="FFFFFF"/>
                          </a:solidFill>
                        </a:rPr>
                        <a:t>#</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Activity</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Description</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App</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ML</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r>
              <a:tr h="200025">
                <a:tc>
                  <a:txBody>
                    <a:bodyPr/>
                    <a:lstStyle/>
                    <a:p>
                      <a:pPr indent="0" lvl="0" marL="0" rtl="0" algn="l">
                        <a:lnSpc>
                          <a:spcPct val="115000"/>
                        </a:lnSpc>
                        <a:spcBef>
                          <a:spcPts val="0"/>
                        </a:spcBef>
                        <a:spcAft>
                          <a:spcPts val="0"/>
                        </a:spcAft>
                        <a:buNone/>
                      </a:pPr>
                      <a:r>
                        <a:rPr lang="en" sz="1000"/>
                        <a:t>M5-01</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Test Plan &amp; Data Setup</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Test cases from the acceptance criteria. Seed test users across the 5 roles.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2900">
                <a:tc>
                  <a:txBody>
                    <a:bodyPr/>
                    <a:lstStyle/>
                    <a:p>
                      <a:pPr indent="0" lvl="0" marL="0" rtl="0" algn="l">
                        <a:lnSpc>
                          <a:spcPct val="115000"/>
                        </a:lnSpc>
                        <a:spcBef>
                          <a:spcPts val="0"/>
                        </a:spcBef>
                        <a:spcAft>
                          <a:spcPts val="0"/>
                        </a:spcAft>
                        <a:buNone/>
                      </a:pPr>
                      <a:r>
                        <a:rPr lang="en" sz="1000"/>
                        <a:t>M5-02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Integrated End-to-End Testing &amp; Fixes</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App through model output on the consumption layer. Per-role access checks. FP&amp;A calculation validation.</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32</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30</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b="1" lang="en" sz="1000"/>
                        <a:t>M5-04</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lnSpc>
                          <a:spcPct val="115000"/>
                        </a:lnSpc>
                        <a:spcBef>
                          <a:spcPts val="0"/>
                        </a:spcBef>
                        <a:spcAft>
                          <a:spcPts val="0"/>
                        </a:spcAft>
                        <a:buNone/>
                      </a:pPr>
                      <a:r>
                        <a:rPr b="1" lang="en" sz="1000"/>
                        <a:t>Customer UAT Support</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lnSpc>
                          <a:spcPct val="115000"/>
                        </a:lnSpc>
                        <a:spcBef>
                          <a:spcPts val="0"/>
                        </a:spcBef>
                        <a:spcAft>
                          <a:spcPts val="0"/>
                        </a:spcAft>
                        <a:buNone/>
                      </a:pPr>
                      <a:r>
                        <a:rPr b="1" lang="en" sz="1000"/>
                        <a:t>Customer drives UAT. Snowflake reverse-shadows. Signoff.</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4</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 sz="1000"/>
                        <a:t>TOTAL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40</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30</a:t>
                      </a:r>
                      <a:endParaRPr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p246"/>
          <p:cNvSpPr txBox="1"/>
          <p:nvPr>
            <p:ph idx="12" type="sldNum"/>
          </p:nvPr>
        </p:nvSpPr>
        <p:spPr>
          <a:xfrm>
            <a:off x="8200600" y="4821330"/>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2311" name="Google Shape;2311;p246"/>
          <p:cNvSpPr txBox="1"/>
          <p:nvPr>
            <p:ph type="title"/>
          </p:nvPr>
        </p:nvSpPr>
        <p:spPr>
          <a:xfrm>
            <a:off x="367900" y="274323"/>
            <a:ext cx="8344800" cy="365700"/>
          </a:xfrm>
          <a:prstGeom prst="rect">
            <a:avLst/>
          </a:prstGeom>
          <a:noFill/>
        </p:spPr>
        <p:txBody>
          <a:bodyPr anchorCtr="0" anchor="t" bIns="34275" lIns="68575" spcFirstLastPara="1" rIns="68575" wrap="square" tIns="34275">
            <a:noAutofit/>
          </a:bodyPr>
          <a:lstStyle/>
          <a:p>
            <a:pPr indent="0" lvl="0" marL="0" rtl="0" algn="l">
              <a:spcBef>
                <a:spcPts val="0"/>
              </a:spcBef>
              <a:spcAft>
                <a:spcPts val="0"/>
              </a:spcAft>
              <a:buNone/>
            </a:pPr>
            <a:r>
              <a:rPr lang="en"/>
              <a:t>LOE Breakdown M6 </a:t>
            </a:r>
            <a:endParaRPr/>
          </a:p>
        </p:txBody>
      </p:sp>
      <p:graphicFrame>
        <p:nvGraphicFramePr>
          <p:cNvPr id="2312" name="Google Shape;2312;p246"/>
          <p:cNvGraphicFramePr/>
          <p:nvPr/>
        </p:nvGraphicFramePr>
        <p:xfrm>
          <a:off x="116975" y="1102250"/>
          <a:ext cx="3000000" cy="3000000"/>
        </p:xfrm>
        <a:graphic>
          <a:graphicData uri="http://schemas.openxmlformats.org/drawingml/2006/table">
            <a:tbl>
              <a:tblPr>
                <a:noFill/>
                <a:tableStyleId>{E57F787C-4879-46B9-9B3C-02D91DE5175E}</a:tableStyleId>
              </a:tblPr>
              <a:tblGrid>
                <a:gridCol w="609600"/>
                <a:gridCol w="2190750"/>
                <a:gridCol w="4953000"/>
                <a:gridCol w="952500"/>
              </a:tblGrid>
              <a:tr h="200025">
                <a:tc>
                  <a:txBody>
                    <a:bodyPr/>
                    <a:lstStyle/>
                    <a:p>
                      <a:pPr indent="0" lvl="0" marL="0" rtl="0" algn="ctr">
                        <a:lnSpc>
                          <a:spcPct val="115000"/>
                        </a:lnSpc>
                        <a:spcBef>
                          <a:spcPts val="0"/>
                        </a:spcBef>
                        <a:spcAft>
                          <a:spcPts val="0"/>
                        </a:spcAft>
                        <a:buNone/>
                      </a:pPr>
                      <a:r>
                        <a:rPr b="1" lang="en" sz="1000">
                          <a:solidFill>
                            <a:srgbClr val="FFFFFF"/>
                          </a:solidFill>
                        </a:rPr>
                        <a:t>#</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Activity</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Description</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c>
                  <a:txBody>
                    <a:bodyPr/>
                    <a:lstStyle/>
                    <a:p>
                      <a:pPr indent="0" lvl="0" marL="0" rtl="0" algn="ctr">
                        <a:lnSpc>
                          <a:spcPct val="115000"/>
                        </a:lnSpc>
                        <a:spcBef>
                          <a:spcPts val="0"/>
                        </a:spcBef>
                        <a:spcAft>
                          <a:spcPts val="0"/>
                        </a:spcAft>
                        <a:buNone/>
                      </a:pPr>
                      <a:r>
                        <a:rPr b="1" lang="en" sz="1000">
                          <a:solidFill>
                            <a:srgbClr val="FFFFFF"/>
                          </a:solidFill>
                        </a:rPr>
                        <a:t>App</a:t>
                      </a:r>
                      <a:endParaRPr b="1" sz="1000">
                        <a:solidFill>
                          <a:srgbClr val="FFFFFF"/>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E3863"/>
                    </a:solidFill>
                  </a:tcPr>
                </a:tc>
              </a:tr>
              <a:tr h="495300">
                <a:tc>
                  <a:txBody>
                    <a:bodyPr/>
                    <a:lstStyle/>
                    <a:p>
                      <a:pPr indent="0" lvl="0" marL="0" rtl="0" algn="l">
                        <a:lnSpc>
                          <a:spcPct val="115000"/>
                        </a:lnSpc>
                        <a:spcBef>
                          <a:spcPts val="0"/>
                        </a:spcBef>
                        <a:spcAft>
                          <a:spcPts val="0"/>
                        </a:spcAft>
                        <a:buNone/>
                      </a:pPr>
                      <a:r>
                        <a:rPr lang="en" sz="1000"/>
                        <a:t>M6-01</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Launch Support</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t>Final deploy to production at end of week 8. Smoke test the 12 screens across the 5 roles. Verify the daily refresh ran and the models scored. Customer drives, Snowflake supports. Triage and fix what surfaces in the first live week.</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t>16</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2900">
                <a:tc>
                  <a:txBody>
                    <a:bodyPr/>
                    <a:lstStyle/>
                    <a:p>
                      <a:pPr indent="0" lvl="0" marL="0" rtl="0" algn="l">
                        <a:lnSpc>
                          <a:spcPct val="115000"/>
                        </a:lnSpc>
                        <a:spcBef>
                          <a:spcPts val="0"/>
                        </a:spcBef>
                        <a:spcAft>
                          <a:spcPts val="0"/>
                        </a:spcAft>
                        <a:buNone/>
                      </a:pPr>
                      <a:r>
                        <a:rPr lang="en" sz="1000"/>
                        <a:t>M6-02</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KT &amp; Runbook</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l">
                        <a:lnSpc>
                          <a:spcPct val="115000"/>
                        </a:lnSpc>
                        <a:spcBef>
                          <a:spcPts val="0"/>
                        </a:spcBef>
                        <a:spcAft>
                          <a:spcPts val="0"/>
                        </a:spcAft>
                        <a:buNone/>
                      </a:pPr>
                      <a:r>
                        <a:rPr lang="en" sz="1000"/>
                        <a:t>Admin runbook: deploy, rollback, refresh failure, permission changes. One KT session. Named support owner and open issue list handed off.</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728CB2"/>
                      </a:solidFill>
                      <a:prstDash val="solid"/>
                      <a:round/>
                      <a:headEnd len="sm" w="sm" type="none"/>
                      <a:tailEnd len="sm" w="sm" type="none"/>
                    </a:lnB>
                    <a:solidFill>
                      <a:srgbClr val="F3F5F8"/>
                    </a:solidFill>
                  </a:tcPr>
                </a:tc>
              </a:tr>
              <a:tr h="200025">
                <a:tc>
                  <a:txBody>
                    <a:bodyPr/>
                    <a:lstStyle/>
                    <a:p>
                      <a:pPr indent="0" lvl="0" marL="0" rtl="0" algn="l">
                        <a:lnSpc>
                          <a:spcPct val="115000"/>
                        </a:lnSpc>
                        <a:spcBef>
                          <a:spcPts val="0"/>
                        </a:spcBef>
                        <a:spcAft>
                          <a:spcPts val="0"/>
                        </a:spcAft>
                        <a:buNone/>
                      </a:pPr>
                      <a:r>
                        <a:rPr b="1" lang="en" sz="1000"/>
                        <a:t>TOTAL</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c>
                  <a:txBody>
                    <a:bodyPr/>
                    <a:lstStyle/>
                    <a:p>
                      <a:pPr indent="0" lvl="0" marL="0" rtl="0" algn="ctr">
                        <a:lnSpc>
                          <a:spcPct val="115000"/>
                        </a:lnSpc>
                        <a:spcBef>
                          <a:spcPts val="0"/>
                        </a:spcBef>
                        <a:spcAft>
                          <a:spcPts val="0"/>
                        </a:spcAft>
                        <a:buNone/>
                      </a:pPr>
                      <a:r>
                        <a:rPr b="1" lang="en" sz="1000"/>
                        <a:t>20</a:t>
                      </a:r>
                      <a:endParaRPr b="1" sz="10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728CB2"/>
                      </a:solidFill>
                      <a:prstDash val="solid"/>
                      <a:round/>
                      <a:headEnd len="sm" w="sm" type="none"/>
                      <a:tailEnd len="sm" w="sm" type="none"/>
                    </a:lnT>
                    <a:lnB cap="flat" cmpd="sng" w="9525">
                      <a:solidFill>
                        <a:srgbClr val="728CB2"/>
                      </a:solidFill>
                      <a:prstDash val="solid"/>
                      <a:round/>
                      <a:headEnd len="sm" w="sm" type="none"/>
                      <a:tailEnd len="sm" w="sm" type="none"/>
                    </a:lnB>
                    <a:solidFill>
                      <a:srgbClr val="D5E3E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6" name="Shape 2316"/>
        <p:cNvGrpSpPr/>
        <p:nvPr/>
      </p:nvGrpSpPr>
      <p:grpSpPr>
        <a:xfrm>
          <a:off x="0" y="0"/>
          <a:ext cx="0" cy="0"/>
          <a:chOff x="0" y="0"/>
          <a:chExt cx="0" cy="0"/>
        </a:xfrm>
      </p:grpSpPr>
      <p:sp>
        <p:nvSpPr>
          <p:cNvPr id="2317" name="Google Shape;2317;p247"/>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p>
            <a:pPr indent="0" lvl="0" marL="0" rtl="0" algn="l">
              <a:lnSpc>
                <a:spcPct val="74000"/>
              </a:lnSpc>
              <a:spcBef>
                <a:spcPts val="0"/>
              </a:spcBef>
              <a:spcAft>
                <a:spcPts val="0"/>
              </a:spcAft>
              <a:buSzPts val="5200"/>
              <a:buNone/>
            </a:pPr>
            <a:r>
              <a:rPr lang="en" sz="8200">
                <a:solidFill>
                  <a:schemeClr val="lt1"/>
                </a:solidFill>
              </a:rPr>
              <a:t>THANK </a:t>
            </a:r>
            <a:endParaRPr sz="8200">
              <a:solidFill>
                <a:schemeClr val="lt1"/>
              </a:solidFill>
            </a:endParaRPr>
          </a:p>
          <a:p>
            <a:pPr indent="0" lvl="0" marL="0" rtl="0" algn="l">
              <a:lnSpc>
                <a:spcPct val="74000"/>
              </a:lnSpc>
              <a:spcBef>
                <a:spcPts val="0"/>
              </a:spcBef>
              <a:spcAft>
                <a:spcPts val="0"/>
              </a:spcAft>
              <a:buSzPts val="5200"/>
              <a:buNone/>
            </a:pPr>
            <a:r>
              <a:rPr lang="en" sz="8200">
                <a:solidFill>
                  <a:schemeClr val="dk1"/>
                </a:solidFill>
              </a:rPr>
              <a:t>YOU</a:t>
            </a:r>
            <a:endParaRPr sz="8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5.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nowflake">
  <a:themeElements>
    <a:clrScheme name="Snowflake 2018">
      <a:dk1>
        <a:srgbClr val="262626"/>
      </a:dk1>
      <a:lt1>
        <a:srgbClr val="FFFFFF"/>
      </a:lt1>
      <a:dk2>
        <a:srgbClr val="105780"/>
      </a:dk2>
      <a:lt2>
        <a:srgbClr val="FFFFFF"/>
      </a:lt2>
      <a:accent1>
        <a:srgbClr val="29B5E8"/>
      </a:accent1>
      <a:accent2>
        <a:srgbClr val="11577F"/>
      </a:accent2>
      <a:accent3>
        <a:srgbClr val="75CDD7"/>
      </a:accent3>
      <a:accent4>
        <a:srgbClr val="FF9F36"/>
      </a:accent4>
      <a:accent5>
        <a:srgbClr val="7254A3"/>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